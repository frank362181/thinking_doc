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notesSlides/notesSlide1.xml" ContentType="application/vnd.openxmlformats-officedocument.presentationml.notesSlide+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notesSlides/notesSlide2.xml" ContentType="application/vnd.openxmlformats-officedocument.presentationml.notesSlide+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notesSlides/notesSlide9.xml" ContentType="application/vnd.openxmlformats-officedocument.presentationml.notesSlide+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1"/>
  </p:notesMasterIdLst>
  <p:handoutMasterIdLst>
    <p:handoutMasterId r:id="rId32"/>
  </p:handoutMasterIdLst>
  <p:sldIdLst>
    <p:sldId id="256" r:id="rId2"/>
    <p:sldId id="459" r:id="rId3"/>
    <p:sldId id="258" r:id="rId4"/>
    <p:sldId id="268" r:id="rId5"/>
    <p:sldId id="259" r:id="rId6"/>
    <p:sldId id="463" r:id="rId7"/>
    <p:sldId id="261" r:id="rId8"/>
    <p:sldId id="464" r:id="rId9"/>
    <p:sldId id="465" r:id="rId10"/>
    <p:sldId id="460" r:id="rId11"/>
    <p:sldId id="476" r:id="rId12"/>
    <p:sldId id="281" r:id="rId13"/>
    <p:sldId id="278" r:id="rId14"/>
    <p:sldId id="279" r:id="rId15"/>
    <p:sldId id="280" r:id="rId16"/>
    <p:sldId id="477" r:id="rId17"/>
    <p:sldId id="482" r:id="rId18"/>
    <p:sldId id="479" r:id="rId19"/>
    <p:sldId id="481" r:id="rId20"/>
    <p:sldId id="480" r:id="rId21"/>
    <p:sldId id="461" r:id="rId22"/>
    <p:sldId id="469" r:id="rId23"/>
    <p:sldId id="470" r:id="rId24"/>
    <p:sldId id="473" r:id="rId25"/>
    <p:sldId id="474" r:id="rId26"/>
    <p:sldId id="475" r:id="rId27"/>
    <p:sldId id="483" r:id="rId28"/>
    <p:sldId id="267" r:id="rId29"/>
    <p:sldId id="260" r:id="rId30"/>
  </p:sldIdLst>
  <p:sldSz cx="12192000" cy="6858000"/>
  <p:notesSz cx="6858000" cy="9144000"/>
  <p:defaultTextStyle>
    <a:defPPr marL="0" marR="0" indent="0" algn="l" defTabSz="457200" rtl="0" fontAlgn="auto" latinLnBrk="1" hangingPunct="0">
      <a:lnSpc>
        <a:spcPct val="100000"/>
      </a:lnSpc>
      <a:spcBef>
        <a:spcPts val="0"/>
      </a:spcBef>
      <a:spcAft>
        <a:spcPts val="0"/>
      </a:spcAft>
      <a:buClrTx/>
      <a:buSzTx/>
      <a:buFontTx/>
      <a:buNone/>
      <a:tabLst/>
      <a:defRPr kumimoji="0" sz="900" b="0" i="0" u="none" strike="noStrike" cap="none" spc="0" normalizeH="0" baseline="0">
        <a:ln>
          <a:noFill/>
        </a:ln>
        <a:solidFill>
          <a:srgbClr val="000000"/>
        </a:solidFill>
        <a:effectLst/>
        <a:uFillTx/>
      </a:defRPr>
    </a:defPPr>
    <a:lvl1pPr marL="0" marR="0" indent="0" algn="ctr" defTabSz="412750" rtl="0" fontAlgn="auto" latinLnBrk="0" hangingPunct="0">
      <a:lnSpc>
        <a:spcPct val="100000"/>
      </a:lnSpc>
      <a:spcBef>
        <a:spcPts val="0"/>
      </a:spcBef>
      <a:spcAft>
        <a:spcPts val="0"/>
      </a:spcAft>
      <a:buClrTx/>
      <a:buSzTx/>
      <a:buFontTx/>
      <a:buNone/>
      <a:tabLst/>
      <a:defRPr kumimoji="0" sz="2500" b="0" i="0" u="none" strike="noStrike" cap="none" spc="0" normalizeH="0" baseline="0">
        <a:ln>
          <a:noFill/>
        </a:ln>
        <a:solidFill>
          <a:srgbClr val="000000"/>
        </a:solidFill>
        <a:effectLst/>
        <a:uFillTx/>
        <a:latin typeface="+mn-lt"/>
        <a:ea typeface="+mn-ea"/>
        <a:cs typeface="+mn-cs"/>
        <a:sym typeface="Helvetica Light"/>
      </a:defRPr>
    </a:lvl1pPr>
    <a:lvl2pPr marL="0" marR="0" indent="114300" algn="ctr" defTabSz="412750" rtl="0" fontAlgn="auto" latinLnBrk="0" hangingPunct="0">
      <a:lnSpc>
        <a:spcPct val="100000"/>
      </a:lnSpc>
      <a:spcBef>
        <a:spcPts val="0"/>
      </a:spcBef>
      <a:spcAft>
        <a:spcPts val="0"/>
      </a:spcAft>
      <a:buClrTx/>
      <a:buSzTx/>
      <a:buFontTx/>
      <a:buNone/>
      <a:tabLst/>
      <a:defRPr kumimoji="0" sz="2500" b="0" i="0" u="none" strike="noStrike" cap="none" spc="0" normalizeH="0" baseline="0">
        <a:ln>
          <a:noFill/>
        </a:ln>
        <a:solidFill>
          <a:srgbClr val="000000"/>
        </a:solidFill>
        <a:effectLst/>
        <a:uFillTx/>
        <a:latin typeface="+mn-lt"/>
        <a:ea typeface="+mn-ea"/>
        <a:cs typeface="+mn-cs"/>
        <a:sym typeface="Helvetica Light"/>
      </a:defRPr>
    </a:lvl2pPr>
    <a:lvl3pPr marL="0" marR="0" indent="228600" algn="ctr" defTabSz="412750" rtl="0" fontAlgn="auto" latinLnBrk="0" hangingPunct="0">
      <a:lnSpc>
        <a:spcPct val="100000"/>
      </a:lnSpc>
      <a:spcBef>
        <a:spcPts val="0"/>
      </a:spcBef>
      <a:spcAft>
        <a:spcPts val="0"/>
      </a:spcAft>
      <a:buClrTx/>
      <a:buSzTx/>
      <a:buFontTx/>
      <a:buNone/>
      <a:tabLst/>
      <a:defRPr kumimoji="0" sz="2500" b="0" i="0" u="none" strike="noStrike" cap="none" spc="0" normalizeH="0" baseline="0">
        <a:ln>
          <a:noFill/>
        </a:ln>
        <a:solidFill>
          <a:srgbClr val="000000"/>
        </a:solidFill>
        <a:effectLst/>
        <a:uFillTx/>
        <a:latin typeface="+mn-lt"/>
        <a:ea typeface="+mn-ea"/>
        <a:cs typeface="+mn-cs"/>
        <a:sym typeface="Helvetica Light"/>
      </a:defRPr>
    </a:lvl3pPr>
    <a:lvl4pPr marL="0" marR="0" indent="342900" algn="ctr" defTabSz="412750" rtl="0" fontAlgn="auto" latinLnBrk="0" hangingPunct="0">
      <a:lnSpc>
        <a:spcPct val="100000"/>
      </a:lnSpc>
      <a:spcBef>
        <a:spcPts val="0"/>
      </a:spcBef>
      <a:spcAft>
        <a:spcPts val="0"/>
      </a:spcAft>
      <a:buClrTx/>
      <a:buSzTx/>
      <a:buFontTx/>
      <a:buNone/>
      <a:tabLst/>
      <a:defRPr kumimoji="0" sz="2500" b="0" i="0" u="none" strike="noStrike" cap="none" spc="0" normalizeH="0" baseline="0">
        <a:ln>
          <a:noFill/>
        </a:ln>
        <a:solidFill>
          <a:srgbClr val="000000"/>
        </a:solidFill>
        <a:effectLst/>
        <a:uFillTx/>
        <a:latin typeface="+mn-lt"/>
        <a:ea typeface="+mn-ea"/>
        <a:cs typeface="+mn-cs"/>
        <a:sym typeface="Helvetica Light"/>
      </a:defRPr>
    </a:lvl4pPr>
    <a:lvl5pPr marL="0" marR="0" indent="457200" algn="ctr" defTabSz="412750" rtl="0" fontAlgn="auto" latinLnBrk="0" hangingPunct="0">
      <a:lnSpc>
        <a:spcPct val="100000"/>
      </a:lnSpc>
      <a:spcBef>
        <a:spcPts val="0"/>
      </a:spcBef>
      <a:spcAft>
        <a:spcPts val="0"/>
      </a:spcAft>
      <a:buClrTx/>
      <a:buSzTx/>
      <a:buFontTx/>
      <a:buNone/>
      <a:tabLst/>
      <a:defRPr kumimoji="0" sz="2500" b="0" i="0" u="none" strike="noStrike" cap="none" spc="0" normalizeH="0" baseline="0">
        <a:ln>
          <a:noFill/>
        </a:ln>
        <a:solidFill>
          <a:srgbClr val="000000"/>
        </a:solidFill>
        <a:effectLst/>
        <a:uFillTx/>
        <a:latin typeface="+mn-lt"/>
        <a:ea typeface="+mn-ea"/>
        <a:cs typeface="+mn-cs"/>
        <a:sym typeface="Helvetica Light"/>
      </a:defRPr>
    </a:lvl5pPr>
    <a:lvl6pPr marL="0" marR="0" indent="571500" algn="ctr" defTabSz="412750" rtl="0" fontAlgn="auto" latinLnBrk="0" hangingPunct="0">
      <a:lnSpc>
        <a:spcPct val="100000"/>
      </a:lnSpc>
      <a:spcBef>
        <a:spcPts val="0"/>
      </a:spcBef>
      <a:spcAft>
        <a:spcPts val="0"/>
      </a:spcAft>
      <a:buClrTx/>
      <a:buSzTx/>
      <a:buFontTx/>
      <a:buNone/>
      <a:tabLst/>
      <a:defRPr kumimoji="0" sz="2500" b="0" i="0" u="none" strike="noStrike" cap="none" spc="0" normalizeH="0" baseline="0">
        <a:ln>
          <a:noFill/>
        </a:ln>
        <a:solidFill>
          <a:srgbClr val="000000"/>
        </a:solidFill>
        <a:effectLst/>
        <a:uFillTx/>
        <a:latin typeface="+mn-lt"/>
        <a:ea typeface="+mn-ea"/>
        <a:cs typeface="+mn-cs"/>
        <a:sym typeface="Helvetica Light"/>
      </a:defRPr>
    </a:lvl6pPr>
    <a:lvl7pPr marL="0" marR="0" indent="685800" algn="ctr" defTabSz="412750" rtl="0" fontAlgn="auto" latinLnBrk="0" hangingPunct="0">
      <a:lnSpc>
        <a:spcPct val="100000"/>
      </a:lnSpc>
      <a:spcBef>
        <a:spcPts val="0"/>
      </a:spcBef>
      <a:spcAft>
        <a:spcPts val="0"/>
      </a:spcAft>
      <a:buClrTx/>
      <a:buSzTx/>
      <a:buFontTx/>
      <a:buNone/>
      <a:tabLst/>
      <a:defRPr kumimoji="0" sz="2500" b="0" i="0" u="none" strike="noStrike" cap="none" spc="0" normalizeH="0" baseline="0">
        <a:ln>
          <a:noFill/>
        </a:ln>
        <a:solidFill>
          <a:srgbClr val="000000"/>
        </a:solidFill>
        <a:effectLst/>
        <a:uFillTx/>
        <a:latin typeface="+mn-lt"/>
        <a:ea typeface="+mn-ea"/>
        <a:cs typeface="+mn-cs"/>
        <a:sym typeface="Helvetica Light"/>
      </a:defRPr>
    </a:lvl7pPr>
    <a:lvl8pPr marL="0" marR="0" indent="800100" algn="ctr" defTabSz="412750" rtl="0" fontAlgn="auto" latinLnBrk="0" hangingPunct="0">
      <a:lnSpc>
        <a:spcPct val="100000"/>
      </a:lnSpc>
      <a:spcBef>
        <a:spcPts val="0"/>
      </a:spcBef>
      <a:spcAft>
        <a:spcPts val="0"/>
      </a:spcAft>
      <a:buClrTx/>
      <a:buSzTx/>
      <a:buFontTx/>
      <a:buNone/>
      <a:tabLst/>
      <a:defRPr kumimoji="0" sz="2500" b="0" i="0" u="none" strike="noStrike" cap="none" spc="0" normalizeH="0" baseline="0">
        <a:ln>
          <a:noFill/>
        </a:ln>
        <a:solidFill>
          <a:srgbClr val="000000"/>
        </a:solidFill>
        <a:effectLst/>
        <a:uFillTx/>
        <a:latin typeface="+mn-lt"/>
        <a:ea typeface="+mn-ea"/>
        <a:cs typeface="+mn-cs"/>
        <a:sym typeface="Helvetica Light"/>
      </a:defRPr>
    </a:lvl8pPr>
    <a:lvl9pPr marL="0" marR="0" indent="914400" algn="ctr" defTabSz="412750" rtl="0" fontAlgn="auto" latinLnBrk="0" hangingPunct="0">
      <a:lnSpc>
        <a:spcPct val="100000"/>
      </a:lnSpc>
      <a:spcBef>
        <a:spcPts val="0"/>
      </a:spcBef>
      <a:spcAft>
        <a:spcPts val="0"/>
      </a:spcAft>
      <a:buClrTx/>
      <a:buSzTx/>
      <a:buFontTx/>
      <a:buNone/>
      <a:tabLst/>
      <a:defRPr kumimoji="0" sz="2500" b="0" i="0" u="none" strike="noStrike" cap="none" spc="0" normalizeH="0" baseline="0">
        <a:ln>
          <a:noFill/>
        </a:ln>
        <a:solidFill>
          <a:srgbClr val="000000"/>
        </a:solidFill>
        <a:effectLst/>
        <a:uFillTx/>
        <a:latin typeface="+mn-lt"/>
        <a:ea typeface="+mn-ea"/>
        <a:cs typeface="+mn-cs"/>
        <a:sym typeface="Helvetica Light"/>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wholeTbl>
    <a:band2H>
      <a:tcTxStyle/>
      <a:tcStyle>
        <a:tcBdr/>
        <a:fill>
          <a:solidFill>
            <a:srgbClr val="E3E5E8"/>
          </a:solidFill>
        </a:fill>
      </a:tcStyle>
    </a:band2H>
    <a:firstCol>
      <a:tcTxStyle b="on" i="off">
        <a:font>
          <a:latin typeface="Helvetica"/>
          <a:ea typeface="Helvetica"/>
          <a:cs typeface="Helvetica"/>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398CCE"/>
          </a:solidFill>
        </a:fill>
      </a:tcStyle>
    </a:firstCol>
    <a:lastRow>
      <a:tcTxStyle b="off" i="off">
        <a:fontRef idx="minor">
          <a:srgbClr val="000000"/>
        </a:fontRef>
        <a:srgbClr val="000000"/>
      </a:tcTxStyle>
      <a:tcStyle>
        <a:tcBdr>
          <a:left>
            <a:ln w="12700" cap="flat">
              <a:noFill/>
              <a:miter lim="400000"/>
            </a:ln>
          </a:left>
          <a:right>
            <a:ln w="12700" cap="flat">
              <a:noFill/>
              <a:miter lim="400000"/>
            </a:ln>
          </a:right>
          <a:top>
            <a:ln w="12700" cap="flat">
              <a:solidFill>
                <a:srgbClr val="3797C6"/>
              </a:solidFill>
              <a:prstDash val="solid"/>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lastRow>
    <a:firstRow>
      <a:tcTxStyle b="on" i="off">
        <a:font>
          <a:latin typeface="Helvetica"/>
          <a:ea typeface="Helvetica"/>
          <a:cs typeface="Helvetica"/>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Row>
  </a:tblStyle>
  <a:tblStyle styleId="{C7B018BB-80A7-4F77-B60F-C8B233D01FF8}" styleName="">
    <a:tblBg/>
    <a:wholeTbl>
      <a:tcTxStyle b="off" i="off">
        <a:fontRef idx="minor">
          <a:srgbClr val="000000"/>
        </a:fontRef>
        <a:srgbClr val="000000"/>
      </a:tcTxStyle>
      <a:tcStyle>
        <a:tcBdr>
          <a:left>
            <a:ln w="12700" cap="flat">
              <a:solidFill>
                <a:srgbClr val="B8B8B8"/>
              </a:solidFill>
              <a:prstDash val="solid"/>
              <a:miter lim="400000"/>
            </a:ln>
          </a:left>
          <a:right>
            <a:ln w="12700" cap="flat">
              <a:solidFill>
                <a:srgbClr val="B8B8B8"/>
              </a:solidFill>
              <a:prstDash val="solid"/>
              <a:miter lim="400000"/>
            </a:ln>
          </a:right>
          <a:top>
            <a:ln w="12700" cap="flat">
              <a:solidFill>
                <a:srgbClr val="B8B8B8"/>
              </a:solidFill>
              <a:prstDash val="solid"/>
              <a:miter lim="400000"/>
            </a:ln>
          </a:top>
          <a:bottom>
            <a:ln w="12700" cap="flat">
              <a:solidFill>
                <a:srgbClr val="B8B8B8"/>
              </a:solidFill>
              <a:prstDash val="solid"/>
              <a:miter lim="400000"/>
            </a:ln>
          </a:bottom>
          <a:insideH>
            <a:ln w="12700" cap="flat">
              <a:solidFill>
                <a:srgbClr val="B8B8B8"/>
              </a:solidFill>
              <a:prstDash val="solid"/>
              <a:miter lim="400000"/>
            </a:ln>
          </a:insideH>
          <a:insideV>
            <a:ln w="12700" cap="flat">
              <a:solidFill>
                <a:srgbClr val="B8B8B8"/>
              </a:solidFill>
              <a:prstDash val="solid"/>
              <a:miter lim="400000"/>
            </a:ln>
          </a:insideV>
        </a:tcBdr>
        <a:fill>
          <a:solidFill>
            <a:srgbClr val="EBEBEB"/>
          </a:solidFill>
        </a:fill>
      </a:tcStyle>
    </a:wholeTbl>
    <a:band2H>
      <a:tcTxStyle/>
      <a:tcStyle>
        <a:tcBdr/>
        <a:fill>
          <a:solidFill>
            <a:srgbClr val="E1E0DA"/>
          </a:solidFill>
        </a:fill>
      </a:tcStyle>
    </a:band2H>
    <a:firstCol>
      <a:tcTxStyle b="on" i="off">
        <a:font>
          <a:latin typeface="Helvetica"/>
          <a:ea typeface="Helvetica"/>
          <a:cs typeface="Helvetica"/>
        </a:font>
        <a:srgbClr val="FFFFFF"/>
      </a:tcTxStyle>
      <a:tcStyle>
        <a:tcBdr>
          <a:left>
            <a:ln w="12700" cap="flat">
              <a:solidFill>
                <a:srgbClr val="606060"/>
              </a:solidFill>
              <a:prstDash val="solid"/>
              <a:miter lim="400000"/>
            </a:ln>
          </a:left>
          <a:right>
            <a:ln w="12700" cap="flat">
              <a:solidFill>
                <a:srgbClr val="606060"/>
              </a:solidFill>
              <a:prstDash val="solid"/>
              <a:miter lim="400000"/>
            </a:ln>
          </a:right>
          <a:top>
            <a:ln w="12700" cap="flat">
              <a:solidFill>
                <a:srgbClr val="606060"/>
              </a:solidFill>
              <a:prstDash val="solid"/>
              <a:miter lim="400000"/>
            </a:ln>
          </a:top>
          <a:bottom>
            <a:ln w="12700" cap="flat">
              <a:solidFill>
                <a:srgbClr val="606060"/>
              </a:solidFill>
              <a:prstDash val="solid"/>
              <a:miter lim="400000"/>
            </a:ln>
          </a:bottom>
          <a:insideH>
            <a:ln w="12700" cap="flat">
              <a:solidFill>
                <a:srgbClr val="606060"/>
              </a:solidFill>
              <a:prstDash val="solid"/>
              <a:miter lim="400000"/>
            </a:ln>
          </a:insideH>
          <a:insideV>
            <a:ln w="12700" cap="flat">
              <a:solidFill>
                <a:srgbClr val="606060"/>
              </a:solidFill>
              <a:prstDash val="solid"/>
              <a:miter lim="400000"/>
            </a:ln>
          </a:insideV>
        </a:tcBdr>
        <a:fill>
          <a:solidFill>
            <a:srgbClr val="5AC831"/>
          </a:solidFill>
        </a:fill>
      </a:tcStyle>
    </a:firstCol>
    <a:lastRow>
      <a:tcTxStyle b="off" i="off">
        <a:fontRef idx="minor">
          <a:srgbClr val="000000"/>
        </a:fontRef>
        <a:srgbClr val="000000"/>
      </a:tcTxStyle>
      <a:tcStyle>
        <a:tcBdr>
          <a:left>
            <a:ln w="12700" cap="flat">
              <a:solidFill>
                <a:srgbClr val="B8B8B8"/>
              </a:solidFill>
              <a:prstDash val="solid"/>
              <a:miter lim="400000"/>
            </a:ln>
          </a:left>
          <a:right>
            <a:ln w="12700" cap="flat">
              <a:solidFill>
                <a:srgbClr val="B8B8B8"/>
              </a:solidFill>
              <a:prstDash val="solid"/>
              <a:miter lim="400000"/>
            </a:ln>
          </a:right>
          <a:top>
            <a:ln w="25400" cap="flat">
              <a:solidFill>
                <a:srgbClr val="606060"/>
              </a:solidFill>
              <a:prstDash val="solid"/>
              <a:miter lim="400000"/>
            </a:ln>
          </a:top>
          <a:bottom>
            <a:ln w="12700" cap="flat">
              <a:solidFill>
                <a:srgbClr val="606060"/>
              </a:solidFill>
              <a:prstDash val="solid"/>
              <a:miter lim="400000"/>
            </a:ln>
          </a:bottom>
          <a:insideH>
            <a:ln w="12700" cap="flat">
              <a:solidFill>
                <a:srgbClr val="B8B8B8"/>
              </a:solidFill>
              <a:prstDash val="solid"/>
              <a:miter lim="400000"/>
            </a:ln>
          </a:insideH>
          <a:insideV>
            <a:ln w="12700" cap="flat">
              <a:solidFill>
                <a:srgbClr val="B8B8B8"/>
              </a:solidFill>
              <a:prstDash val="solid"/>
              <a:miter lim="400000"/>
            </a:ln>
          </a:insideV>
        </a:tcBdr>
        <a:fill>
          <a:solidFill>
            <a:srgbClr val="EBEBEB"/>
          </a:solidFill>
        </a:fill>
      </a:tcStyle>
    </a:lastRow>
    <a:firstRow>
      <a:tcTxStyle b="on" i="off">
        <a:font>
          <a:latin typeface="Helvetica"/>
          <a:ea typeface="Helvetica"/>
          <a:cs typeface="Helvetica"/>
        </a:font>
        <a:srgbClr val="FFFFFF"/>
      </a:tcTxStyle>
      <a:tcStyle>
        <a:tcBdr>
          <a:left>
            <a:ln w="12700" cap="flat">
              <a:solidFill>
                <a:srgbClr val="606060"/>
              </a:solidFill>
              <a:prstDash val="solid"/>
              <a:miter lim="400000"/>
            </a:ln>
          </a:left>
          <a:right>
            <a:ln w="12700" cap="flat">
              <a:solidFill>
                <a:srgbClr val="606060"/>
              </a:solidFill>
              <a:prstDash val="solid"/>
              <a:miter lim="400000"/>
            </a:ln>
          </a:right>
          <a:top>
            <a:ln w="12700" cap="flat">
              <a:solidFill>
                <a:srgbClr val="606060"/>
              </a:solidFill>
              <a:prstDash val="solid"/>
              <a:miter lim="400000"/>
            </a:ln>
          </a:top>
          <a:bottom>
            <a:ln w="12700" cap="flat">
              <a:solidFill>
                <a:srgbClr val="606060"/>
              </a:solidFill>
              <a:prstDash val="solid"/>
              <a:miter lim="400000"/>
            </a:ln>
          </a:bottom>
          <a:insideH>
            <a:ln w="12700" cap="flat">
              <a:solidFill>
                <a:srgbClr val="606060"/>
              </a:solidFill>
              <a:prstDash val="solid"/>
              <a:miter lim="400000"/>
            </a:ln>
          </a:insideH>
          <a:insideV>
            <a:ln w="12700" cap="flat">
              <a:solidFill>
                <a:srgbClr val="606060"/>
              </a:solidFill>
              <a:prstDash val="solid"/>
              <a:miter lim="400000"/>
            </a:ln>
          </a:insideV>
        </a:tcBdr>
        <a:fill>
          <a:solidFill>
            <a:schemeClr val="accent2"/>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5D5D5D"/>
              </a:solidFill>
              <a:custDash>
                <a:ds d="200000" sp="200000"/>
              </a:custDash>
              <a:miter lim="400000"/>
            </a:ln>
          </a:left>
          <a:right>
            <a:ln w="12700" cap="flat">
              <a:solidFill>
                <a:srgbClr val="5D5D5D"/>
              </a:solidFill>
              <a:custDash>
                <a:ds d="200000" sp="200000"/>
              </a:custDash>
              <a:miter lim="400000"/>
            </a:ln>
          </a:right>
          <a:top>
            <a:ln w="12700" cap="flat">
              <a:solidFill>
                <a:srgbClr val="5D5D5D"/>
              </a:solidFill>
              <a:custDash>
                <a:ds d="200000" sp="200000"/>
              </a:custDash>
              <a:miter lim="400000"/>
            </a:ln>
          </a:top>
          <a:bottom>
            <a:ln w="12700" cap="flat">
              <a:solidFill>
                <a:srgbClr val="5D5D5D"/>
              </a:solidFill>
              <a:custDash>
                <a:ds d="200000" sp="200000"/>
              </a:custDash>
              <a:miter lim="400000"/>
            </a:ln>
          </a:bottom>
          <a:insideH>
            <a:ln w="12700" cap="flat">
              <a:solidFill>
                <a:srgbClr val="5D5D5D"/>
              </a:solidFill>
              <a:custDash>
                <a:ds d="200000" sp="200000"/>
              </a:custDash>
              <a:miter lim="400000"/>
            </a:ln>
          </a:insideH>
          <a:insideV>
            <a:ln w="12700" cap="flat">
              <a:solidFill>
                <a:srgbClr val="5D5D5D"/>
              </a:solidFill>
              <a:custDash>
                <a:ds d="200000" sp="200000"/>
              </a:custDash>
              <a:miter lim="400000"/>
            </a:ln>
          </a:insideV>
        </a:tcBdr>
        <a:fill>
          <a:solidFill>
            <a:srgbClr val="E6E4D7"/>
          </a:solidFill>
        </a:fill>
      </a:tcStyle>
    </a:wholeTbl>
    <a:band2H>
      <a:tcTxStyle/>
      <a:tcStyle>
        <a:tcBdr/>
        <a:fill>
          <a:solidFill>
            <a:srgbClr val="C3C2C2"/>
          </a:solidFill>
        </a:fill>
      </a:tcStyle>
    </a:band2H>
    <a:firstCol>
      <a:tcTxStyle b="on" i="off">
        <a:font>
          <a:latin typeface="Helvetica"/>
          <a:ea typeface="Helvetica"/>
          <a:cs typeface="Helvetica"/>
        </a:font>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909C99"/>
          </a:solidFill>
        </a:fill>
      </a:tcStyle>
    </a:firstCol>
    <a:lastRow>
      <a:tcTxStyle b="on" i="off">
        <a:font>
          <a:latin typeface="Helvetica"/>
          <a:ea typeface="Helvetica"/>
          <a:cs typeface="Helvetica"/>
        </a:font>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97764E"/>
          </a:solidFill>
        </a:fill>
      </a:tcStyle>
    </a:lastRow>
    <a:firstRow>
      <a:tcTxStyle b="on" i="off">
        <a:font>
          <a:latin typeface="Helvetica"/>
          <a:ea typeface="Helvetica"/>
          <a:cs typeface="Helvetica"/>
        </a:font>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97764E"/>
          </a:solidFill>
        </a:fill>
      </a:tcStyle>
    </a:firstRow>
  </a:tblStyle>
  <a:tblStyle styleId="{CF821DB8-F4EB-4A41-A1BA-3FCAFE7338EE}"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EBEBEB"/>
          </a:solidFill>
        </a:fill>
      </a:tcStyle>
    </a:wholeTbl>
    <a:band2H>
      <a:tcTxStyle/>
      <a:tcStyle>
        <a:tcBdr/>
        <a:fill>
          <a:solidFill>
            <a:srgbClr val="DCE5E6"/>
          </a:solidFill>
        </a:fill>
      </a:tcStyle>
    </a:band2H>
    <a:firstCol>
      <a:tcTxStyle b="on" i="off">
        <a:font>
          <a:latin typeface="Helvetica"/>
          <a:ea typeface="Helvetica"/>
          <a:cs typeface="Helvetica"/>
        </a:font>
        <a:srgbClr val="FFFFFF"/>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5E7790"/>
          </a:solidFill>
        </a:fill>
      </a:tcStyle>
    </a:firstCol>
    <a:lastRow>
      <a:tcTxStyle b="on" i="off">
        <a:font>
          <a:latin typeface="Helvetica"/>
          <a:ea typeface="Helvetica"/>
          <a:cs typeface="Helvetica"/>
        </a:font>
        <a:srgbClr val="FFFFFF"/>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5E7790"/>
          </a:solidFill>
        </a:fill>
      </a:tcStyle>
    </a:lastRow>
    <a:firstRow>
      <a:tcTxStyle b="on" i="off">
        <a:font>
          <a:latin typeface="Helvetica"/>
          <a:ea typeface="Helvetica"/>
          <a:cs typeface="Helvetica"/>
        </a:font>
        <a:srgbClr val="FFFFFF"/>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5E7790"/>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D0D1D2"/>
          </a:solidFill>
        </a:fill>
      </a:tcStyle>
    </a:wholeTbl>
    <a:band2H>
      <a:tcTxStyle/>
      <a:tcStyle>
        <a:tcBdr/>
        <a:fill>
          <a:solidFill>
            <a:srgbClr val="DEDEDF"/>
          </a:solidFill>
        </a:fill>
      </a:tcStyle>
    </a:band2H>
    <a:firstCol>
      <a:tcTxStyle b="on" i="off">
        <a:font>
          <a:latin typeface="Helvetica"/>
          <a:ea typeface="Helvetica"/>
          <a:cs typeface="Helvetica"/>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535761"/>
          </a:solidFill>
        </a:fill>
      </a:tcStyle>
    </a:firstCol>
    <a:lastRow>
      <a:tcTxStyle b="on" i="off">
        <a:font>
          <a:latin typeface="Helvetica"/>
          <a:ea typeface="Helvetica"/>
          <a:cs typeface="Helvetica"/>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909398"/>
          </a:solidFill>
        </a:fill>
      </a:tcStyle>
    </a:lastRow>
    <a:firstRow>
      <a:tcTxStyle b="on" i="off">
        <a:font>
          <a:latin typeface="Helvetica"/>
          <a:ea typeface="Helvetica"/>
          <a:cs typeface="Helvetica"/>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767C85"/>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wholeTbl>
    <a:band2H>
      <a:tcTxStyle/>
      <a:tcStyle>
        <a:tcBdr/>
        <a:fill>
          <a:solidFill>
            <a:srgbClr val="EDEEEE"/>
          </a:solidFill>
        </a:fill>
      </a:tcStyle>
    </a:band2H>
    <a:firstCol>
      <a:tcTxStyle b="on" i="off">
        <a:font>
          <a:latin typeface="Helvetica"/>
          <a:ea typeface="Helvetica"/>
          <a:cs typeface="Helvetica"/>
        </a:font>
        <a:srgbClr val="000000"/>
      </a:tcTxStyle>
      <a:tcStyle>
        <a:tcBdr>
          <a:left>
            <a:ln w="12700" cap="flat">
              <a:noFill/>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firstCol>
    <a:lastRow>
      <a:tcTxStyle b="on" i="off">
        <a:font>
          <a:latin typeface="Helvetica"/>
          <a:ea typeface="Helvetica"/>
          <a:cs typeface="Helvetica"/>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solidFill>
                <a:srgbClr val="000000"/>
              </a:solidFill>
              <a:prstDash val="solid"/>
              <a:miter lim="400000"/>
            </a:ln>
          </a:top>
          <a:bottom>
            <a:ln w="12700" cap="flat">
              <a:noFill/>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lastRow>
    <a:firstRow>
      <a:tcTxStyle b="on" i="off">
        <a:font>
          <a:latin typeface="Helvetica"/>
          <a:ea typeface="Helvetica"/>
          <a:cs typeface="Helvetica"/>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noFill/>
              <a:miter lim="400000"/>
            </a:ln>
          </a:top>
          <a:bottom>
            <a:ln w="12700" cap="flat">
              <a:solidFill>
                <a:srgbClr val="000000"/>
              </a:solidFill>
              <a:prstDash val="solid"/>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6508" autoAdjust="0"/>
    <p:restoredTop sz="94626"/>
  </p:normalViewPr>
  <p:slideViewPr>
    <p:cSldViewPr snapToGrid="0" showGuides="1">
      <p:cViewPr varScale="1">
        <p:scale>
          <a:sx n="92" d="100"/>
          <a:sy n="92" d="100"/>
        </p:scale>
        <p:origin x="102" y="276"/>
      </p:cViewPr>
      <p:guideLst>
        <p:guide orient="horz" pos="2160"/>
        <p:guide pos="3840"/>
      </p:guideLst>
    </p:cSldViewPr>
  </p:slideViewPr>
  <p:notesTextViewPr>
    <p:cViewPr>
      <p:scale>
        <a:sx n="1" d="1"/>
        <a:sy n="1" d="1"/>
      </p:scale>
      <p:origin x="0" y="0"/>
    </p:cViewPr>
  </p:notesTextViewPr>
  <p:notesViewPr>
    <p:cSldViewPr snapToGrid="0">
      <p:cViewPr varScale="1">
        <p:scale>
          <a:sx n="65" d="100"/>
          <a:sy n="65" d="100"/>
        </p:scale>
        <p:origin x="3082" y="43"/>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472E603-5D1B-4CBE-8096-20BCEF5B30C0}" type="datetimeFigureOut">
              <a:rPr lang="zh-CN" altLang="en-US" smtClean="0"/>
              <a:t>2024/4/23</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689F8B3-A901-43B7-8EA2-FB7D82D10100}" type="slidenum">
              <a:rPr lang="zh-CN" altLang="en-US" smtClean="0"/>
              <a:t>‹#›</a:t>
            </a:fld>
            <a:endParaRPr lang="zh-CN" altLang="en-US"/>
          </a:p>
        </p:txBody>
      </p:sp>
    </p:spTree>
    <p:extLst>
      <p:ext uri="{BB962C8B-B14F-4D97-AF65-F5344CB8AC3E}">
        <p14:creationId xmlns:p14="http://schemas.microsoft.com/office/powerpoint/2010/main" val="328565382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4" name="Shape 104"/>
          <p:cNvSpPr>
            <a:spLocks noGrp="1" noRot="1" noChangeAspect="1"/>
          </p:cNvSpPr>
          <p:nvPr>
            <p:ph type="sldImg"/>
          </p:nvPr>
        </p:nvSpPr>
        <p:spPr>
          <a:xfrm>
            <a:off x="381000" y="685800"/>
            <a:ext cx="6096000" cy="3429000"/>
          </a:xfrm>
          <a:prstGeom prst="rect">
            <a:avLst/>
          </a:prstGeom>
        </p:spPr>
        <p:txBody>
          <a:bodyPr/>
          <a:lstStyle/>
          <a:p>
            <a:endParaRPr/>
          </a:p>
        </p:txBody>
      </p:sp>
      <p:sp>
        <p:nvSpPr>
          <p:cNvPr id="105" name="Shape 105"/>
          <p:cNvSpPr>
            <a:spLocks noGrp="1"/>
          </p:cNvSpPr>
          <p:nvPr>
            <p:ph type="body" sz="quarter" idx="1"/>
          </p:nvPr>
        </p:nvSpPr>
        <p:spPr>
          <a:xfrm>
            <a:off x="914400" y="4343400"/>
            <a:ext cx="5029200" cy="4114800"/>
          </a:xfrm>
          <a:prstGeom prst="rect">
            <a:avLst/>
          </a:prstGeom>
        </p:spPr>
        <p:txBody>
          <a:bodyPr/>
          <a:lstStyle/>
          <a:p>
            <a:endParaRPr/>
          </a:p>
        </p:txBody>
      </p:sp>
    </p:spTree>
    <p:extLst>
      <p:ext uri="{BB962C8B-B14F-4D97-AF65-F5344CB8AC3E}">
        <p14:creationId xmlns:p14="http://schemas.microsoft.com/office/powerpoint/2010/main" val="2320729234"/>
      </p:ext>
    </p:extLst>
  </p:cSld>
  <p:clrMap bg1="lt1" tx1="dk1" bg2="lt2" tx2="dk2" accent1="accent1" accent2="accent2" accent3="accent3" accent4="accent4" accent5="accent5" accent6="accent6" hlink="hlink" folHlink="folHlink"/>
  <p:notesStyle>
    <a:lvl1pPr defTabSz="228600" latinLnBrk="0">
      <a:lnSpc>
        <a:spcPct val="117999"/>
      </a:lnSpc>
      <a:defRPr sz="1100">
        <a:latin typeface="Helvetica Neue"/>
        <a:ea typeface="Helvetica Neue"/>
        <a:cs typeface="Helvetica Neue"/>
        <a:sym typeface="Helvetica Neue"/>
      </a:defRPr>
    </a:lvl1pPr>
    <a:lvl2pPr indent="114300" defTabSz="228600" latinLnBrk="0">
      <a:lnSpc>
        <a:spcPct val="117999"/>
      </a:lnSpc>
      <a:defRPr sz="1100">
        <a:latin typeface="Helvetica Neue"/>
        <a:ea typeface="Helvetica Neue"/>
        <a:cs typeface="Helvetica Neue"/>
        <a:sym typeface="Helvetica Neue"/>
      </a:defRPr>
    </a:lvl2pPr>
    <a:lvl3pPr indent="228600" defTabSz="228600" latinLnBrk="0">
      <a:lnSpc>
        <a:spcPct val="117999"/>
      </a:lnSpc>
      <a:defRPr sz="1100">
        <a:latin typeface="Helvetica Neue"/>
        <a:ea typeface="Helvetica Neue"/>
        <a:cs typeface="Helvetica Neue"/>
        <a:sym typeface="Helvetica Neue"/>
      </a:defRPr>
    </a:lvl3pPr>
    <a:lvl4pPr indent="342900" defTabSz="228600" latinLnBrk="0">
      <a:lnSpc>
        <a:spcPct val="117999"/>
      </a:lnSpc>
      <a:defRPr sz="1100">
        <a:latin typeface="Helvetica Neue"/>
        <a:ea typeface="Helvetica Neue"/>
        <a:cs typeface="Helvetica Neue"/>
        <a:sym typeface="Helvetica Neue"/>
      </a:defRPr>
    </a:lvl4pPr>
    <a:lvl5pPr indent="457200" defTabSz="228600" latinLnBrk="0">
      <a:lnSpc>
        <a:spcPct val="117999"/>
      </a:lnSpc>
      <a:defRPr sz="1100">
        <a:latin typeface="Helvetica Neue"/>
        <a:ea typeface="Helvetica Neue"/>
        <a:cs typeface="Helvetica Neue"/>
        <a:sym typeface="Helvetica Neue"/>
      </a:defRPr>
    </a:lvl5pPr>
    <a:lvl6pPr indent="571500" defTabSz="228600" latinLnBrk="0">
      <a:lnSpc>
        <a:spcPct val="117999"/>
      </a:lnSpc>
      <a:defRPr sz="1100">
        <a:latin typeface="Helvetica Neue"/>
        <a:ea typeface="Helvetica Neue"/>
        <a:cs typeface="Helvetica Neue"/>
        <a:sym typeface="Helvetica Neue"/>
      </a:defRPr>
    </a:lvl6pPr>
    <a:lvl7pPr indent="685800" defTabSz="228600" latinLnBrk="0">
      <a:lnSpc>
        <a:spcPct val="117999"/>
      </a:lnSpc>
      <a:defRPr sz="1100">
        <a:latin typeface="Helvetica Neue"/>
        <a:ea typeface="Helvetica Neue"/>
        <a:cs typeface="Helvetica Neue"/>
        <a:sym typeface="Helvetica Neue"/>
      </a:defRPr>
    </a:lvl7pPr>
    <a:lvl8pPr indent="800100" defTabSz="228600" latinLnBrk="0">
      <a:lnSpc>
        <a:spcPct val="117999"/>
      </a:lnSpc>
      <a:defRPr sz="1100">
        <a:latin typeface="Helvetica Neue"/>
        <a:ea typeface="Helvetica Neue"/>
        <a:cs typeface="Helvetica Neue"/>
        <a:sym typeface="Helvetica Neue"/>
      </a:defRPr>
    </a:lvl8pPr>
    <a:lvl9pPr indent="914400" defTabSz="228600" latinLnBrk="0">
      <a:lnSpc>
        <a:spcPct val="117999"/>
      </a:lnSpc>
      <a:defRPr sz="1100">
        <a:latin typeface="Helvetica Neue"/>
        <a:ea typeface="Helvetica Neue"/>
        <a:cs typeface="Helvetica Neue"/>
        <a:sym typeface="Helvetica Neue"/>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149393550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281545647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83182855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196970852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293806257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32051163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370237109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195214364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defTabSz="228600" eaLnBrk="1" fontAlgn="auto" latinLnBrk="0" hangingPunct="1">
              <a:lnSpc>
                <a:spcPct val="117999"/>
              </a:lnSpc>
              <a:spcBef>
                <a:spcPts val="0"/>
              </a:spcBef>
              <a:spcAft>
                <a:spcPts val="0"/>
              </a:spcAft>
              <a:buClrTx/>
              <a:buSzTx/>
              <a:buFontTx/>
              <a:buNone/>
              <a:tabLst/>
              <a:defRPr/>
            </a:pPr>
            <a:r>
              <a:rPr lang="en-US" altLang="zh-CN"/>
              <a:t>Chris Richardson</a:t>
            </a:r>
            <a:r>
              <a:rPr lang="zh-CN" altLang="en-US"/>
              <a:t>：微服务是分布式系统，由此带来的复杂性，开发者需要在</a:t>
            </a:r>
            <a:r>
              <a:rPr lang="en-US" altLang="zh-CN"/>
              <a:t>RPC</a:t>
            </a:r>
            <a:r>
              <a:rPr lang="zh-CN" altLang="en-US"/>
              <a:t>或消息传递之间选择并完成进程间通讯机制。此外，还必须写代码处理消息传递中速度过慢或部分不可用等局部失效问题。</a:t>
            </a:r>
            <a:endParaRPr lang="en-US"/>
          </a:p>
          <a:p>
            <a:endParaRPr lang="en-US"/>
          </a:p>
        </p:txBody>
      </p:sp>
    </p:spTree>
    <p:extLst>
      <p:ext uri="{BB962C8B-B14F-4D97-AF65-F5344CB8AC3E}">
        <p14:creationId xmlns:p14="http://schemas.microsoft.com/office/powerpoint/2010/main" val="281545647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a:t>Service Mesh</a:t>
            </a:r>
            <a:r>
              <a:rPr lang="zh-CN" altLang="en-US"/>
              <a:t>是对</a:t>
            </a:r>
            <a:r>
              <a:rPr lang="en-US" altLang="zh-CN"/>
              <a:t>Kubernetes</a:t>
            </a:r>
            <a:r>
              <a:rPr lang="zh-CN" altLang="en-US"/>
              <a:t>的增强，如果</a:t>
            </a:r>
            <a:r>
              <a:rPr lang="en-US" altLang="zh-CN"/>
              <a:t>Kubernetes</a:t>
            </a:r>
            <a:r>
              <a:rPr lang="zh-CN" altLang="en-US"/>
              <a:t>对</a:t>
            </a:r>
            <a:r>
              <a:rPr lang="en-US" altLang="zh-CN"/>
              <a:t>Spring Cloud</a:t>
            </a:r>
            <a:r>
              <a:rPr lang="zh-CN" altLang="en-US"/>
              <a:t>开了第一枪，那么</a:t>
            </a:r>
            <a:r>
              <a:rPr lang="en-US" altLang="zh-CN"/>
              <a:t>Service Mesh</a:t>
            </a:r>
            <a:r>
              <a:rPr lang="zh-CN" altLang="en-US"/>
              <a:t>就是对</a:t>
            </a:r>
            <a:r>
              <a:rPr lang="en-US" altLang="zh-CN"/>
              <a:t>Spring Cloud</a:t>
            </a:r>
            <a:r>
              <a:rPr lang="zh-CN" altLang="en-US"/>
              <a:t>的终结</a:t>
            </a:r>
            <a:endParaRPr lang="en-US"/>
          </a:p>
        </p:txBody>
      </p:sp>
    </p:spTree>
    <p:extLst>
      <p:ext uri="{BB962C8B-B14F-4D97-AF65-F5344CB8AC3E}">
        <p14:creationId xmlns:p14="http://schemas.microsoft.com/office/powerpoint/2010/main" val="59783292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72485852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14320743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202998683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185970307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276783119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a:p>
        </p:txBody>
      </p:sp>
    </p:spTree>
    <p:extLst>
      <p:ext uri="{BB962C8B-B14F-4D97-AF65-F5344CB8AC3E}">
        <p14:creationId xmlns:p14="http://schemas.microsoft.com/office/powerpoint/2010/main" val="356862374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image" Target="../media/image2.jpg"/><Relationship Id="rId1" Type="http://schemas.openxmlformats.org/officeDocument/2006/relationships/slideMaster" Target="../slideMasters/slideMaster1.xml"/><Relationship Id="rId4" Type="http://schemas.openxmlformats.org/officeDocument/2006/relationships/image" Target="../media/image4.jpe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tif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标题与副标题">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2" name="Shape 12"/>
          <p:cNvSpPr>
            <a:spLocks noGrp="1"/>
          </p:cNvSpPr>
          <p:nvPr>
            <p:ph type="sldNum" sz="quarter" idx="2"/>
          </p:nvPr>
        </p:nvSpPr>
        <p:spPr>
          <a:prstGeom prst="rect">
            <a:avLst/>
          </a:prstGeom>
        </p:spPr>
        <p:txBody>
          <a:bodyPr/>
          <a:lstStyle/>
          <a:p>
            <a:fld id="{86CB4B4D-7CA3-9044-876B-883B54F8677D}" type="slidenum">
              <a:t>‹#›</a:t>
            </a:fld>
            <a:endParaRPr/>
          </a:p>
        </p:txBody>
      </p:sp>
      <p:pic>
        <p:nvPicPr>
          <p:cNvPr id="3" name="图片 2"/>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451103" y="5693664"/>
            <a:ext cx="3278234" cy="1112385"/>
          </a:xfrm>
          <a:prstGeom prst="rect">
            <a:avLst/>
          </a:prstGeom>
        </p:spPr>
      </p:pic>
      <p:pic>
        <p:nvPicPr>
          <p:cNvPr id="2" name="图片 1"/>
          <p:cNvPicPr>
            <a:picLocks noChangeAspect="1"/>
          </p:cNvPicPr>
          <p:nvPr userDrawn="1"/>
        </p:nvPicPr>
        <p:blipFill rotWithShape="1">
          <a:blip r:embed="rId4" cstate="screen">
            <a:extLst>
              <a:ext uri="{28A0092B-C50C-407E-A947-70E740481C1C}">
                <a14:useLocalDpi xmlns:a14="http://schemas.microsoft.com/office/drawing/2010/main"/>
              </a:ext>
            </a:extLst>
          </a:blip>
          <a:srcRect/>
          <a:stretch/>
        </p:blipFill>
        <p:spPr>
          <a:xfrm>
            <a:off x="274905" y="5905096"/>
            <a:ext cx="3630629" cy="900953"/>
          </a:xfrm>
          <a:prstGeom prst="rect">
            <a:avLst/>
          </a:prstGeom>
        </p:spPr>
      </p:pic>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标题 - 居中">
    <p:spTree>
      <p:nvGrpSpPr>
        <p:cNvPr id="1" name=""/>
        <p:cNvGrpSpPr/>
        <p:nvPr/>
      </p:nvGrpSpPr>
      <p:grpSpPr>
        <a:xfrm>
          <a:off x="0" y="0"/>
          <a:ext cx="0" cy="0"/>
          <a:chOff x="0" y="0"/>
          <a:chExt cx="0" cy="0"/>
        </a:xfrm>
      </p:grpSpPr>
      <p:sp>
        <p:nvSpPr>
          <p:cNvPr id="19" name="Shape 19"/>
          <p:cNvSpPr>
            <a:spLocks noGrp="1"/>
          </p:cNvSpPr>
          <p:nvPr>
            <p:ph type="sldNum" sz="quarter" idx="2"/>
          </p:nvPr>
        </p:nvSpPr>
        <p:spPr>
          <a:prstGeom prst="rect">
            <a:avLst/>
          </a:prstGeom>
        </p:spPr>
        <p:txBody>
          <a:bodyPr/>
          <a:lstStyle/>
          <a:p>
            <a:fld id="{86CB4B4D-7CA3-9044-876B-883B54F8677D}" type="slidenum">
              <a:t>‹#›</a:t>
            </a:fld>
            <a:endParaRPr/>
          </a:p>
        </p:txBody>
      </p:sp>
      <p:pic>
        <p:nvPicPr>
          <p:cNvPr id="2" name="图片 1"/>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463295" y="100723"/>
            <a:ext cx="2577583" cy="874637"/>
          </a:xfrm>
          <a:prstGeom prst="rect">
            <a:avLst/>
          </a:prstGeom>
        </p:spPr>
      </p:pic>
      <p:pic>
        <p:nvPicPr>
          <p:cNvPr id="4" name="图片 3"/>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178819" y="303007"/>
            <a:ext cx="3168222" cy="786205"/>
          </a:xfrm>
          <a:prstGeom prst="rect">
            <a:avLst/>
          </a:prstGeom>
        </p:spPr>
      </p:pic>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照片 - 垂直">
    <p:spTree>
      <p:nvGrpSpPr>
        <p:cNvPr id="1" name=""/>
        <p:cNvGrpSpPr/>
        <p:nvPr/>
      </p:nvGrpSpPr>
      <p:grpSpPr>
        <a:xfrm>
          <a:off x="0" y="0"/>
          <a:ext cx="0" cy="0"/>
          <a:chOff x="0" y="0"/>
          <a:chExt cx="0" cy="0"/>
        </a:xfrm>
      </p:grpSpPr>
      <p:pic>
        <p:nvPicPr>
          <p:cNvPr id="7" name="图片 6"/>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178819" y="303007"/>
            <a:ext cx="3168222" cy="786205"/>
          </a:xfrm>
          <a:prstGeom prst="rect">
            <a:avLst/>
          </a:prstGeom>
        </p:spPr>
      </p:pic>
      <p:sp>
        <p:nvSpPr>
          <p:cNvPr id="26" name="Shape 26"/>
          <p:cNvSpPr>
            <a:spLocks noGrp="1"/>
          </p:cNvSpPr>
          <p:nvPr>
            <p:ph type="pic" sz="half" idx="13"/>
          </p:nvPr>
        </p:nvSpPr>
        <p:spPr>
          <a:xfrm>
            <a:off x="6582990" y="552450"/>
            <a:ext cx="4762501" cy="5753100"/>
          </a:xfrm>
          <a:prstGeom prst="rect">
            <a:avLst/>
          </a:prstGeom>
        </p:spPr>
        <p:txBody>
          <a:bodyPr lIns="91439" tIns="45719" rIns="91439" bIns="45719" anchor="t">
            <a:noAutofit/>
          </a:bodyPr>
          <a:lstStyle/>
          <a:p>
            <a:r>
              <a:rPr lang="zh-CN" altLang="en-US"/>
              <a:t>将图片拖动到占位符，或单击添加图标</a:t>
            </a:r>
            <a:endParaRPr/>
          </a:p>
        </p:txBody>
      </p:sp>
      <p:sp>
        <p:nvSpPr>
          <p:cNvPr id="27" name="Shape 27"/>
          <p:cNvSpPr>
            <a:spLocks noGrp="1"/>
          </p:cNvSpPr>
          <p:nvPr>
            <p:ph type="title"/>
          </p:nvPr>
        </p:nvSpPr>
        <p:spPr>
          <a:xfrm>
            <a:off x="825500" y="552450"/>
            <a:ext cx="5111750" cy="2806700"/>
          </a:xfrm>
          <a:prstGeom prst="rect">
            <a:avLst/>
          </a:prstGeom>
        </p:spPr>
        <p:txBody>
          <a:bodyPr anchor="b"/>
          <a:lstStyle>
            <a:lvl1pPr>
              <a:defRPr sz="4200"/>
            </a:lvl1pPr>
          </a:lstStyle>
          <a:p>
            <a:r>
              <a:rPr lang="zh-CN" altLang="en-US"/>
              <a:t>单击此处编辑母版标题样式</a:t>
            </a:r>
            <a:endParaRPr/>
          </a:p>
        </p:txBody>
      </p:sp>
      <p:sp>
        <p:nvSpPr>
          <p:cNvPr id="28" name="Shape 28"/>
          <p:cNvSpPr>
            <a:spLocks noGrp="1"/>
          </p:cNvSpPr>
          <p:nvPr>
            <p:ph type="body" sz="quarter" idx="1"/>
          </p:nvPr>
        </p:nvSpPr>
        <p:spPr>
          <a:xfrm>
            <a:off x="825500" y="3422650"/>
            <a:ext cx="5111750" cy="2882900"/>
          </a:xfrm>
          <a:prstGeom prst="rect">
            <a:avLst/>
          </a:prstGeom>
        </p:spPr>
        <p:txBody>
          <a:bodyPr anchor="t"/>
          <a:lstStyle>
            <a:lvl1pPr marL="0" indent="0" algn="ctr">
              <a:spcBef>
                <a:spcPts val="0"/>
              </a:spcBef>
              <a:buSzTx/>
              <a:buNone/>
              <a:defRPr sz="2200"/>
            </a:lvl1pPr>
            <a:lvl2pPr marL="0" indent="114300" algn="ctr">
              <a:spcBef>
                <a:spcPts val="0"/>
              </a:spcBef>
              <a:buSzTx/>
              <a:buNone/>
              <a:defRPr sz="2200"/>
            </a:lvl2pPr>
            <a:lvl3pPr marL="0" indent="228600" algn="ctr">
              <a:spcBef>
                <a:spcPts val="0"/>
              </a:spcBef>
              <a:buSzTx/>
              <a:buNone/>
              <a:defRPr sz="2200"/>
            </a:lvl3pPr>
            <a:lvl4pPr marL="0" indent="342900" algn="ctr">
              <a:spcBef>
                <a:spcPts val="0"/>
              </a:spcBef>
              <a:buSzTx/>
              <a:buNone/>
              <a:defRPr sz="2200"/>
            </a:lvl4pPr>
            <a:lvl5pPr marL="0" indent="457200" algn="ctr">
              <a:spcBef>
                <a:spcPts val="0"/>
              </a:spcBef>
              <a:buSzTx/>
              <a:buNone/>
              <a:defRPr sz="2200"/>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dirty="0"/>
          </a:p>
        </p:txBody>
      </p:sp>
      <p:sp>
        <p:nvSpPr>
          <p:cNvPr id="29" name="Shape 29"/>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标题 - 顶部对齐">
    <p:spTree>
      <p:nvGrpSpPr>
        <p:cNvPr id="1" name=""/>
        <p:cNvGrpSpPr/>
        <p:nvPr/>
      </p:nvGrpSpPr>
      <p:grpSpPr>
        <a:xfrm>
          <a:off x="0" y="0"/>
          <a:ext cx="0" cy="0"/>
          <a:chOff x="0" y="0"/>
          <a:chExt cx="0" cy="0"/>
        </a:xfrm>
      </p:grpSpPr>
      <p:pic>
        <p:nvPicPr>
          <p:cNvPr id="5" name="图片 4"/>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178819" y="303007"/>
            <a:ext cx="3168222" cy="786205"/>
          </a:xfrm>
          <a:prstGeom prst="rect">
            <a:avLst/>
          </a:prstGeom>
        </p:spPr>
      </p:pic>
      <p:sp>
        <p:nvSpPr>
          <p:cNvPr id="36" name="Shape 36"/>
          <p:cNvSpPr>
            <a:spLocks noGrp="1"/>
          </p:cNvSpPr>
          <p:nvPr>
            <p:ph type="title"/>
          </p:nvPr>
        </p:nvSpPr>
        <p:spPr>
          <a:xfrm>
            <a:off x="844550" y="800100"/>
            <a:ext cx="10502900" cy="576263"/>
          </a:xfrm>
          <a:prstGeom prst="rect">
            <a:avLst/>
          </a:prstGeom>
        </p:spPr>
        <p:txBody>
          <a:bodyPr>
            <a:normAutofit/>
          </a:bodyPr>
          <a:lstStyle>
            <a:lvl1pPr>
              <a:defRPr sz="2800"/>
            </a:lvl1pPr>
          </a:lstStyle>
          <a:p>
            <a:r>
              <a:rPr lang="zh-CN" altLang="en-US"/>
              <a:t>单击此处编辑母版标题样式</a:t>
            </a:r>
            <a:endParaRPr dirty="0"/>
          </a:p>
        </p:txBody>
      </p:sp>
      <p:sp>
        <p:nvSpPr>
          <p:cNvPr id="37" name="Shape 37"/>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标题与项目符号">
    <p:spTree>
      <p:nvGrpSpPr>
        <p:cNvPr id="1" name=""/>
        <p:cNvGrpSpPr/>
        <p:nvPr/>
      </p:nvGrpSpPr>
      <p:grpSpPr>
        <a:xfrm>
          <a:off x="0" y="0"/>
          <a:ext cx="0" cy="0"/>
          <a:chOff x="0" y="0"/>
          <a:chExt cx="0" cy="0"/>
        </a:xfrm>
      </p:grpSpPr>
      <p:sp>
        <p:nvSpPr>
          <p:cNvPr id="44" name="Shape 44"/>
          <p:cNvSpPr>
            <a:spLocks noGrp="1"/>
          </p:cNvSpPr>
          <p:nvPr>
            <p:ph type="title"/>
          </p:nvPr>
        </p:nvSpPr>
        <p:spPr>
          <a:xfrm>
            <a:off x="844550" y="800100"/>
            <a:ext cx="10502900" cy="576263"/>
          </a:xfrm>
          <a:prstGeom prst="rect">
            <a:avLst/>
          </a:prstGeom>
        </p:spPr>
        <p:txBody>
          <a:bodyPr>
            <a:normAutofit/>
          </a:bodyPr>
          <a:lstStyle>
            <a:lvl1pPr>
              <a:defRPr sz="2800"/>
            </a:lvl1pPr>
          </a:lstStyle>
          <a:p>
            <a:r>
              <a:rPr lang="zh-CN" altLang="en-US"/>
              <a:t>单击此处编辑母版标题样式</a:t>
            </a:r>
            <a:endParaRPr dirty="0"/>
          </a:p>
        </p:txBody>
      </p:sp>
      <p:sp>
        <p:nvSpPr>
          <p:cNvPr id="45" name="Shape 45"/>
          <p:cNvSpPr>
            <a:spLocks noGrp="1"/>
          </p:cNvSpPr>
          <p:nvPr>
            <p:ph type="body" idx="1"/>
          </p:nvPr>
        </p:nvSpPr>
        <p:spPr>
          <a:xfrm>
            <a:off x="844550" y="1592262"/>
            <a:ext cx="10502900" cy="4630737"/>
          </a:xfrm>
          <a:prstGeom prst="rect">
            <a:avLst/>
          </a:prstGeom>
        </p:spPr>
        <p:txBody>
          <a:bodyPr ancho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dirty="0"/>
          </a:p>
        </p:txBody>
      </p:sp>
      <p:sp>
        <p:nvSpPr>
          <p:cNvPr id="46" name="Shape 46"/>
          <p:cNvSpPr>
            <a:spLocks noGrp="1"/>
          </p:cNvSpPr>
          <p:nvPr>
            <p:ph type="sldNum" sz="quarter" idx="2"/>
          </p:nvPr>
        </p:nvSpPr>
        <p:spPr>
          <a:prstGeom prst="rect">
            <a:avLst/>
          </a:prstGeom>
        </p:spPr>
        <p:txBody>
          <a:bodyPr/>
          <a:lstStyle/>
          <a:p>
            <a:fld id="{86CB4B4D-7CA3-9044-876B-883B54F8677D}" type="slidenum">
              <a:t>‹#›</a:t>
            </a:fld>
            <a:endParaRPr/>
          </a:p>
        </p:txBody>
      </p:sp>
      <p:pic>
        <p:nvPicPr>
          <p:cNvPr id="6" name="图片 5"/>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178819" y="303007"/>
            <a:ext cx="3168222" cy="786205"/>
          </a:xfrm>
          <a:prstGeom prst="rect">
            <a:avLst/>
          </a:prstGeom>
        </p:spPr>
      </p:pic>
    </p:spTree>
  </p:cSld>
  <p:clrMapOvr>
    <a:masterClrMapping/>
  </p:clrMapOvr>
  <p:transition spd="med"/>
  <p:extLst>
    <p:ext uri="{DCECCB84-F9BA-43D5-87BE-67443E8EF086}">
      <p15:sldGuideLst xmlns:p15="http://schemas.microsoft.com/office/powerpoint/2012/main">
        <p15:guide id="2" pos="384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x">
  <p:cSld name="标题、项目符号与照片">
    <p:spTree>
      <p:nvGrpSpPr>
        <p:cNvPr id="1" name=""/>
        <p:cNvGrpSpPr/>
        <p:nvPr/>
      </p:nvGrpSpPr>
      <p:grpSpPr>
        <a:xfrm>
          <a:off x="0" y="0"/>
          <a:ext cx="0" cy="0"/>
          <a:chOff x="0" y="0"/>
          <a:chExt cx="0" cy="0"/>
        </a:xfrm>
      </p:grpSpPr>
      <p:sp>
        <p:nvSpPr>
          <p:cNvPr id="53" name="Shape 53"/>
          <p:cNvSpPr>
            <a:spLocks noGrp="1"/>
          </p:cNvSpPr>
          <p:nvPr>
            <p:ph type="pic" sz="half" idx="13"/>
          </p:nvPr>
        </p:nvSpPr>
        <p:spPr>
          <a:xfrm>
            <a:off x="6584950" y="1592263"/>
            <a:ext cx="4762500" cy="4630737"/>
          </a:xfrm>
          <a:prstGeom prst="rect">
            <a:avLst/>
          </a:prstGeom>
        </p:spPr>
        <p:txBody>
          <a:bodyPr lIns="91439" tIns="45719" rIns="91439" bIns="45719" anchor="t">
            <a:noAutofit/>
          </a:bodyPr>
          <a:lstStyle/>
          <a:p>
            <a:r>
              <a:rPr lang="zh-CN" altLang="en-US"/>
              <a:t>将图片拖动到占位符，或单击添加图标</a:t>
            </a:r>
            <a:endParaRPr/>
          </a:p>
        </p:txBody>
      </p:sp>
      <p:sp>
        <p:nvSpPr>
          <p:cNvPr id="54" name="Shape 54"/>
          <p:cNvSpPr>
            <a:spLocks noGrp="1"/>
          </p:cNvSpPr>
          <p:nvPr>
            <p:ph type="title"/>
          </p:nvPr>
        </p:nvSpPr>
        <p:spPr>
          <a:xfrm>
            <a:off x="844550" y="800100"/>
            <a:ext cx="10502900" cy="576263"/>
          </a:xfrm>
          <a:prstGeom prst="rect">
            <a:avLst/>
          </a:prstGeom>
        </p:spPr>
        <p:txBody>
          <a:bodyPr/>
          <a:lstStyle/>
          <a:p>
            <a:r>
              <a:rPr lang="zh-CN" altLang="en-US"/>
              <a:t>单击此处编辑母版标题样式</a:t>
            </a:r>
            <a:endParaRPr/>
          </a:p>
        </p:txBody>
      </p:sp>
      <p:sp>
        <p:nvSpPr>
          <p:cNvPr id="55" name="Shape 55"/>
          <p:cNvSpPr>
            <a:spLocks noGrp="1"/>
          </p:cNvSpPr>
          <p:nvPr>
            <p:ph type="body" sz="half" idx="1"/>
          </p:nvPr>
        </p:nvSpPr>
        <p:spPr>
          <a:xfrm>
            <a:off x="844550" y="1592263"/>
            <a:ext cx="5003800" cy="4630737"/>
          </a:xfrm>
          <a:prstGeom prst="rect">
            <a:avLst/>
          </a:prstGeom>
        </p:spPr>
        <p:txBody>
          <a:bodyPr>
            <a:normAutofit/>
          </a:bodyPr>
          <a:lstStyle>
            <a:lvl1pPr marL="279400" marR="0" indent="-279400" algn="l" defTabSz="412750" rtl="0" latinLnBrk="0">
              <a:lnSpc>
                <a:spcPct val="150000"/>
              </a:lnSpc>
              <a:spcBef>
                <a:spcPts val="600"/>
              </a:spcBef>
              <a:spcAft>
                <a:spcPts val="600"/>
              </a:spcAft>
              <a:buClrTx/>
              <a:buSzPct val="75000"/>
              <a:buFontTx/>
              <a:tabLst/>
              <a:defRPr sz="2400" b="0" i="0" u="none" strike="noStrike" cap="none" spc="0" baseline="0" dirty="0">
                <a:ln>
                  <a:noFill/>
                </a:ln>
                <a:solidFill>
                  <a:schemeClr val="tx1">
                    <a:lumMod val="75000"/>
                  </a:schemeClr>
                </a:solidFill>
                <a:uFillTx/>
                <a:latin typeface="+mn-lt"/>
                <a:ea typeface="+mn-ea"/>
                <a:cs typeface="+mn-cs"/>
                <a:sym typeface="Helvetica Light"/>
              </a:defRPr>
            </a:lvl1pPr>
            <a:lvl2pPr marL="558800" marR="0" indent="-279400" algn="l" defTabSz="412750" rtl="0" latinLnBrk="0">
              <a:lnSpc>
                <a:spcPct val="150000"/>
              </a:lnSpc>
              <a:spcBef>
                <a:spcPts val="600"/>
              </a:spcBef>
              <a:spcAft>
                <a:spcPts val="600"/>
              </a:spcAft>
              <a:buClrTx/>
              <a:buSzPct val="75000"/>
              <a:buFontTx/>
              <a:tabLst/>
              <a:defRPr sz="2000" b="0" i="0" u="none" strike="noStrike" cap="none" spc="0" baseline="0" dirty="0">
                <a:ln>
                  <a:noFill/>
                </a:ln>
                <a:solidFill>
                  <a:schemeClr val="tx1">
                    <a:lumMod val="75000"/>
                  </a:schemeClr>
                </a:solidFill>
                <a:uFillTx/>
                <a:latin typeface="+mn-lt"/>
                <a:ea typeface="+mn-ea"/>
                <a:cs typeface="+mn-cs"/>
                <a:sym typeface="Helvetica Light"/>
              </a:defRPr>
            </a:lvl2pPr>
            <a:lvl3pPr marL="838200" marR="0" indent="-279400" algn="l" defTabSz="412750" rtl="0" latinLnBrk="0">
              <a:lnSpc>
                <a:spcPct val="150000"/>
              </a:lnSpc>
              <a:spcBef>
                <a:spcPts val="600"/>
              </a:spcBef>
              <a:spcAft>
                <a:spcPts val="600"/>
              </a:spcAft>
              <a:buClrTx/>
              <a:buSzPct val="75000"/>
              <a:buFontTx/>
              <a:tabLst/>
              <a:defRPr sz="2000" b="0" i="0" u="none" strike="noStrike" cap="none" spc="0" baseline="0" dirty="0">
                <a:ln>
                  <a:noFill/>
                </a:ln>
                <a:solidFill>
                  <a:schemeClr val="tx1">
                    <a:lumMod val="75000"/>
                  </a:schemeClr>
                </a:solidFill>
                <a:uFillTx/>
                <a:latin typeface="+mn-lt"/>
                <a:ea typeface="+mn-ea"/>
                <a:cs typeface="+mn-cs"/>
                <a:sym typeface="Helvetica Light"/>
              </a:defRPr>
            </a:lvl3pPr>
            <a:lvl4pPr marL="1117600" marR="0" indent="-279400" algn="l" defTabSz="412750" rtl="0" latinLnBrk="0">
              <a:lnSpc>
                <a:spcPct val="150000"/>
              </a:lnSpc>
              <a:spcBef>
                <a:spcPts val="600"/>
              </a:spcBef>
              <a:spcAft>
                <a:spcPts val="600"/>
              </a:spcAft>
              <a:buClrTx/>
              <a:buSzPct val="75000"/>
              <a:buFontTx/>
              <a:tabLst/>
              <a:defRPr sz="2000" b="0" i="0" u="none" strike="noStrike" cap="none" spc="0" baseline="0" dirty="0">
                <a:ln>
                  <a:noFill/>
                </a:ln>
                <a:solidFill>
                  <a:schemeClr val="tx1">
                    <a:lumMod val="75000"/>
                  </a:schemeClr>
                </a:solidFill>
                <a:uFillTx/>
                <a:latin typeface="+mn-lt"/>
                <a:ea typeface="+mn-ea"/>
                <a:cs typeface="+mn-cs"/>
                <a:sym typeface="Helvetica Light"/>
              </a:defRPr>
            </a:lvl4pPr>
            <a:lvl5pPr marL="1397000" marR="0" indent="-279400" algn="l" defTabSz="412750" rtl="0" latinLnBrk="0">
              <a:lnSpc>
                <a:spcPct val="150000"/>
              </a:lnSpc>
              <a:spcBef>
                <a:spcPts val="600"/>
              </a:spcBef>
              <a:spcAft>
                <a:spcPts val="600"/>
              </a:spcAft>
              <a:buClrTx/>
              <a:buSzPct val="75000"/>
              <a:buFontTx/>
              <a:tabLst/>
              <a:defRPr sz="2000" b="0" i="0" u="none" strike="noStrike" cap="none" spc="0" baseline="0" dirty="0">
                <a:ln>
                  <a:noFill/>
                </a:ln>
                <a:solidFill>
                  <a:schemeClr val="tx1">
                    <a:lumMod val="75000"/>
                  </a:schemeClr>
                </a:solidFill>
                <a:uFillTx/>
                <a:latin typeface="+mn-lt"/>
                <a:ea typeface="+mn-ea"/>
                <a:cs typeface="+mn-cs"/>
                <a:sym typeface="Helvetica Light"/>
              </a:defRPr>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dirty="0"/>
          </a:p>
        </p:txBody>
      </p:sp>
      <p:sp>
        <p:nvSpPr>
          <p:cNvPr id="56" name="Shape 56"/>
          <p:cNvSpPr>
            <a:spLocks noGrp="1"/>
          </p:cNvSpPr>
          <p:nvPr>
            <p:ph type="sldNum" sz="quarter" idx="2"/>
          </p:nvPr>
        </p:nvSpPr>
        <p:spPr>
          <a:prstGeom prst="rect">
            <a:avLst/>
          </a:prstGeom>
        </p:spPr>
        <p:txBody>
          <a:bodyPr/>
          <a:lstStyle/>
          <a:p>
            <a:fld id="{86CB4B4D-7CA3-9044-876B-883B54F8677D}" type="slidenum">
              <a:t>‹#›</a:t>
            </a:fld>
            <a:endParaRPr/>
          </a:p>
        </p:txBody>
      </p:sp>
      <p:pic>
        <p:nvPicPr>
          <p:cNvPr id="7" name="图片 6"/>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178819" y="303007"/>
            <a:ext cx="3168222" cy="786205"/>
          </a:xfrm>
          <a:prstGeom prst="rect">
            <a:avLst/>
          </a:prstGeom>
        </p:spPr>
      </p:pic>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x">
  <p:cSld name="项目符号">
    <p:spTree>
      <p:nvGrpSpPr>
        <p:cNvPr id="1" name=""/>
        <p:cNvGrpSpPr/>
        <p:nvPr/>
      </p:nvGrpSpPr>
      <p:grpSpPr>
        <a:xfrm>
          <a:off x="0" y="0"/>
          <a:ext cx="0" cy="0"/>
          <a:chOff x="0" y="0"/>
          <a:chExt cx="0" cy="0"/>
        </a:xfrm>
      </p:grpSpPr>
      <p:sp>
        <p:nvSpPr>
          <p:cNvPr id="63" name="Shape 63"/>
          <p:cNvSpPr>
            <a:spLocks noGrp="1"/>
          </p:cNvSpPr>
          <p:nvPr>
            <p:ph type="body" idx="1"/>
          </p:nvPr>
        </p:nvSpPr>
        <p:spPr>
          <a:xfrm>
            <a:off x="844550" y="1268413"/>
            <a:ext cx="10502900" cy="4694236"/>
          </a:xfrm>
          <a:prstGeom prst="rect">
            <a:avLst/>
          </a:prstGeo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a:p>
        </p:txBody>
      </p:sp>
      <p:sp>
        <p:nvSpPr>
          <p:cNvPr id="64" name="Shape 64"/>
          <p:cNvSpPr>
            <a:spLocks noGrp="1"/>
          </p:cNvSpPr>
          <p:nvPr>
            <p:ph type="sldNum" sz="quarter" idx="2"/>
          </p:nvPr>
        </p:nvSpPr>
        <p:spPr>
          <a:prstGeom prst="rect">
            <a:avLst/>
          </a:prstGeom>
        </p:spPr>
        <p:txBody>
          <a:bodyPr/>
          <a:lstStyle/>
          <a:p>
            <a:fld id="{86CB4B4D-7CA3-9044-876B-883B54F8677D}" type="slidenum">
              <a:t>‹#›</a:t>
            </a:fld>
            <a:endParaRPr/>
          </a:p>
        </p:txBody>
      </p:sp>
      <p:pic>
        <p:nvPicPr>
          <p:cNvPr id="5" name="图片 4"/>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178819" y="303007"/>
            <a:ext cx="3168222" cy="786205"/>
          </a:xfrm>
          <a:prstGeom prst="rect">
            <a:avLst/>
          </a:prstGeom>
        </p:spPr>
      </p:pic>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tx">
  <p:cSld name="照片 - 3 联">
    <p:spTree>
      <p:nvGrpSpPr>
        <p:cNvPr id="1" name=""/>
        <p:cNvGrpSpPr/>
        <p:nvPr/>
      </p:nvGrpSpPr>
      <p:grpSpPr>
        <a:xfrm>
          <a:off x="0" y="0"/>
          <a:ext cx="0" cy="0"/>
          <a:chOff x="0" y="0"/>
          <a:chExt cx="0" cy="0"/>
        </a:xfrm>
      </p:grpSpPr>
      <p:sp>
        <p:nvSpPr>
          <p:cNvPr id="71" name="Shape 71"/>
          <p:cNvSpPr>
            <a:spLocks noGrp="1"/>
          </p:cNvSpPr>
          <p:nvPr>
            <p:ph type="pic" sz="quarter" idx="13"/>
          </p:nvPr>
        </p:nvSpPr>
        <p:spPr>
          <a:xfrm>
            <a:off x="7880350" y="3851200"/>
            <a:ext cx="3702050" cy="2448000"/>
          </a:xfrm>
          <a:prstGeom prst="rect">
            <a:avLst/>
          </a:prstGeom>
        </p:spPr>
        <p:txBody>
          <a:bodyPr lIns="91439" tIns="45719" rIns="91439" bIns="45719" anchor="t">
            <a:noAutofit/>
          </a:bodyPr>
          <a:lstStyle/>
          <a:p>
            <a:r>
              <a:rPr lang="zh-CN" altLang="en-US"/>
              <a:t>将图片拖动到占位符，或单击添加图标</a:t>
            </a:r>
            <a:endParaRPr/>
          </a:p>
        </p:txBody>
      </p:sp>
      <p:sp>
        <p:nvSpPr>
          <p:cNvPr id="72" name="Shape 72"/>
          <p:cNvSpPr>
            <a:spLocks noGrp="1"/>
          </p:cNvSpPr>
          <p:nvPr>
            <p:ph type="pic" sz="quarter" idx="14"/>
          </p:nvPr>
        </p:nvSpPr>
        <p:spPr>
          <a:xfrm>
            <a:off x="7880350" y="1268414"/>
            <a:ext cx="3702050" cy="2448000"/>
          </a:xfrm>
          <a:prstGeom prst="rect">
            <a:avLst/>
          </a:prstGeom>
        </p:spPr>
        <p:txBody>
          <a:bodyPr lIns="91439" tIns="45719" rIns="91439" bIns="45719" anchor="t">
            <a:noAutofit/>
          </a:bodyPr>
          <a:lstStyle/>
          <a:p>
            <a:r>
              <a:rPr lang="zh-CN" altLang="en-US"/>
              <a:t>将图片拖动到占位符，或单击添加图标</a:t>
            </a:r>
            <a:endParaRPr/>
          </a:p>
        </p:txBody>
      </p:sp>
      <p:sp>
        <p:nvSpPr>
          <p:cNvPr id="73" name="Shape 73"/>
          <p:cNvSpPr>
            <a:spLocks noGrp="1"/>
          </p:cNvSpPr>
          <p:nvPr>
            <p:ph type="pic" idx="15"/>
          </p:nvPr>
        </p:nvSpPr>
        <p:spPr>
          <a:xfrm>
            <a:off x="603250" y="1268414"/>
            <a:ext cx="7086600" cy="5030786"/>
          </a:xfrm>
          <a:prstGeom prst="rect">
            <a:avLst/>
          </a:prstGeom>
        </p:spPr>
        <p:txBody>
          <a:bodyPr lIns="91439" tIns="45719" rIns="91439" bIns="45719" anchor="t">
            <a:noAutofit/>
          </a:bodyPr>
          <a:lstStyle/>
          <a:p>
            <a:r>
              <a:rPr lang="zh-CN" altLang="en-US"/>
              <a:t>将图片拖动到占位符，或单击添加图标</a:t>
            </a:r>
            <a:endParaRPr/>
          </a:p>
        </p:txBody>
      </p:sp>
      <p:sp>
        <p:nvSpPr>
          <p:cNvPr id="74" name="Shape 74"/>
          <p:cNvSpPr>
            <a:spLocks noGrp="1"/>
          </p:cNvSpPr>
          <p:nvPr>
            <p:ph type="sldNum" sz="quarter" idx="2"/>
          </p:nvPr>
        </p:nvSpPr>
        <p:spPr>
          <a:prstGeom prst="rect">
            <a:avLst/>
          </a:prstGeom>
        </p:spPr>
        <p:txBody>
          <a:bodyPr/>
          <a:lstStyle/>
          <a:p>
            <a:fld id="{86CB4B4D-7CA3-9044-876B-883B54F8677D}" type="slidenum">
              <a:t>‹#›</a:t>
            </a:fld>
            <a:endParaRPr/>
          </a:p>
        </p:txBody>
      </p:sp>
      <p:pic>
        <p:nvPicPr>
          <p:cNvPr id="7" name="图片 6"/>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178819" y="303007"/>
            <a:ext cx="3168222" cy="786205"/>
          </a:xfrm>
          <a:prstGeom prst="rect">
            <a:avLst/>
          </a:prstGeom>
        </p:spPr>
      </p:pic>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tx">
  <p:cSld name="引文">
    <p:spTree>
      <p:nvGrpSpPr>
        <p:cNvPr id="1" name=""/>
        <p:cNvGrpSpPr/>
        <p:nvPr/>
      </p:nvGrpSpPr>
      <p:grpSpPr>
        <a:xfrm>
          <a:off x="0" y="0"/>
          <a:ext cx="0" cy="0"/>
          <a:chOff x="0" y="0"/>
          <a:chExt cx="0" cy="0"/>
        </a:xfrm>
      </p:grpSpPr>
      <p:sp>
        <p:nvSpPr>
          <p:cNvPr id="81" name="Shape 81"/>
          <p:cNvSpPr>
            <a:spLocks noGrp="1"/>
          </p:cNvSpPr>
          <p:nvPr>
            <p:ph type="body" sz="quarter" idx="13"/>
          </p:nvPr>
        </p:nvSpPr>
        <p:spPr>
          <a:xfrm>
            <a:off x="1193800" y="4476750"/>
            <a:ext cx="9810750" cy="394980"/>
          </a:xfrm>
          <a:prstGeom prst="rect">
            <a:avLst/>
          </a:prstGeom>
        </p:spPr>
        <p:txBody>
          <a:bodyPr anchor="t">
            <a:spAutoFit/>
          </a:bodyPr>
          <a:lstStyle>
            <a:lvl1pPr marL="0" indent="0" algn="ctr">
              <a:spcBef>
                <a:spcPts val="0"/>
              </a:spcBef>
              <a:buSzTx/>
              <a:buNone/>
              <a:defRPr sz="1900"/>
            </a:lvl1pPr>
          </a:lstStyle>
          <a:p>
            <a:pPr lvl="0"/>
            <a:r>
              <a:rPr lang="zh-CN" altLang="en-US"/>
              <a:t>单击此处编辑母版文本样式</a:t>
            </a:r>
          </a:p>
        </p:txBody>
      </p:sp>
      <p:sp>
        <p:nvSpPr>
          <p:cNvPr id="82" name="Shape 82"/>
          <p:cNvSpPr>
            <a:spLocks noGrp="1"/>
          </p:cNvSpPr>
          <p:nvPr>
            <p:ph type="body" sz="quarter" idx="14"/>
          </p:nvPr>
        </p:nvSpPr>
        <p:spPr>
          <a:xfrm>
            <a:off x="1193800" y="2312760"/>
            <a:ext cx="9810750" cy="841256"/>
          </a:xfrm>
          <a:prstGeom prst="rect">
            <a:avLst/>
          </a:prstGeom>
        </p:spPr>
        <p:txBody>
          <a:bodyPr>
            <a:spAutoFit/>
          </a:bodyPr>
          <a:lstStyle>
            <a:lvl1pPr marL="0" indent="0" algn="ctr">
              <a:spcBef>
                <a:spcPts val="0"/>
              </a:spcBef>
              <a:buSzTx/>
              <a:buNone/>
              <a:defRPr sz="3200"/>
            </a:lvl1pPr>
          </a:lstStyle>
          <a:p>
            <a:pPr lvl="0"/>
            <a:r>
              <a:rPr lang="zh-CN" altLang="en-US"/>
              <a:t>单击此处编辑母版文本样式</a:t>
            </a:r>
          </a:p>
        </p:txBody>
      </p:sp>
      <p:sp>
        <p:nvSpPr>
          <p:cNvPr id="83" name="Shape 83"/>
          <p:cNvSpPr>
            <a:spLocks noGrp="1"/>
          </p:cNvSpPr>
          <p:nvPr>
            <p:ph type="sldNum" sz="quarter" idx="2"/>
          </p:nvPr>
        </p:nvSpPr>
        <p:spPr>
          <a:prstGeom prst="rect">
            <a:avLst/>
          </a:prstGeom>
        </p:spPr>
        <p:txBody>
          <a:bodyPr/>
          <a:lstStyle/>
          <a:p>
            <a:fld id="{86CB4B4D-7CA3-9044-876B-883B54F8677D}" type="slidenum">
              <a:t>‹#›</a:t>
            </a:fld>
            <a:endParaRPr/>
          </a:p>
        </p:txBody>
      </p:sp>
      <p:pic>
        <p:nvPicPr>
          <p:cNvPr id="6" name="图片 5"/>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178819" y="303007"/>
            <a:ext cx="3168222" cy="786205"/>
          </a:xfrm>
          <a:prstGeom prst="rect">
            <a:avLst/>
          </a:prstGeom>
        </p:spPr>
      </p:pic>
    </p:spTree>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type="tx">
  <p:cSld name="空白">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3" name="图片 2"/>
          <p:cNvPicPr>
            <a:picLocks noChangeAspect="1"/>
          </p:cNvPicPr>
          <p:nvPr userDrawn="1"/>
        </p:nvPicPr>
        <p:blipFill>
          <a:blip r:embed="rId3"/>
          <a:stretch>
            <a:fillRect/>
          </a:stretch>
        </p:blipFill>
        <p:spPr>
          <a:xfrm>
            <a:off x="3843809" y="5720492"/>
            <a:ext cx="4356100" cy="508000"/>
          </a:xfrm>
          <a:prstGeom prst="rect">
            <a:avLst/>
          </a:prstGeom>
        </p:spPr>
      </p:pic>
      <p:sp>
        <p:nvSpPr>
          <p:cNvPr id="98" name="Shape 98"/>
          <p:cNvSpPr>
            <a:spLocks noGrp="1"/>
          </p:cNvSpPr>
          <p:nvPr>
            <p:ph type="sldNum" sz="quarter" idx="2"/>
          </p:nvPr>
        </p:nvSpPr>
        <p:spPr>
          <a:prstGeom prst="rect">
            <a:avLst/>
          </a:prstGeom>
        </p:spPr>
        <p:txBody>
          <a:bodyPr/>
          <a:lstStyle/>
          <a:p>
            <a:fld id="{86CB4B4D-7CA3-9044-876B-883B54F8677D}" type="slidenum">
              <a:t>‹#›</a:t>
            </a:fld>
            <a:endParaRPr/>
          </a:p>
        </p:txBody>
      </p:sp>
      <p:sp>
        <p:nvSpPr>
          <p:cNvPr id="2" name="矩形 1"/>
          <p:cNvSpPr/>
          <p:nvPr userDrawn="1"/>
        </p:nvSpPr>
        <p:spPr>
          <a:xfrm>
            <a:off x="5099573" y="5835992"/>
            <a:ext cx="1992853" cy="276999"/>
          </a:xfrm>
          <a:prstGeom prst="rect">
            <a:avLst/>
          </a:prstGeom>
          <a:noFill/>
        </p:spPr>
        <p:txBody>
          <a:bodyPr wrap="none">
            <a:spAutoFit/>
          </a:bodyPr>
          <a:lstStyle/>
          <a:p>
            <a:r>
              <a:rPr lang="en-US" altLang="zh-CN" sz="1200" b="1" dirty="0">
                <a:solidFill>
                  <a:schemeClr val="bg1"/>
                </a:solidFill>
              </a:rPr>
              <a:t>https://tgo.geekbang.org</a:t>
            </a:r>
            <a:endParaRPr lang="zh-CN" altLang="en-US" sz="1200" b="1" dirty="0">
              <a:solidFill>
                <a:schemeClr val="bg1"/>
              </a:solidFill>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jp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2">
            <a:lum/>
          </a:blip>
          <a:srcRect/>
          <a:stretch>
            <a:fillRect/>
          </a:stretch>
        </a:blipFill>
        <a:effectLst/>
      </p:bgPr>
    </p:bg>
    <p:spTree>
      <p:nvGrpSpPr>
        <p:cNvPr id="1" name=""/>
        <p:cNvGrpSpPr/>
        <p:nvPr/>
      </p:nvGrpSpPr>
      <p:grpSpPr>
        <a:xfrm>
          <a:off x="0" y="0"/>
          <a:ext cx="0" cy="0"/>
          <a:chOff x="0" y="0"/>
          <a:chExt cx="0" cy="0"/>
        </a:xfrm>
      </p:grpSpPr>
      <p:sp>
        <p:nvSpPr>
          <p:cNvPr id="2" name="Shape 2"/>
          <p:cNvSpPr>
            <a:spLocks noGrp="1"/>
          </p:cNvSpPr>
          <p:nvPr>
            <p:ph type="title"/>
          </p:nvPr>
        </p:nvSpPr>
        <p:spPr>
          <a:xfrm>
            <a:off x="844550" y="800101"/>
            <a:ext cx="10502900" cy="569686"/>
          </a:xfrm>
          <a:prstGeom prst="rect">
            <a:avLst/>
          </a:prstGeom>
          <a:ln w="12700">
            <a:miter lim="400000"/>
          </a:ln>
          <a:extLst>
            <a:ext uri="{C572A759-6A51-4108-AA02-DFA0A04FC94B}">
              <ma14:wrappingTextBoxFlag xmlns="" xmlns:ma14="http://schemas.microsoft.com/office/mac/drawingml/2011/main" val="1"/>
            </a:ext>
          </a:extLst>
        </p:spPr>
        <p:txBody>
          <a:bodyPr lIns="50800" tIns="50800" rIns="50800" bIns="50800" anchor="ctr">
            <a:noAutofit/>
          </a:bodyPr>
          <a:lstStyle/>
          <a:p>
            <a:r>
              <a:rPr lang="zh-CN" altLang="en-US" dirty="0"/>
              <a:t>在此输入标题</a:t>
            </a:r>
            <a:endParaRPr dirty="0"/>
          </a:p>
        </p:txBody>
      </p:sp>
      <p:sp>
        <p:nvSpPr>
          <p:cNvPr id="3" name="Shape 3"/>
          <p:cNvSpPr>
            <a:spLocks noGrp="1"/>
          </p:cNvSpPr>
          <p:nvPr>
            <p:ph type="body" idx="1"/>
          </p:nvPr>
        </p:nvSpPr>
        <p:spPr>
          <a:xfrm>
            <a:off x="844550" y="1557338"/>
            <a:ext cx="10502900" cy="4665662"/>
          </a:xfrm>
          <a:prstGeom prst="rect">
            <a:avLst/>
          </a:prstGeom>
          <a:ln w="12700">
            <a:miter lim="400000"/>
          </a:ln>
          <a:extLst>
            <a:ext uri="{C572A759-6A51-4108-AA02-DFA0A04FC94B}">
              <ma14:wrappingTextBoxFlag xmlns="" xmlns:ma14="http://schemas.microsoft.com/office/mac/drawingml/2011/main" val="1"/>
            </a:ext>
          </a:extLst>
        </p:spPr>
        <p:txBody>
          <a:bodyPr lIns="50800" tIns="50800" rIns="50800" bIns="50800" anchor="t">
            <a:normAutofit/>
          </a:bodyPr>
          <a:lstStyle/>
          <a:p>
            <a:r>
              <a:rPr dirty="0"/>
              <a:t>正</a:t>
            </a:r>
            <a:r>
              <a:rPr lang="zh-CN" altLang="en-US" dirty="0"/>
              <a:t>文</a:t>
            </a:r>
            <a:r>
              <a:rPr dirty="0" err="1"/>
              <a:t>级别</a:t>
            </a:r>
            <a:r>
              <a:rPr dirty="0"/>
              <a:t> 1</a:t>
            </a:r>
          </a:p>
          <a:p>
            <a:pPr lvl="1"/>
            <a:r>
              <a:rPr dirty="0" err="1"/>
              <a:t>正文级别</a:t>
            </a:r>
            <a:r>
              <a:rPr dirty="0"/>
              <a:t> 2</a:t>
            </a:r>
          </a:p>
          <a:p>
            <a:pPr lvl="2"/>
            <a:r>
              <a:rPr dirty="0" err="1"/>
              <a:t>正文级别</a:t>
            </a:r>
            <a:r>
              <a:rPr dirty="0"/>
              <a:t> 3</a:t>
            </a:r>
          </a:p>
          <a:p>
            <a:pPr lvl="3"/>
            <a:r>
              <a:rPr dirty="0" err="1"/>
              <a:t>正文级别</a:t>
            </a:r>
            <a:r>
              <a:rPr dirty="0"/>
              <a:t> 4</a:t>
            </a:r>
          </a:p>
          <a:p>
            <a:pPr lvl="4"/>
            <a:r>
              <a:rPr dirty="0" err="1"/>
              <a:t>正文级别</a:t>
            </a:r>
            <a:r>
              <a:rPr dirty="0"/>
              <a:t> 5</a:t>
            </a:r>
          </a:p>
        </p:txBody>
      </p:sp>
      <p:sp>
        <p:nvSpPr>
          <p:cNvPr id="4" name="Shape 4"/>
          <p:cNvSpPr>
            <a:spLocks noGrp="1"/>
          </p:cNvSpPr>
          <p:nvPr>
            <p:ph type="sldNum" sz="quarter" idx="2"/>
          </p:nvPr>
        </p:nvSpPr>
        <p:spPr>
          <a:xfrm>
            <a:off x="5926113" y="6540500"/>
            <a:ext cx="333426" cy="287258"/>
          </a:xfrm>
          <a:prstGeom prst="rect">
            <a:avLst/>
          </a:prstGeom>
          <a:ln w="12700">
            <a:miter lim="400000"/>
          </a:ln>
        </p:spPr>
        <p:txBody>
          <a:bodyPr wrap="none" lIns="50800" tIns="50800" rIns="50800" bIns="50800">
            <a:spAutoFit/>
          </a:bodyPr>
          <a:lstStyle>
            <a:lvl1pPr>
              <a:defRPr sz="1200"/>
            </a:lvl1pPr>
          </a:lstStyle>
          <a:p>
            <a:fld id="{86CB4B4D-7CA3-9044-876B-883B54F8677D}" type="slidenum">
              <a:t>‹#›</a:t>
            </a:fld>
            <a:endParaRPr/>
          </a:p>
        </p:txBody>
      </p:sp>
      <p:sp>
        <p:nvSpPr>
          <p:cNvPr id="6" name="TextBox 5">
            <a:extLst>
              <a:ext uri="{FF2B5EF4-FFF2-40B4-BE49-F238E27FC236}">
                <a16:creationId xmlns:a16="http://schemas.microsoft.com/office/drawing/2014/main" id="{2BACC498-0EB8-7A91-28D5-2F40D1EA49E9}"/>
              </a:ext>
            </a:extLst>
          </p:cNvPr>
          <p:cNvSpPr txBox="1"/>
          <p:nvPr userDrawn="1">
            <p:extLst>
              <p:ext uri="{1162E1C5-73C7-4A58-AE30-91384D911F3F}">
                <p184:classification xmlns:p184="http://schemas.microsoft.com/office/powerpoint/2018/4/main" val="ftr"/>
              </p:ext>
            </p:extLst>
          </p:nvPr>
        </p:nvSpPr>
        <p:spPr>
          <a:xfrm>
            <a:off x="5737987" y="6672580"/>
            <a:ext cx="738188" cy="121920"/>
          </a:xfrm>
          <a:prstGeom prst="rect">
            <a:avLst/>
          </a:prstGeom>
        </p:spPr>
        <p:txBody>
          <a:bodyPr horzOverflow="overflow" lIns="0" tIns="0" rIns="0" bIns="0">
            <a:spAutoFit/>
          </a:bodyPr>
          <a:lstStyle/>
          <a:p>
            <a:pPr algn="l"/>
            <a:r>
              <a:rPr lang="zh-CN" altLang="en-US" sz="800">
                <a:solidFill>
                  <a:srgbClr val="000000"/>
                </a:solidFill>
                <a:latin typeface="Calibri" panose="020F0502020204030204" pitchFamily="34" charset="0"/>
                <a:cs typeface="Calibri" panose="020F0502020204030204" pitchFamily="34" charset="0"/>
              </a:rPr>
              <a:t>Internal Use Only</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9" r:id="rId10"/>
  </p:sldLayoutIdLst>
  <p:transition spd="med"/>
  <p:txStyles>
    <p:titleStyle>
      <a:lvl1pPr marL="0" marR="0" indent="0" algn="ctr" defTabSz="412750" rtl="0" eaLnBrk="1" latinLnBrk="0" hangingPunct="1">
        <a:lnSpc>
          <a:spcPct val="100000"/>
        </a:lnSpc>
        <a:spcBef>
          <a:spcPts val="0"/>
        </a:spcBef>
        <a:spcAft>
          <a:spcPts val="0"/>
        </a:spcAft>
        <a:buClrTx/>
        <a:buSzTx/>
        <a:buFontTx/>
        <a:buNone/>
        <a:tabLst/>
        <a:defRPr sz="2800" b="1" i="0" u="none" strike="noStrike" cap="none" spc="0" baseline="0">
          <a:ln>
            <a:noFill/>
          </a:ln>
          <a:solidFill>
            <a:srgbClr val="000000"/>
          </a:solidFill>
          <a:uFillTx/>
          <a:latin typeface="+mn-lt"/>
          <a:ea typeface="+mn-ea"/>
          <a:cs typeface="+mn-cs"/>
          <a:sym typeface="Helvetica Light"/>
        </a:defRPr>
      </a:lvl1pPr>
      <a:lvl2pPr marL="0" marR="0" indent="114300" algn="ctr" defTabSz="412750" rtl="0" eaLnBrk="1" latinLnBrk="0" hangingPunct="1">
        <a:lnSpc>
          <a:spcPct val="100000"/>
        </a:lnSpc>
        <a:spcBef>
          <a:spcPts val="0"/>
        </a:spcBef>
        <a:spcAft>
          <a:spcPts val="0"/>
        </a:spcAft>
        <a:buClrTx/>
        <a:buSzTx/>
        <a:buFontTx/>
        <a:buNone/>
        <a:tabLst/>
        <a:defRPr sz="5600" b="0" i="0" u="none" strike="noStrike" cap="none" spc="0" baseline="0">
          <a:ln>
            <a:noFill/>
          </a:ln>
          <a:solidFill>
            <a:srgbClr val="000000"/>
          </a:solidFill>
          <a:uFillTx/>
          <a:latin typeface="+mn-lt"/>
          <a:ea typeface="+mn-ea"/>
          <a:cs typeface="+mn-cs"/>
          <a:sym typeface="Helvetica Light"/>
        </a:defRPr>
      </a:lvl2pPr>
      <a:lvl3pPr marL="0" marR="0" indent="228600" algn="ctr" defTabSz="412750" rtl="0" eaLnBrk="1" latinLnBrk="0" hangingPunct="1">
        <a:lnSpc>
          <a:spcPct val="100000"/>
        </a:lnSpc>
        <a:spcBef>
          <a:spcPts val="0"/>
        </a:spcBef>
        <a:spcAft>
          <a:spcPts val="0"/>
        </a:spcAft>
        <a:buClrTx/>
        <a:buSzTx/>
        <a:buFontTx/>
        <a:buNone/>
        <a:tabLst/>
        <a:defRPr sz="5600" b="0" i="0" u="none" strike="noStrike" cap="none" spc="0" baseline="0">
          <a:ln>
            <a:noFill/>
          </a:ln>
          <a:solidFill>
            <a:srgbClr val="000000"/>
          </a:solidFill>
          <a:uFillTx/>
          <a:latin typeface="+mn-lt"/>
          <a:ea typeface="+mn-ea"/>
          <a:cs typeface="+mn-cs"/>
          <a:sym typeface="Helvetica Light"/>
        </a:defRPr>
      </a:lvl3pPr>
      <a:lvl4pPr marL="0" marR="0" indent="342900" algn="ctr" defTabSz="412750" rtl="0" eaLnBrk="1" latinLnBrk="0" hangingPunct="1">
        <a:lnSpc>
          <a:spcPct val="100000"/>
        </a:lnSpc>
        <a:spcBef>
          <a:spcPts val="0"/>
        </a:spcBef>
        <a:spcAft>
          <a:spcPts val="0"/>
        </a:spcAft>
        <a:buClrTx/>
        <a:buSzTx/>
        <a:buFontTx/>
        <a:buNone/>
        <a:tabLst/>
        <a:defRPr sz="5600" b="0" i="0" u="none" strike="noStrike" cap="none" spc="0" baseline="0">
          <a:ln>
            <a:noFill/>
          </a:ln>
          <a:solidFill>
            <a:srgbClr val="000000"/>
          </a:solidFill>
          <a:uFillTx/>
          <a:latin typeface="+mn-lt"/>
          <a:ea typeface="+mn-ea"/>
          <a:cs typeface="+mn-cs"/>
          <a:sym typeface="Helvetica Light"/>
        </a:defRPr>
      </a:lvl4pPr>
      <a:lvl5pPr marL="0" marR="0" indent="457200" algn="ctr" defTabSz="412750" rtl="0" eaLnBrk="1" latinLnBrk="0" hangingPunct="1">
        <a:lnSpc>
          <a:spcPct val="100000"/>
        </a:lnSpc>
        <a:spcBef>
          <a:spcPts val="0"/>
        </a:spcBef>
        <a:spcAft>
          <a:spcPts val="0"/>
        </a:spcAft>
        <a:buClrTx/>
        <a:buSzTx/>
        <a:buFontTx/>
        <a:buNone/>
        <a:tabLst/>
        <a:defRPr sz="5600" b="0" i="0" u="none" strike="noStrike" cap="none" spc="0" baseline="0">
          <a:ln>
            <a:noFill/>
          </a:ln>
          <a:solidFill>
            <a:srgbClr val="000000"/>
          </a:solidFill>
          <a:uFillTx/>
          <a:latin typeface="+mn-lt"/>
          <a:ea typeface="+mn-ea"/>
          <a:cs typeface="+mn-cs"/>
          <a:sym typeface="Helvetica Light"/>
        </a:defRPr>
      </a:lvl5pPr>
      <a:lvl6pPr marL="0" marR="0" indent="571500" algn="ctr" defTabSz="412750" rtl="0" eaLnBrk="1" latinLnBrk="0" hangingPunct="1">
        <a:lnSpc>
          <a:spcPct val="100000"/>
        </a:lnSpc>
        <a:spcBef>
          <a:spcPts val="0"/>
        </a:spcBef>
        <a:spcAft>
          <a:spcPts val="0"/>
        </a:spcAft>
        <a:buClrTx/>
        <a:buSzTx/>
        <a:buFontTx/>
        <a:buNone/>
        <a:tabLst/>
        <a:defRPr sz="5600" b="0" i="0" u="none" strike="noStrike" cap="none" spc="0" baseline="0">
          <a:ln>
            <a:noFill/>
          </a:ln>
          <a:solidFill>
            <a:srgbClr val="000000"/>
          </a:solidFill>
          <a:uFillTx/>
          <a:latin typeface="+mn-lt"/>
          <a:ea typeface="+mn-ea"/>
          <a:cs typeface="+mn-cs"/>
          <a:sym typeface="Helvetica Light"/>
        </a:defRPr>
      </a:lvl6pPr>
      <a:lvl7pPr marL="0" marR="0" indent="685800" algn="ctr" defTabSz="412750" rtl="0" eaLnBrk="1" latinLnBrk="0" hangingPunct="1">
        <a:lnSpc>
          <a:spcPct val="100000"/>
        </a:lnSpc>
        <a:spcBef>
          <a:spcPts val="0"/>
        </a:spcBef>
        <a:spcAft>
          <a:spcPts val="0"/>
        </a:spcAft>
        <a:buClrTx/>
        <a:buSzTx/>
        <a:buFontTx/>
        <a:buNone/>
        <a:tabLst/>
        <a:defRPr sz="5600" b="0" i="0" u="none" strike="noStrike" cap="none" spc="0" baseline="0">
          <a:ln>
            <a:noFill/>
          </a:ln>
          <a:solidFill>
            <a:srgbClr val="000000"/>
          </a:solidFill>
          <a:uFillTx/>
          <a:latin typeface="+mn-lt"/>
          <a:ea typeface="+mn-ea"/>
          <a:cs typeface="+mn-cs"/>
          <a:sym typeface="Helvetica Light"/>
        </a:defRPr>
      </a:lvl7pPr>
      <a:lvl8pPr marL="0" marR="0" indent="800100" algn="ctr" defTabSz="412750" rtl="0" eaLnBrk="1" latinLnBrk="0" hangingPunct="1">
        <a:lnSpc>
          <a:spcPct val="100000"/>
        </a:lnSpc>
        <a:spcBef>
          <a:spcPts val="0"/>
        </a:spcBef>
        <a:spcAft>
          <a:spcPts val="0"/>
        </a:spcAft>
        <a:buClrTx/>
        <a:buSzTx/>
        <a:buFontTx/>
        <a:buNone/>
        <a:tabLst/>
        <a:defRPr sz="5600" b="0" i="0" u="none" strike="noStrike" cap="none" spc="0" baseline="0">
          <a:ln>
            <a:noFill/>
          </a:ln>
          <a:solidFill>
            <a:srgbClr val="000000"/>
          </a:solidFill>
          <a:uFillTx/>
          <a:latin typeface="+mn-lt"/>
          <a:ea typeface="+mn-ea"/>
          <a:cs typeface="+mn-cs"/>
          <a:sym typeface="Helvetica Light"/>
        </a:defRPr>
      </a:lvl8pPr>
      <a:lvl9pPr marL="0" marR="0" indent="914400" algn="ctr" defTabSz="412750" rtl="0" eaLnBrk="1" latinLnBrk="0" hangingPunct="1">
        <a:lnSpc>
          <a:spcPct val="100000"/>
        </a:lnSpc>
        <a:spcBef>
          <a:spcPts val="0"/>
        </a:spcBef>
        <a:spcAft>
          <a:spcPts val="0"/>
        </a:spcAft>
        <a:buClrTx/>
        <a:buSzTx/>
        <a:buFontTx/>
        <a:buNone/>
        <a:tabLst/>
        <a:defRPr sz="5600" b="0" i="0" u="none" strike="noStrike" cap="none" spc="0" baseline="0">
          <a:ln>
            <a:noFill/>
          </a:ln>
          <a:solidFill>
            <a:srgbClr val="000000"/>
          </a:solidFill>
          <a:uFillTx/>
          <a:latin typeface="+mn-lt"/>
          <a:ea typeface="+mn-ea"/>
          <a:cs typeface="+mn-cs"/>
          <a:sym typeface="Helvetica Light"/>
        </a:defRPr>
      </a:lvl9pPr>
    </p:titleStyle>
    <p:bodyStyle>
      <a:lvl1pPr marL="0" marR="0" indent="0" algn="l" defTabSz="412750" rtl="0" eaLnBrk="1" latinLnBrk="0" hangingPunct="1">
        <a:lnSpc>
          <a:spcPct val="150000"/>
        </a:lnSpc>
        <a:spcBef>
          <a:spcPts val="600"/>
        </a:spcBef>
        <a:spcAft>
          <a:spcPts val="600"/>
        </a:spcAft>
        <a:buClrTx/>
        <a:buSzPct val="75000"/>
        <a:buFontTx/>
        <a:buNone/>
        <a:tabLst/>
        <a:defRPr sz="2400" b="0" i="0" u="none" strike="noStrike" cap="none" spc="0" baseline="0">
          <a:ln>
            <a:noFill/>
          </a:ln>
          <a:solidFill>
            <a:schemeClr val="tx1">
              <a:lumMod val="75000"/>
            </a:schemeClr>
          </a:solidFill>
          <a:uFillTx/>
          <a:latin typeface="+mn-lt"/>
          <a:ea typeface="+mn-ea"/>
          <a:cs typeface="+mn-cs"/>
          <a:sym typeface="Helvetica Light"/>
        </a:defRPr>
      </a:lvl1pPr>
      <a:lvl2pPr marL="635000" marR="0" indent="-317500" algn="l" defTabSz="412750" rtl="0" eaLnBrk="1" latinLnBrk="0" hangingPunct="1">
        <a:lnSpc>
          <a:spcPct val="150000"/>
        </a:lnSpc>
        <a:spcBef>
          <a:spcPts val="600"/>
        </a:spcBef>
        <a:spcAft>
          <a:spcPts val="600"/>
        </a:spcAft>
        <a:buClrTx/>
        <a:buSzPct val="75000"/>
        <a:buFontTx/>
        <a:buChar char="•"/>
        <a:tabLst/>
        <a:defRPr sz="2000" b="0" i="0" u="none" strike="noStrike" cap="none" spc="0" baseline="0">
          <a:ln>
            <a:noFill/>
          </a:ln>
          <a:solidFill>
            <a:schemeClr val="tx1">
              <a:lumMod val="75000"/>
            </a:schemeClr>
          </a:solidFill>
          <a:uFillTx/>
          <a:latin typeface="+mn-lt"/>
          <a:ea typeface="+mn-ea"/>
          <a:cs typeface="+mn-cs"/>
          <a:sym typeface="Helvetica Light"/>
        </a:defRPr>
      </a:lvl2pPr>
      <a:lvl3pPr marL="952500" marR="0" indent="-317500" algn="l" defTabSz="412750" rtl="0" eaLnBrk="1" latinLnBrk="0" hangingPunct="1">
        <a:lnSpc>
          <a:spcPct val="150000"/>
        </a:lnSpc>
        <a:spcBef>
          <a:spcPts val="600"/>
        </a:spcBef>
        <a:spcAft>
          <a:spcPts val="600"/>
        </a:spcAft>
        <a:buClrTx/>
        <a:buSzPct val="75000"/>
        <a:buFontTx/>
        <a:buChar char="•"/>
        <a:tabLst/>
        <a:defRPr sz="2000" b="0" i="0" u="none" strike="noStrike" cap="none" spc="0" baseline="0">
          <a:ln>
            <a:noFill/>
          </a:ln>
          <a:solidFill>
            <a:schemeClr val="tx1">
              <a:lumMod val="75000"/>
            </a:schemeClr>
          </a:solidFill>
          <a:uFillTx/>
          <a:latin typeface="+mn-lt"/>
          <a:ea typeface="+mn-ea"/>
          <a:cs typeface="+mn-cs"/>
          <a:sym typeface="Helvetica Light"/>
        </a:defRPr>
      </a:lvl3pPr>
      <a:lvl4pPr marL="1270000" marR="0" indent="-317500" algn="l" defTabSz="412750" rtl="0" eaLnBrk="1" latinLnBrk="0" hangingPunct="1">
        <a:lnSpc>
          <a:spcPct val="150000"/>
        </a:lnSpc>
        <a:spcBef>
          <a:spcPts val="600"/>
        </a:spcBef>
        <a:spcAft>
          <a:spcPts val="600"/>
        </a:spcAft>
        <a:buClrTx/>
        <a:buSzPct val="75000"/>
        <a:buFontTx/>
        <a:buChar char="•"/>
        <a:tabLst/>
        <a:defRPr sz="2000" b="0" i="0" u="none" strike="noStrike" cap="none" spc="0" baseline="0">
          <a:ln>
            <a:noFill/>
          </a:ln>
          <a:solidFill>
            <a:schemeClr val="tx1">
              <a:lumMod val="75000"/>
            </a:schemeClr>
          </a:solidFill>
          <a:uFillTx/>
          <a:latin typeface="+mn-lt"/>
          <a:ea typeface="+mn-ea"/>
          <a:cs typeface="+mn-cs"/>
          <a:sym typeface="Helvetica Light"/>
        </a:defRPr>
      </a:lvl4pPr>
      <a:lvl5pPr marL="1587500" marR="0" indent="-317500" algn="l" defTabSz="412750" rtl="0" eaLnBrk="1" latinLnBrk="0" hangingPunct="1">
        <a:lnSpc>
          <a:spcPct val="150000"/>
        </a:lnSpc>
        <a:spcBef>
          <a:spcPts val="600"/>
        </a:spcBef>
        <a:spcAft>
          <a:spcPts val="600"/>
        </a:spcAft>
        <a:buClrTx/>
        <a:buSzPct val="75000"/>
        <a:buFontTx/>
        <a:buChar char="•"/>
        <a:tabLst/>
        <a:defRPr sz="2000" b="0" i="0" u="none" strike="noStrike" cap="none" spc="0" baseline="0">
          <a:ln>
            <a:noFill/>
          </a:ln>
          <a:solidFill>
            <a:schemeClr val="tx1">
              <a:lumMod val="75000"/>
            </a:schemeClr>
          </a:solidFill>
          <a:uFillTx/>
          <a:latin typeface="+mn-lt"/>
          <a:ea typeface="+mn-ea"/>
          <a:cs typeface="+mn-cs"/>
          <a:sym typeface="Helvetica Light"/>
        </a:defRPr>
      </a:lvl5pPr>
      <a:lvl6pPr marL="1905000" marR="0" indent="-317500" algn="l" defTabSz="412750" rtl="0" eaLnBrk="1" latinLnBrk="0" hangingPunct="1">
        <a:lnSpc>
          <a:spcPct val="100000"/>
        </a:lnSpc>
        <a:spcBef>
          <a:spcPts val="2950"/>
        </a:spcBef>
        <a:spcAft>
          <a:spcPts val="0"/>
        </a:spcAft>
        <a:buClrTx/>
        <a:buSzPct val="75000"/>
        <a:buFontTx/>
        <a:buChar char="•"/>
        <a:tabLst/>
        <a:defRPr sz="2600" b="0" i="0" u="none" strike="noStrike" cap="none" spc="0" baseline="0">
          <a:ln>
            <a:noFill/>
          </a:ln>
          <a:solidFill>
            <a:srgbClr val="000000"/>
          </a:solidFill>
          <a:uFillTx/>
          <a:latin typeface="+mn-lt"/>
          <a:ea typeface="+mn-ea"/>
          <a:cs typeface="+mn-cs"/>
          <a:sym typeface="Helvetica Light"/>
        </a:defRPr>
      </a:lvl6pPr>
      <a:lvl7pPr marL="2222500" marR="0" indent="-317500" algn="l" defTabSz="412750" rtl="0" eaLnBrk="1" latinLnBrk="0" hangingPunct="1">
        <a:lnSpc>
          <a:spcPct val="100000"/>
        </a:lnSpc>
        <a:spcBef>
          <a:spcPts val="2950"/>
        </a:spcBef>
        <a:spcAft>
          <a:spcPts val="0"/>
        </a:spcAft>
        <a:buClrTx/>
        <a:buSzPct val="75000"/>
        <a:buFontTx/>
        <a:buChar char="•"/>
        <a:tabLst/>
        <a:defRPr sz="2600" b="0" i="0" u="none" strike="noStrike" cap="none" spc="0" baseline="0">
          <a:ln>
            <a:noFill/>
          </a:ln>
          <a:solidFill>
            <a:srgbClr val="000000"/>
          </a:solidFill>
          <a:uFillTx/>
          <a:latin typeface="+mn-lt"/>
          <a:ea typeface="+mn-ea"/>
          <a:cs typeface="+mn-cs"/>
          <a:sym typeface="Helvetica Light"/>
        </a:defRPr>
      </a:lvl7pPr>
      <a:lvl8pPr marL="2540000" marR="0" indent="-317500" algn="l" defTabSz="412750" rtl="0" eaLnBrk="1" latinLnBrk="0" hangingPunct="1">
        <a:lnSpc>
          <a:spcPct val="100000"/>
        </a:lnSpc>
        <a:spcBef>
          <a:spcPts val="2950"/>
        </a:spcBef>
        <a:spcAft>
          <a:spcPts val="0"/>
        </a:spcAft>
        <a:buClrTx/>
        <a:buSzPct val="75000"/>
        <a:buFontTx/>
        <a:buChar char="•"/>
        <a:tabLst/>
        <a:defRPr sz="2600" b="0" i="0" u="none" strike="noStrike" cap="none" spc="0" baseline="0">
          <a:ln>
            <a:noFill/>
          </a:ln>
          <a:solidFill>
            <a:srgbClr val="000000"/>
          </a:solidFill>
          <a:uFillTx/>
          <a:latin typeface="+mn-lt"/>
          <a:ea typeface="+mn-ea"/>
          <a:cs typeface="+mn-cs"/>
          <a:sym typeface="Helvetica Light"/>
        </a:defRPr>
      </a:lvl8pPr>
      <a:lvl9pPr marL="2857500" marR="0" indent="-317500" algn="l" defTabSz="412750" rtl="0" eaLnBrk="1" latinLnBrk="0" hangingPunct="1">
        <a:lnSpc>
          <a:spcPct val="100000"/>
        </a:lnSpc>
        <a:spcBef>
          <a:spcPts val="2950"/>
        </a:spcBef>
        <a:spcAft>
          <a:spcPts val="0"/>
        </a:spcAft>
        <a:buClrTx/>
        <a:buSzPct val="75000"/>
        <a:buFontTx/>
        <a:buChar char="•"/>
        <a:tabLst/>
        <a:defRPr sz="2600" b="0" i="0" u="none" strike="noStrike" cap="none" spc="0" baseline="0">
          <a:ln>
            <a:noFill/>
          </a:ln>
          <a:solidFill>
            <a:srgbClr val="000000"/>
          </a:solidFill>
          <a:uFillTx/>
          <a:latin typeface="+mn-lt"/>
          <a:ea typeface="+mn-ea"/>
          <a:cs typeface="+mn-cs"/>
          <a:sym typeface="Helvetica Light"/>
        </a:defRPr>
      </a:lvl9pPr>
    </p:bodyStyle>
    <p:otherStyle>
      <a:lvl1pPr marL="0" marR="0" indent="0" algn="ctr" defTabSz="412750" rtl="0" eaLnBrk="1" latinLnBrk="0" hangingPunct="1">
        <a:lnSpc>
          <a:spcPct val="100000"/>
        </a:lnSpc>
        <a:spcBef>
          <a:spcPts val="0"/>
        </a:spcBef>
        <a:spcAft>
          <a:spcPts val="0"/>
        </a:spcAft>
        <a:buClrTx/>
        <a:buSzTx/>
        <a:buFontTx/>
        <a:buNone/>
        <a:tabLst/>
        <a:defRPr sz="1200" b="0" i="0" u="none" strike="noStrike" cap="none" spc="0" baseline="0">
          <a:ln>
            <a:noFill/>
          </a:ln>
          <a:solidFill>
            <a:schemeClr val="tx1"/>
          </a:solidFill>
          <a:uFillTx/>
          <a:latin typeface="+mn-lt"/>
          <a:ea typeface="+mn-ea"/>
          <a:cs typeface="+mn-cs"/>
          <a:sym typeface="Helvetica Light"/>
        </a:defRPr>
      </a:lvl1pPr>
      <a:lvl2pPr marL="0" marR="0" indent="114300" algn="ctr" defTabSz="412750" rtl="0" eaLnBrk="1" latinLnBrk="0" hangingPunct="1">
        <a:lnSpc>
          <a:spcPct val="100000"/>
        </a:lnSpc>
        <a:spcBef>
          <a:spcPts val="0"/>
        </a:spcBef>
        <a:spcAft>
          <a:spcPts val="0"/>
        </a:spcAft>
        <a:buClrTx/>
        <a:buSzTx/>
        <a:buFontTx/>
        <a:buNone/>
        <a:tabLst/>
        <a:defRPr sz="1200" b="0" i="0" u="none" strike="noStrike" cap="none" spc="0" baseline="0">
          <a:ln>
            <a:noFill/>
          </a:ln>
          <a:solidFill>
            <a:schemeClr val="tx1"/>
          </a:solidFill>
          <a:uFillTx/>
          <a:latin typeface="+mn-lt"/>
          <a:ea typeface="+mn-ea"/>
          <a:cs typeface="+mn-cs"/>
          <a:sym typeface="Helvetica Light"/>
        </a:defRPr>
      </a:lvl2pPr>
      <a:lvl3pPr marL="0" marR="0" indent="228600" algn="ctr" defTabSz="412750" rtl="0" eaLnBrk="1" latinLnBrk="0" hangingPunct="1">
        <a:lnSpc>
          <a:spcPct val="100000"/>
        </a:lnSpc>
        <a:spcBef>
          <a:spcPts val="0"/>
        </a:spcBef>
        <a:spcAft>
          <a:spcPts val="0"/>
        </a:spcAft>
        <a:buClrTx/>
        <a:buSzTx/>
        <a:buFontTx/>
        <a:buNone/>
        <a:tabLst/>
        <a:defRPr sz="1200" b="0" i="0" u="none" strike="noStrike" cap="none" spc="0" baseline="0">
          <a:ln>
            <a:noFill/>
          </a:ln>
          <a:solidFill>
            <a:schemeClr val="tx1"/>
          </a:solidFill>
          <a:uFillTx/>
          <a:latin typeface="+mn-lt"/>
          <a:ea typeface="+mn-ea"/>
          <a:cs typeface="+mn-cs"/>
          <a:sym typeface="Helvetica Light"/>
        </a:defRPr>
      </a:lvl3pPr>
      <a:lvl4pPr marL="0" marR="0" indent="342900" algn="ctr" defTabSz="412750" rtl="0" eaLnBrk="1" latinLnBrk="0" hangingPunct="1">
        <a:lnSpc>
          <a:spcPct val="100000"/>
        </a:lnSpc>
        <a:spcBef>
          <a:spcPts val="0"/>
        </a:spcBef>
        <a:spcAft>
          <a:spcPts val="0"/>
        </a:spcAft>
        <a:buClrTx/>
        <a:buSzTx/>
        <a:buFontTx/>
        <a:buNone/>
        <a:tabLst/>
        <a:defRPr sz="1200" b="0" i="0" u="none" strike="noStrike" cap="none" spc="0" baseline="0">
          <a:ln>
            <a:noFill/>
          </a:ln>
          <a:solidFill>
            <a:schemeClr val="tx1"/>
          </a:solidFill>
          <a:uFillTx/>
          <a:latin typeface="+mn-lt"/>
          <a:ea typeface="+mn-ea"/>
          <a:cs typeface="+mn-cs"/>
          <a:sym typeface="Helvetica Light"/>
        </a:defRPr>
      </a:lvl4pPr>
      <a:lvl5pPr marL="0" marR="0" indent="457200" algn="ctr" defTabSz="412750" rtl="0" eaLnBrk="1" latinLnBrk="0" hangingPunct="1">
        <a:lnSpc>
          <a:spcPct val="100000"/>
        </a:lnSpc>
        <a:spcBef>
          <a:spcPts val="0"/>
        </a:spcBef>
        <a:spcAft>
          <a:spcPts val="0"/>
        </a:spcAft>
        <a:buClrTx/>
        <a:buSzTx/>
        <a:buFontTx/>
        <a:buNone/>
        <a:tabLst/>
        <a:defRPr sz="1200" b="0" i="0" u="none" strike="noStrike" cap="none" spc="0" baseline="0">
          <a:ln>
            <a:noFill/>
          </a:ln>
          <a:solidFill>
            <a:schemeClr val="tx1"/>
          </a:solidFill>
          <a:uFillTx/>
          <a:latin typeface="+mn-lt"/>
          <a:ea typeface="+mn-ea"/>
          <a:cs typeface="+mn-cs"/>
          <a:sym typeface="Helvetica Light"/>
        </a:defRPr>
      </a:lvl5pPr>
      <a:lvl6pPr marL="0" marR="0" indent="571500" algn="ctr" defTabSz="412750" rtl="0" eaLnBrk="1" latinLnBrk="0" hangingPunct="1">
        <a:lnSpc>
          <a:spcPct val="100000"/>
        </a:lnSpc>
        <a:spcBef>
          <a:spcPts val="0"/>
        </a:spcBef>
        <a:spcAft>
          <a:spcPts val="0"/>
        </a:spcAft>
        <a:buClrTx/>
        <a:buSzTx/>
        <a:buFontTx/>
        <a:buNone/>
        <a:tabLst/>
        <a:defRPr sz="1200" b="0" i="0" u="none" strike="noStrike" cap="none" spc="0" baseline="0">
          <a:ln>
            <a:noFill/>
          </a:ln>
          <a:solidFill>
            <a:schemeClr val="tx1"/>
          </a:solidFill>
          <a:uFillTx/>
          <a:latin typeface="+mn-lt"/>
          <a:ea typeface="+mn-ea"/>
          <a:cs typeface="+mn-cs"/>
          <a:sym typeface="Helvetica Light"/>
        </a:defRPr>
      </a:lvl6pPr>
      <a:lvl7pPr marL="0" marR="0" indent="685800" algn="ctr" defTabSz="412750" rtl="0" eaLnBrk="1" latinLnBrk="0" hangingPunct="1">
        <a:lnSpc>
          <a:spcPct val="100000"/>
        </a:lnSpc>
        <a:spcBef>
          <a:spcPts val="0"/>
        </a:spcBef>
        <a:spcAft>
          <a:spcPts val="0"/>
        </a:spcAft>
        <a:buClrTx/>
        <a:buSzTx/>
        <a:buFontTx/>
        <a:buNone/>
        <a:tabLst/>
        <a:defRPr sz="1200" b="0" i="0" u="none" strike="noStrike" cap="none" spc="0" baseline="0">
          <a:ln>
            <a:noFill/>
          </a:ln>
          <a:solidFill>
            <a:schemeClr val="tx1"/>
          </a:solidFill>
          <a:uFillTx/>
          <a:latin typeface="+mn-lt"/>
          <a:ea typeface="+mn-ea"/>
          <a:cs typeface="+mn-cs"/>
          <a:sym typeface="Helvetica Light"/>
        </a:defRPr>
      </a:lvl7pPr>
      <a:lvl8pPr marL="0" marR="0" indent="800100" algn="ctr" defTabSz="412750" rtl="0" eaLnBrk="1" latinLnBrk="0" hangingPunct="1">
        <a:lnSpc>
          <a:spcPct val="100000"/>
        </a:lnSpc>
        <a:spcBef>
          <a:spcPts val="0"/>
        </a:spcBef>
        <a:spcAft>
          <a:spcPts val="0"/>
        </a:spcAft>
        <a:buClrTx/>
        <a:buSzTx/>
        <a:buFontTx/>
        <a:buNone/>
        <a:tabLst/>
        <a:defRPr sz="1200" b="0" i="0" u="none" strike="noStrike" cap="none" spc="0" baseline="0">
          <a:ln>
            <a:noFill/>
          </a:ln>
          <a:solidFill>
            <a:schemeClr val="tx1"/>
          </a:solidFill>
          <a:uFillTx/>
          <a:latin typeface="+mn-lt"/>
          <a:ea typeface="+mn-ea"/>
          <a:cs typeface="+mn-cs"/>
          <a:sym typeface="Helvetica Light"/>
        </a:defRPr>
      </a:lvl8pPr>
      <a:lvl9pPr marL="0" marR="0" indent="914400" algn="ctr" defTabSz="412750" rtl="0" eaLnBrk="1" latinLnBrk="0" hangingPunct="1">
        <a:lnSpc>
          <a:spcPct val="100000"/>
        </a:lnSpc>
        <a:spcBef>
          <a:spcPts val="0"/>
        </a:spcBef>
        <a:spcAft>
          <a:spcPts val="0"/>
        </a:spcAft>
        <a:buClrTx/>
        <a:buSzTx/>
        <a:buFontTx/>
        <a:buNone/>
        <a:tabLst/>
        <a:defRPr sz="1200" b="0" i="0" u="none" strike="noStrike" cap="none" spc="0" baseline="0">
          <a:ln>
            <a:noFill/>
          </a:ln>
          <a:solidFill>
            <a:schemeClr val="tx1"/>
          </a:solidFill>
          <a:uFillTx/>
          <a:latin typeface="+mn-lt"/>
          <a:ea typeface="+mn-ea"/>
          <a:cs typeface="+mn-cs"/>
          <a:sym typeface="Helvetica Light"/>
        </a:defRPr>
      </a:lvl9pPr>
    </p:otherStyle>
  </p:txStyles>
  <p:extLst>
    <p:ext uri="{27BBF7A9-308A-43DC-89C8-2F10F3537804}">
      <p15:sldGuideLst xmlns:p15="http://schemas.microsoft.com/office/powerpoint/2012/main">
        <p15:guide id="2" pos="3840" userDrawn="1">
          <p15:clr>
            <a:srgbClr val="F26B43"/>
          </p15:clr>
        </p15:guide>
        <p15:guide id="3" orient="horz" pos="799"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slideLayout" Target="../slideLayouts/slideLayout1.xml"/><Relationship Id="rId3" Type="http://schemas.openxmlformats.org/officeDocument/2006/relationships/tags" Target="../tags/tag3.xml"/><Relationship Id="rId7" Type="http://schemas.openxmlformats.org/officeDocument/2006/relationships/tags" Target="../tags/tag7.xml"/><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s>
</file>

<file path=ppt/slides/_rels/slide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8" Type="http://schemas.openxmlformats.org/officeDocument/2006/relationships/slideLayout" Target="../slideLayouts/slideLayout1.xml"/><Relationship Id="rId3" Type="http://schemas.openxmlformats.org/officeDocument/2006/relationships/tags" Target="../tags/tag10.xml"/><Relationship Id="rId7" Type="http://schemas.openxmlformats.org/officeDocument/2006/relationships/tags" Target="../tags/tag14.xml"/><Relationship Id="rId2" Type="http://schemas.openxmlformats.org/officeDocument/2006/relationships/tags" Target="../tags/tag9.xml"/><Relationship Id="rId1" Type="http://schemas.openxmlformats.org/officeDocument/2006/relationships/tags" Target="../tags/tag8.xml"/><Relationship Id="rId6" Type="http://schemas.openxmlformats.org/officeDocument/2006/relationships/tags" Target="../tags/tag13.xml"/><Relationship Id="rId5" Type="http://schemas.openxmlformats.org/officeDocument/2006/relationships/tags" Target="../tags/tag12.xml"/><Relationship Id="rId4" Type="http://schemas.openxmlformats.org/officeDocument/2006/relationships/tags" Target="../tags/tag11.xml"/></Relationships>
</file>

<file path=ppt/slides/_rels/slide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8" Type="http://schemas.openxmlformats.org/officeDocument/2006/relationships/tags" Target="../tags/tag22.xml"/><Relationship Id="rId13" Type="http://schemas.openxmlformats.org/officeDocument/2006/relationships/tags" Target="../tags/tag27.xml"/><Relationship Id="rId18" Type="http://schemas.openxmlformats.org/officeDocument/2006/relationships/tags" Target="../tags/tag32.xml"/><Relationship Id="rId3" Type="http://schemas.openxmlformats.org/officeDocument/2006/relationships/tags" Target="../tags/tag17.xml"/><Relationship Id="rId7" Type="http://schemas.openxmlformats.org/officeDocument/2006/relationships/tags" Target="../tags/tag21.xml"/><Relationship Id="rId12" Type="http://schemas.openxmlformats.org/officeDocument/2006/relationships/tags" Target="../tags/tag26.xml"/><Relationship Id="rId17" Type="http://schemas.openxmlformats.org/officeDocument/2006/relationships/tags" Target="../tags/tag31.xml"/><Relationship Id="rId2" Type="http://schemas.openxmlformats.org/officeDocument/2006/relationships/tags" Target="../tags/tag16.xml"/><Relationship Id="rId16" Type="http://schemas.openxmlformats.org/officeDocument/2006/relationships/tags" Target="../tags/tag30.xml"/><Relationship Id="rId1" Type="http://schemas.openxmlformats.org/officeDocument/2006/relationships/tags" Target="../tags/tag15.xml"/><Relationship Id="rId6" Type="http://schemas.openxmlformats.org/officeDocument/2006/relationships/tags" Target="../tags/tag20.xml"/><Relationship Id="rId11" Type="http://schemas.openxmlformats.org/officeDocument/2006/relationships/tags" Target="../tags/tag25.xml"/><Relationship Id="rId5" Type="http://schemas.openxmlformats.org/officeDocument/2006/relationships/tags" Target="../tags/tag19.xml"/><Relationship Id="rId15" Type="http://schemas.openxmlformats.org/officeDocument/2006/relationships/tags" Target="../tags/tag29.xml"/><Relationship Id="rId10" Type="http://schemas.openxmlformats.org/officeDocument/2006/relationships/tags" Target="../tags/tag24.xml"/><Relationship Id="rId19" Type="http://schemas.openxmlformats.org/officeDocument/2006/relationships/slideLayout" Target="../slideLayouts/slideLayout5.xml"/><Relationship Id="rId4" Type="http://schemas.openxmlformats.org/officeDocument/2006/relationships/tags" Target="../tags/tag18.xml"/><Relationship Id="rId9" Type="http://schemas.openxmlformats.org/officeDocument/2006/relationships/tags" Target="../tags/tag23.xml"/><Relationship Id="rId14" Type="http://schemas.openxmlformats.org/officeDocument/2006/relationships/tags" Target="../tags/tag28.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8" Type="http://schemas.openxmlformats.org/officeDocument/2006/relationships/tags" Target="../tags/tag40.xml"/><Relationship Id="rId13" Type="http://schemas.openxmlformats.org/officeDocument/2006/relationships/notesSlide" Target="../notesSlides/notesSlide2.xml"/><Relationship Id="rId3" Type="http://schemas.openxmlformats.org/officeDocument/2006/relationships/tags" Target="../tags/tag35.xml"/><Relationship Id="rId7" Type="http://schemas.openxmlformats.org/officeDocument/2006/relationships/tags" Target="../tags/tag39.xml"/><Relationship Id="rId12" Type="http://schemas.openxmlformats.org/officeDocument/2006/relationships/slideLayout" Target="../slideLayouts/slideLayout5.xml"/><Relationship Id="rId2" Type="http://schemas.openxmlformats.org/officeDocument/2006/relationships/tags" Target="../tags/tag34.xml"/><Relationship Id="rId1" Type="http://schemas.openxmlformats.org/officeDocument/2006/relationships/tags" Target="../tags/tag33.xml"/><Relationship Id="rId6" Type="http://schemas.openxmlformats.org/officeDocument/2006/relationships/tags" Target="../tags/tag38.xml"/><Relationship Id="rId11" Type="http://schemas.openxmlformats.org/officeDocument/2006/relationships/tags" Target="../tags/tag43.xml"/><Relationship Id="rId5" Type="http://schemas.openxmlformats.org/officeDocument/2006/relationships/tags" Target="../tags/tag37.xml"/><Relationship Id="rId10" Type="http://schemas.openxmlformats.org/officeDocument/2006/relationships/tags" Target="../tags/tag42.xml"/><Relationship Id="rId4" Type="http://schemas.openxmlformats.org/officeDocument/2006/relationships/tags" Target="../tags/tag36.xml"/><Relationship Id="rId9" Type="http://schemas.openxmlformats.org/officeDocument/2006/relationships/tags" Target="../tags/tag41.xml"/></Relationships>
</file>

<file path=ppt/slides/_rels/slide11.xml.rels><?xml version="1.0" encoding="UTF-8" standalone="yes"?>
<Relationships xmlns="http://schemas.openxmlformats.org/package/2006/relationships"><Relationship Id="rId8" Type="http://schemas.openxmlformats.org/officeDocument/2006/relationships/slideLayout" Target="../slideLayouts/slideLayout1.xml"/><Relationship Id="rId3" Type="http://schemas.openxmlformats.org/officeDocument/2006/relationships/tags" Target="../tags/tag46.xml"/><Relationship Id="rId7" Type="http://schemas.openxmlformats.org/officeDocument/2006/relationships/tags" Target="../tags/tag50.xml"/><Relationship Id="rId2" Type="http://schemas.openxmlformats.org/officeDocument/2006/relationships/tags" Target="../tags/tag45.xml"/><Relationship Id="rId1" Type="http://schemas.openxmlformats.org/officeDocument/2006/relationships/tags" Target="../tags/tag44.xml"/><Relationship Id="rId6" Type="http://schemas.openxmlformats.org/officeDocument/2006/relationships/tags" Target="../tags/tag49.xml"/><Relationship Id="rId5" Type="http://schemas.openxmlformats.org/officeDocument/2006/relationships/tags" Target="../tags/tag48.xml"/><Relationship Id="rId4" Type="http://schemas.openxmlformats.org/officeDocument/2006/relationships/tags" Target="../tags/tag4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6.xml"/><Relationship Id="rId1" Type="http://schemas.openxmlformats.org/officeDocument/2006/relationships/slideLayout" Target="../slideLayouts/slideLayout5.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1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8" Type="http://schemas.openxmlformats.org/officeDocument/2006/relationships/image" Target="../media/image25.svg"/><Relationship Id="rId13" Type="http://schemas.openxmlformats.org/officeDocument/2006/relationships/image" Target="../media/image30.png"/><Relationship Id="rId18" Type="http://schemas.openxmlformats.org/officeDocument/2006/relationships/image" Target="../media/image35.svg"/><Relationship Id="rId3" Type="http://schemas.openxmlformats.org/officeDocument/2006/relationships/image" Target="../media/image20.png"/><Relationship Id="rId21" Type="http://schemas.openxmlformats.org/officeDocument/2006/relationships/image" Target="../media/image38.png"/><Relationship Id="rId7" Type="http://schemas.openxmlformats.org/officeDocument/2006/relationships/image" Target="../media/image24.png"/><Relationship Id="rId12" Type="http://schemas.openxmlformats.org/officeDocument/2006/relationships/image" Target="../media/image29.svg"/><Relationship Id="rId17" Type="http://schemas.openxmlformats.org/officeDocument/2006/relationships/image" Target="../media/image34.png"/><Relationship Id="rId2" Type="http://schemas.openxmlformats.org/officeDocument/2006/relationships/notesSlide" Target="../notesSlides/notesSlide8.xml"/><Relationship Id="rId16" Type="http://schemas.openxmlformats.org/officeDocument/2006/relationships/image" Target="../media/image33.svg"/><Relationship Id="rId20" Type="http://schemas.openxmlformats.org/officeDocument/2006/relationships/image" Target="../media/image37.svg"/><Relationship Id="rId1" Type="http://schemas.openxmlformats.org/officeDocument/2006/relationships/slideLayout" Target="../slideLayouts/slideLayout5.xml"/><Relationship Id="rId6" Type="http://schemas.openxmlformats.org/officeDocument/2006/relationships/image" Target="../media/image23.svg"/><Relationship Id="rId11" Type="http://schemas.openxmlformats.org/officeDocument/2006/relationships/image" Target="../media/image28.png"/><Relationship Id="rId5" Type="http://schemas.openxmlformats.org/officeDocument/2006/relationships/image" Target="../media/image22.png"/><Relationship Id="rId15" Type="http://schemas.openxmlformats.org/officeDocument/2006/relationships/image" Target="../media/image32.png"/><Relationship Id="rId10" Type="http://schemas.openxmlformats.org/officeDocument/2006/relationships/image" Target="../media/image27.svg"/><Relationship Id="rId19" Type="http://schemas.openxmlformats.org/officeDocument/2006/relationships/image" Target="../media/image36.png"/><Relationship Id="rId4" Type="http://schemas.openxmlformats.org/officeDocument/2006/relationships/image" Target="../media/image21.svg"/><Relationship Id="rId9" Type="http://schemas.openxmlformats.org/officeDocument/2006/relationships/image" Target="../media/image26.png"/><Relationship Id="rId14" Type="http://schemas.openxmlformats.org/officeDocument/2006/relationships/image" Target="../media/image31.svg"/><Relationship Id="rId22" Type="http://schemas.openxmlformats.org/officeDocument/2006/relationships/image" Target="../media/image39.svg"/></Relationships>
</file>

<file path=ppt/slides/_rels/slide20.xml.rels><?xml version="1.0" encoding="UTF-8" standalone="yes"?>
<Relationships xmlns="http://schemas.openxmlformats.org/package/2006/relationships"><Relationship Id="rId8" Type="http://schemas.openxmlformats.org/officeDocument/2006/relationships/tags" Target="../tags/tag58.xml"/><Relationship Id="rId13" Type="http://schemas.openxmlformats.org/officeDocument/2006/relationships/tags" Target="../tags/tag63.xml"/><Relationship Id="rId3" Type="http://schemas.openxmlformats.org/officeDocument/2006/relationships/tags" Target="../tags/tag53.xml"/><Relationship Id="rId7" Type="http://schemas.openxmlformats.org/officeDocument/2006/relationships/tags" Target="../tags/tag57.xml"/><Relationship Id="rId12" Type="http://schemas.openxmlformats.org/officeDocument/2006/relationships/tags" Target="../tags/tag62.xml"/><Relationship Id="rId2" Type="http://schemas.openxmlformats.org/officeDocument/2006/relationships/tags" Target="../tags/tag52.xml"/><Relationship Id="rId1" Type="http://schemas.openxmlformats.org/officeDocument/2006/relationships/tags" Target="../tags/tag51.xml"/><Relationship Id="rId6" Type="http://schemas.openxmlformats.org/officeDocument/2006/relationships/tags" Target="../tags/tag56.xml"/><Relationship Id="rId11" Type="http://schemas.openxmlformats.org/officeDocument/2006/relationships/tags" Target="../tags/tag61.xml"/><Relationship Id="rId5" Type="http://schemas.openxmlformats.org/officeDocument/2006/relationships/tags" Target="../tags/tag55.xml"/><Relationship Id="rId15" Type="http://schemas.openxmlformats.org/officeDocument/2006/relationships/notesSlide" Target="../notesSlides/notesSlide9.xml"/><Relationship Id="rId10" Type="http://schemas.openxmlformats.org/officeDocument/2006/relationships/tags" Target="../tags/tag60.xml"/><Relationship Id="rId4" Type="http://schemas.openxmlformats.org/officeDocument/2006/relationships/tags" Target="../tags/tag54.xml"/><Relationship Id="rId9" Type="http://schemas.openxmlformats.org/officeDocument/2006/relationships/tags" Target="../tags/tag59.xml"/><Relationship Id="rId14"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8" Type="http://schemas.openxmlformats.org/officeDocument/2006/relationships/tags" Target="../tags/tag71.xml"/><Relationship Id="rId13" Type="http://schemas.openxmlformats.org/officeDocument/2006/relationships/tags" Target="../tags/tag76.xml"/><Relationship Id="rId18" Type="http://schemas.openxmlformats.org/officeDocument/2006/relationships/tags" Target="../tags/tag81.xml"/><Relationship Id="rId3" Type="http://schemas.openxmlformats.org/officeDocument/2006/relationships/tags" Target="../tags/tag66.xml"/><Relationship Id="rId7" Type="http://schemas.openxmlformats.org/officeDocument/2006/relationships/tags" Target="../tags/tag70.xml"/><Relationship Id="rId12" Type="http://schemas.openxmlformats.org/officeDocument/2006/relationships/tags" Target="../tags/tag75.xml"/><Relationship Id="rId17" Type="http://schemas.openxmlformats.org/officeDocument/2006/relationships/tags" Target="../tags/tag80.xml"/><Relationship Id="rId2" Type="http://schemas.openxmlformats.org/officeDocument/2006/relationships/tags" Target="../tags/tag65.xml"/><Relationship Id="rId16" Type="http://schemas.openxmlformats.org/officeDocument/2006/relationships/tags" Target="../tags/tag79.xml"/><Relationship Id="rId20" Type="http://schemas.openxmlformats.org/officeDocument/2006/relationships/notesSlide" Target="../notesSlides/notesSlide10.xml"/><Relationship Id="rId1" Type="http://schemas.openxmlformats.org/officeDocument/2006/relationships/tags" Target="../tags/tag64.xml"/><Relationship Id="rId6" Type="http://schemas.openxmlformats.org/officeDocument/2006/relationships/tags" Target="../tags/tag69.xml"/><Relationship Id="rId11" Type="http://schemas.openxmlformats.org/officeDocument/2006/relationships/tags" Target="../tags/tag74.xml"/><Relationship Id="rId5" Type="http://schemas.openxmlformats.org/officeDocument/2006/relationships/tags" Target="../tags/tag68.xml"/><Relationship Id="rId15" Type="http://schemas.openxmlformats.org/officeDocument/2006/relationships/tags" Target="../tags/tag78.xml"/><Relationship Id="rId10" Type="http://schemas.openxmlformats.org/officeDocument/2006/relationships/tags" Target="../tags/tag73.xml"/><Relationship Id="rId19" Type="http://schemas.openxmlformats.org/officeDocument/2006/relationships/slideLayout" Target="../slideLayouts/slideLayout5.xml"/><Relationship Id="rId4" Type="http://schemas.openxmlformats.org/officeDocument/2006/relationships/tags" Target="../tags/tag67.xml"/><Relationship Id="rId9" Type="http://schemas.openxmlformats.org/officeDocument/2006/relationships/tags" Target="../tags/tag72.xml"/><Relationship Id="rId14" Type="http://schemas.openxmlformats.org/officeDocument/2006/relationships/tags" Target="../tags/tag77.xml"/></Relationships>
</file>

<file path=ppt/slides/_rels/slide22.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Shape 108"/>
          <p:cNvSpPr/>
          <p:nvPr/>
        </p:nvSpPr>
        <p:spPr>
          <a:xfrm>
            <a:off x="408545" y="1672637"/>
            <a:ext cx="11374910" cy="1128514"/>
          </a:xfrm>
          <a:prstGeom prst="rect">
            <a:avLst/>
          </a:prstGeom>
          <a:ln w="12700">
            <a:miter lim="400000"/>
          </a:ln>
          <a:extLst>
            <a:ext uri="{C572A759-6A51-4108-AA02-DFA0A04FC94B}">
              <ma14:wrappingTextBoxFlag xmlns="" xmlns:ma14="http://schemas.microsoft.com/office/mac/drawingml/2011/main" val="1"/>
            </a:ext>
          </a:extLst>
        </p:spPr>
        <p:txBody>
          <a:bodyPr wrap="none" lIns="25400" tIns="25400" rIns="25400" bIns="25400" anchor="ctr">
            <a:spAutoFit/>
          </a:bodyPr>
          <a:lstStyle>
            <a:lvl1pPr>
              <a:defRPr sz="14000" b="1">
                <a:solidFill>
                  <a:srgbClr val="FFFFFF"/>
                </a:solidFill>
                <a:latin typeface="Helvetica"/>
                <a:ea typeface="Helvetica"/>
                <a:cs typeface="Helvetica"/>
                <a:sym typeface="Helvetica"/>
              </a:defRPr>
            </a:lvl1pPr>
          </a:lstStyle>
          <a:p>
            <a:pPr algn="l"/>
            <a:r>
              <a:rPr lang="zh-CN" altLang="en-US" sz="7000">
                <a:latin typeface="DengXian" charset="-122"/>
                <a:ea typeface="DengXian" charset="-122"/>
                <a:cs typeface="DengXian" charset="-122"/>
              </a:rPr>
              <a:t>金融</a:t>
            </a:r>
            <a:r>
              <a:rPr lang="en-US" altLang="zh-CN" sz="7000">
                <a:latin typeface="DengXian" charset="-122"/>
                <a:ea typeface="DengXian" charset="-122"/>
                <a:cs typeface="DengXian" charset="-122"/>
              </a:rPr>
              <a:t>SaaS</a:t>
            </a:r>
            <a:r>
              <a:rPr lang="zh-CN" altLang="en-US" sz="7000">
                <a:latin typeface="DengXian" charset="-122"/>
                <a:ea typeface="DengXian" charset="-122"/>
                <a:cs typeface="DengXian" charset="-122"/>
              </a:rPr>
              <a:t>平台技术架构分析</a:t>
            </a:r>
            <a:endParaRPr sz="7000" dirty="0">
              <a:latin typeface="DengXian" charset="-122"/>
              <a:ea typeface="DengXian" charset="-122"/>
              <a:cs typeface="DengXian" charset="-122"/>
            </a:endParaRPr>
          </a:p>
        </p:txBody>
      </p:sp>
      <p:sp>
        <p:nvSpPr>
          <p:cNvPr id="109" name="Shape 109"/>
          <p:cNvSpPr/>
          <p:nvPr/>
        </p:nvSpPr>
        <p:spPr>
          <a:xfrm>
            <a:off x="9930834" y="3245652"/>
            <a:ext cx="1452321" cy="999248"/>
          </a:xfrm>
          <a:prstGeom prst="rect">
            <a:avLst/>
          </a:prstGeom>
          <a:ln w="12700">
            <a:miter lim="400000"/>
          </a:ln>
          <a:extLst>
            <a:ext uri="{C572A759-6A51-4108-AA02-DFA0A04FC94B}">
              <ma14:wrappingTextBoxFlag xmlns="" xmlns:ma14="http://schemas.microsoft.com/office/mac/drawingml/2011/main" val="1"/>
            </a:ext>
          </a:extLst>
        </p:spPr>
        <p:txBody>
          <a:bodyPr wrap="none" lIns="25400" tIns="25400" rIns="25400" bIns="25400" anchor="ctr">
            <a:spAutoFit/>
          </a:bodyPr>
          <a:lstStyle>
            <a:lvl1pPr>
              <a:defRPr>
                <a:solidFill>
                  <a:srgbClr val="FFFFFF"/>
                </a:solidFill>
              </a:defRPr>
            </a:lvl1pPr>
          </a:lstStyle>
          <a:p>
            <a:pPr algn="r">
              <a:lnSpc>
                <a:spcPct val="120000"/>
              </a:lnSpc>
            </a:pPr>
            <a:r>
              <a:rPr lang="zh-CN" altLang="en-US" sz="2800"/>
              <a:t>吴万港</a:t>
            </a:r>
            <a:endParaRPr lang="en-US" altLang="zh-CN" sz="2800"/>
          </a:p>
          <a:p>
            <a:pPr algn="r"/>
            <a:r>
              <a:rPr lang="en-US" sz="2800"/>
              <a:t>2022.3.7</a:t>
            </a:r>
            <a:endParaRPr sz="2800" dirty="0"/>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custDataLst>
              <p:tags r:id="rId2"/>
            </p:custDataLst>
          </p:nvPr>
        </p:nvSpPr>
        <p:spPr>
          <a:xfrm>
            <a:off x="3440021" y="1692518"/>
            <a:ext cx="616541" cy="523220"/>
          </a:xfrm>
          <a:prstGeom prst="rect">
            <a:avLst/>
          </a:prstGeom>
          <a:noFill/>
        </p:spPr>
        <p:txBody>
          <a:bodyPr wrap="square" rIns="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3200" b="0" i="0" u="none" strike="noStrike" kern="1200" cap="none" spc="0" normalizeH="0" baseline="0" noProof="0" dirty="0">
                <a:ln>
                  <a:noFill/>
                </a:ln>
                <a:solidFill>
                  <a:srgbClr val="5384EE"/>
                </a:solidFill>
                <a:effectLst/>
                <a:uLnTx/>
                <a:uFillTx/>
                <a:latin typeface="Algerian" panose="04020705040A02060702" pitchFamily="82" charset="0"/>
                <a:ea typeface="Microsoft YaHei" panose="020B0503020204020204" pitchFamily="34" charset="-122"/>
              </a:rPr>
              <a:t>01</a:t>
            </a:r>
          </a:p>
        </p:txBody>
      </p:sp>
      <p:sp>
        <p:nvSpPr>
          <p:cNvPr id="36" name="文本框 35"/>
          <p:cNvSpPr txBox="1"/>
          <p:nvPr>
            <p:custDataLst>
              <p:tags r:id="rId3"/>
            </p:custDataLst>
          </p:nvPr>
        </p:nvSpPr>
        <p:spPr>
          <a:xfrm>
            <a:off x="4056564" y="1687974"/>
            <a:ext cx="4244339" cy="527764"/>
          </a:xfrm>
          <a:prstGeom prst="rect">
            <a:avLst/>
          </a:prstGeom>
          <a:noFill/>
        </p:spPr>
        <p:txBody>
          <a:bodyPr wrap="square" rtlCol="0" anchor="b">
            <a:noAutofit/>
          </a:bodyPr>
          <a:lstStyle/>
          <a:p>
            <a:pPr marL="0" marR="0" lvl="0" indent="0" algn="l" defTabSz="914400" rtl="0" eaLnBrk="1" fontAlgn="auto" latinLnBrk="0" hangingPunct="1">
              <a:lnSpc>
                <a:spcPct val="100000"/>
              </a:lnSpc>
              <a:spcBef>
                <a:spcPts val="0"/>
              </a:spcBef>
              <a:spcAft>
                <a:spcPts val="0"/>
              </a:spcAft>
              <a:buClrTx/>
              <a:buSzPct val="100000"/>
              <a:buFontTx/>
              <a:buNone/>
              <a:tabLst/>
              <a:defRPr/>
            </a:pPr>
            <a:r>
              <a:rPr lang="zh-CN" altLang="en-US" sz="3200" b="1" kern="1200">
                <a:solidFill>
                  <a:srgbClr val="FFFF00"/>
                </a:solidFill>
                <a:latin typeface="Arial" panose="020B0604020202020204" pitchFamily="34" charset="0"/>
                <a:ea typeface="Microsoft YaHei" panose="020B0503020204020204" pitchFamily="34" charset="-122"/>
              </a:rPr>
              <a:t>云的形态</a:t>
            </a:r>
            <a:endParaRPr kumimoji="0" lang="zh-CN" altLang="en-US" sz="3200" b="1" i="0" u="none" strike="noStrike" kern="1200" cap="none" spc="0" normalizeH="0" baseline="0" noProof="0" dirty="0">
              <a:ln>
                <a:noFill/>
              </a:ln>
              <a:solidFill>
                <a:srgbClr val="FFFF00"/>
              </a:solidFill>
              <a:effectLst/>
              <a:uLnTx/>
              <a:uFillTx/>
              <a:latin typeface="Arial" panose="020B0604020202020204" pitchFamily="34" charset="0"/>
              <a:ea typeface="Microsoft YaHei" panose="020B0503020204020204" pitchFamily="34" charset="-122"/>
              <a:cs typeface="+mn-cs"/>
            </a:endParaRPr>
          </a:p>
        </p:txBody>
      </p:sp>
      <p:sp>
        <p:nvSpPr>
          <p:cNvPr id="43" name="文本框 42"/>
          <p:cNvSpPr txBox="1"/>
          <p:nvPr>
            <p:custDataLst>
              <p:tags r:id="rId4"/>
            </p:custDataLst>
          </p:nvPr>
        </p:nvSpPr>
        <p:spPr>
          <a:xfrm>
            <a:off x="4056564" y="2568988"/>
            <a:ext cx="4244339" cy="527764"/>
          </a:xfrm>
          <a:prstGeom prst="rect">
            <a:avLst/>
          </a:prstGeom>
          <a:noFill/>
        </p:spPr>
        <p:txBody>
          <a:bodyPr wrap="square" rtlCol="0" anchor="b">
            <a:noAutofit/>
          </a:bodyPr>
          <a:lstStyle/>
          <a:p>
            <a:pPr marL="0" marR="0" lvl="0" indent="0" algn="l" defTabSz="914400" rtl="0" eaLnBrk="1" fontAlgn="auto" latinLnBrk="0" hangingPunct="1">
              <a:lnSpc>
                <a:spcPct val="100000"/>
              </a:lnSpc>
              <a:spcBef>
                <a:spcPts val="0"/>
              </a:spcBef>
              <a:spcAft>
                <a:spcPts val="0"/>
              </a:spcAft>
              <a:buClrTx/>
              <a:buSzPct val="100000"/>
              <a:buFontTx/>
              <a:buNone/>
              <a:tabLst/>
              <a:defRPr/>
            </a:pPr>
            <a:r>
              <a:rPr kumimoji="0" lang="zh-CN" altLang="en-US" sz="3200" b="1" i="0" u="none" strike="noStrike" kern="1200" cap="none" spc="0" normalizeH="0" baseline="0" noProof="0">
                <a:ln>
                  <a:noFill/>
                </a:ln>
                <a:solidFill>
                  <a:srgbClr val="00B0F0"/>
                </a:solidFill>
                <a:effectLst/>
                <a:uLnTx/>
                <a:uFillTx/>
                <a:latin typeface="Arial" panose="020B0604020202020204" pitchFamily="34" charset="0"/>
                <a:ea typeface="Microsoft YaHei" panose="020B0503020204020204" pitchFamily="34" charset="-122"/>
                <a:cs typeface="+mn-cs"/>
                <a:sym typeface="+mn-ea"/>
              </a:rPr>
              <a:t>金融</a:t>
            </a:r>
            <a:r>
              <a:rPr kumimoji="0" lang="en-US" altLang="zh-CN" sz="3200" b="1" i="0" u="none" strike="noStrike" kern="1200" cap="none" spc="0" normalizeH="0" baseline="0" noProof="0">
                <a:ln>
                  <a:noFill/>
                </a:ln>
                <a:solidFill>
                  <a:srgbClr val="00B0F0"/>
                </a:solidFill>
                <a:effectLst/>
                <a:uLnTx/>
                <a:uFillTx/>
                <a:latin typeface="Arial" panose="020B0604020202020204" pitchFamily="34" charset="0"/>
                <a:ea typeface="Microsoft YaHei" panose="020B0503020204020204" pitchFamily="34" charset="-122"/>
                <a:cs typeface="+mn-cs"/>
                <a:sym typeface="+mn-ea"/>
              </a:rPr>
              <a:t>SaaS</a:t>
            </a:r>
            <a:r>
              <a:rPr lang="zh-CN" altLang="en-US" sz="3200" b="1" kern="1200">
                <a:solidFill>
                  <a:srgbClr val="00B0F0"/>
                </a:solidFill>
                <a:latin typeface="Arial" panose="020B0604020202020204" pitchFamily="34" charset="0"/>
                <a:ea typeface="Microsoft YaHei" panose="020B0503020204020204" pitchFamily="34" charset="-122"/>
                <a:sym typeface="+mn-ea"/>
              </a:rPr>
              <a:t>市场</a:t>
            </a:r>
            <a:endParaRPr kumimoji="0" lang="zh-CN" altLang="en-US" sz="3200" b="1" i="0" u="none" strike="noStrike" kern="1200" cap="none" spc="0" normalizeH="0" baseline="0" noProof="0" dirty="0">
              <a:ln>
                <a:noFill/>
              </a:ln>
              <a:solidFill>
                <a:srgbClr val="00B0F0"/>
              </a:solidFill>
              <a:effectLst/>
              <a:uLnTx/>
              <a:uFillTx/>
              <a:latin typeface="Arial" panose="020B0604020202020204" pitchFamily="34" charset="0"/>
              <a:ea typeface="Microsoft YaHei" panose="020B0503020204020204" pitchFamily="34" charset="-122"/>
              <a:cs typeface="+mn-cs"/>
              <a:sym typeface="+mn-ea"/>
            </a:endParaRPr>
          </a:p>
        </p:txBody>
      </p:sp>
      <p:sp>
        <p:nvSpPr>
          <p:cNvPr id="42" name="文本框 41"/>
          <p:cNvSpPr txBox="1"/>
          <p:nvPr>
            <p:custDataLst>
              <p:tags r:id="rId5"/>
            </p:custDataLst>
          </p:nvPr>
        </p:nvSpPr>
        <p:spPr>
          <a:xfrm>
            <a:off x="3440021" y="2571240"/>
            <a:ext cx="616585" cy="523240"/>
          </a:xfrm>
          <a:prstGeom prst="rect">
            <a:avLst/>
          </a:prstGeom>
          <a:noFill/>
        </p:spPr>
        <p:txBody>
          <a:bodyPr wrap="square" rIns="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3200" b="0" i="0" u="none" strike="noStrike" kern="1200" cap="none" spc="0" normalizeH="0" baseline="0" noProof="0" dirty="0">
                <a:ln>
                  <a:noFill/>
                </a:ln>
                <a:solidFill>
                  <a:srgbClr val="5384EE"/>
                </a:solidFill>
                <a:effectLst/>
                <a:uLnTx/>
                <a:uFillTx/>
                <a:latin typeface="Algerian" panose="04020705040A02060702" pitchFamily="82" charset="0"/>
                <a:ea typeface="Microsoft YaHei" panose="020B0503020204020204" pitchFamily="34" charset="-122"/>
              </a:rPr>
              <a:t>02</a:t>
            </a:r>
          </a:p>
        </p:txBody>
      </p:sp>
      <p:sp>
        <p:nvSpPr>
          <p:cNvPr id="56" name="文本框 55"/>
          <p:cNvSpPr txBox="1"/>
          <p:nvPr>
            <p:custDataLst>
              <p:tags r:id="rId6"/>
            </p:custDataLst>
          </p:nvPr>
        </p:nvSpPr>
        <p:spPr>
          <a:xfrm>
            <a:off x="3440024" y="3441408"/>
            <a:ext cx="616541" cy="523220"/>
          </a:xfrm>
          <a:prstGeom prst="rect">
            <a:avLst/>
          </a:prstGeom>
          <a:noFill/>
        </p:spPr>
        <p:txBody>
          <a:bodyPr wrap="square" rIns="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3200" b="0" i="0" u="none" strike="noStrike" kern="1200" cap="none" spc="0" normalizeH="0" baseline="0" noProof="0" dirty="0">
                <a:ln>
                  <a:noFill/>
                </a:ln>
                <a:solidFill>
                  <a:srgbClr val="5384EE"/>
                </a:solidFill>
                <a:effectLst/>
                <a:uLnTx/>
                <a:uFillTx/>
                <a:latin typeface="Algerian" panose="04020705040A02060702" pitchFamily="82" charset="0"/>
                <a:ea typeface="Microsoft YaHei" panose="020B0503020204020204" pitchFamily="34" charset="-122"/>
              </a:rPr>
              <a:t>03</a:t>
            </a:r>
          </a:p>
        </p:txBody>
      </p:sp>
      <p:sp>
        <p:nvSpPr>
          <p:cNvPr id="57" name="文本框 56"/>
          <p:cNvSpPr txBox="1"/>
          <p:nvPr>
            <p:custDataLst>
              <p:tags r:id="rId7"/>
            </p:custDataLst>
          </p:nvPr>
        </p:nvSpPr>
        <p:spPr>
          <a:xfrm>
            <a:off x="4056564" y="3443196"/>
            <a:ext cx="4244339" cy="527764"/>
          </a:xfrm>
          <a:prstGeom prst="rect">
            <a:avLst/>
          </a:prstGeom>
          <a:noFill/>
        </p:spPr>
        <p:txBody>
          <a:bodyPr wrap="square" rtlCol="0" anchor="b">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3200" b="1" i="0" u="none" strike="noStrike" kern="1200" cap="none" spc="0" normalizeH="0" baseline="0" noProof="0">
                <a:ln>
                  <a:noFill/>
                </a:ln>
                <a:solidFill>
                  <a:srgbClr val="00B0F0"/>
                </a:solidFill>
                <a:effectLst/>
                <a:uLnTx/>
                <a:uFillTx/>
                <a:latin typeface="Arial" panose="020B0604020202020204" pitchFamily="34" charset="0"/>
                <a:ea typeface="Microsoft YaHei" panose="020B0503020204020204" pitchFamily="34" charset="-122"/>
                <a:cs typeface="+mn-cs"/>
              </a:rPr>
              <a:t>金融</a:t>
            </a:r>
            <a:r>
              <a:rPr kumimoji="0" lang="en-US" altLang="zh-CN" sz="3200" b="1" i="0" u="none" strike="noStrike" kern="1200" cap="none" spc="0" normalizeH="0" baseline="0" noProof="0">
                <a:ln>
                  <a:noFill/>
                </a:ln>
                <a:solidFill>
                  <a:srgbClr val="00B0F0"/>
                </a:solidFill>
                <a:effectLst/>
                <a:uLnTx/>
                <a:uFillTx/>
                <a:latin typeface="Arial" panose="020B0604020202020204" pitchFamily="34" charset="0"/>
                <a:ea typeface="Microsoft YaHei" panose="020B0503020204020204" pitchFamily="34" charset="-122"/>
                <a:cs typeface="+mn-cs"/>
              </a:rPr>
              <a:t>SaaS</a:t>
            </a:r>
            <a:r>
              <a:rPr kumimoji="0" lang="zh-CN" altLang="en-US" sz="3200" b="1" i="0" u="none" strike="noStrike" kern="1200" cap="none" spc="0" normalizeH="0" baseline="0" noProof="0">
                <a:ln>
                  <a:noFill/>
                </a:ln>
                <a:solidFill>
                  <a:srgbClr val="00B0F0"/>
                </a:solidFill>
                <a:effectLst/>
                <a:uLnTx/>
                <a:uFillTx/>
                <a:latin typeface="Arial" panose="020B0604020202020204" pitchFamily="34" charset="0"/>
                <a:ea typeface="Microsoft YaHei" panose="020B0503020204020204" pitchFamily="34" charset="-122"/>
                <a:cs typeface="+mn-cs"/>
              </a:rPr>
              <a:t>技术架构</a:t>
            </a:r>
            <a:endParaRPr kumimoji="0" lang="zh-CN" altLang="en-US" sz="3200" b="1" i="0" u="none" strike="noStrike" kern="1200" cap="none" spc="0" normalizeH="0" baseline="0" noProof="0" dirty="0">
              <a:ln>
                <a:noFill/>
              </a:ln>
              <a:solidFill>
                <a:srgbClr val="00B0F0"/>
              </a:solidFill>
              <a:effectLst/>
              <a:uLnTx/>
              <a:uFillTx/>
              <a:latin typeface="Arial" panose="020B0604020202020204" pitchFamily="34" charset="0"/>
              <a:ea typeface="Microsoft YaHei" panose="020B0503020204020204" pitchFamily="34" charset="-122"/>
              <a:cs typeface="+mn-cs"/>
            </a:endParaRPr>
          </a:p>
        </p:txBody>
      </p:sp>
    </p:spTree>
    <p:custDataLst>
      <p:tags r:id="rId1"/>
    </p:custDataLst>
  </p:cSld>
  <p:clrMapOvr>
    <a:masterClrMapping/>
  </p:clrMapOvr>
  <mc:AlternateContent xmlns:mc="http://schemas.openxmlformats.org/markup-compatibility/2006" xmlns:p14="http://schemas.microsoft.com/office/powerpoint/2010/main">
    <mc:Choice Requires="p14">
      <p:transition/>
    </mc:Choice>
    <mc:Fallback xmlns="">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34576" y="696595"/>
            <a:ext cx="10502900" cy="576263"/>
          </a:xfrm>
        </p:spPr>
        <p:txBody>
          <a:bodyPr/>
          <a:lstStyle/>
          <a:p>
            <a:r>
              <a:rPr lang="zh-CN" altLang="en-US"/>
              <a:t>云的经典服务模式</a:t>
            </a:r>
            <a:endParaRPr lang="zh-CN" altLang="en-US" dirty="0"/>
          </a:p>
        </p:txBody>
      </p:sp>
      <p:pic>
        <p:nvPicPr>
          <p:cNvPr id="8" name="Picture 7">
            <a:extLst>
              <a:ext uri="{FF2B5EF4-FFF2-40B4-BE49-F238E27FC236}">
                <a16:creationId xmlns:a16="http://schemas.microsoft.com/office/drawing/2014/main" id="{CE713188-1220-460E-889F-6A4622C0CC98}"/>
              </a:ext>
            </a:extLst>
          </p:cNvPr>
          <p:cNvPicPr>
            <a:picLocks noChangeAspect="1"/>
          </p:cNvPicPr>
          <p:nvPr/>
        </p:nvPicPr>
        <p:blipFill>
          <a:blip r:embed="rId2"/>
          <a:stretch>
            <a:fillRect/>
          </a:stretch>
        </p:blipFill>
        <p:spPr>
          <a:xfrm>
            <a:off x="0" y="1272858"/>
            <a:ext cx="12192000" cy="5330615"/>
          </a:xfrm>
          <a:prstGeom prst="rect">
            <a:avLst/>
          </a:prstGeom>
        </p:spPr>
      </p:pic>
    </p:spTree>
  </p:cSld>
  <p:clrMapOvr>
    <a:masterClrMapping/>
  </p:clrMapOvr>
  <p:transition spd="slow"/>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34576" y="696595"/>
            <a:ext cx="10502900" cy="576263"/>
          </a:xfrm>
        </p:spPr>
        <p:txBody>
          <a:bodyPr/>
          <a:lstStyle/>
          <a:p>
            <a:r>
              <a:rPr lang="zh-CN" altLang="en-US"/>
              <a:t>云的形态变化</a:t>
            </a:r>
            <a:endParaRPr lang="zh-CN" altLang="en-US" dirty="0"/>
          </a:p>
        </p:txBody>
      </p:sp>
      <p:pic>
        <p:nvPicPr>
          <p:cNvPr id="4" name="Picture 3">
            <a:extLst>
              <a:ext uri="{FF2B5EF4-FFF2-40B4-BE49-F238E27FC236}">
                <a16:creationId xmlns:a16="http://schemas.microsoft.com/office/drawing/2014/main" id="{3B89F124-832A-41DF-97C5-DA54908AE5CB}"/>
              </a:ext>
            </a:extLst>
          </p:cNvPr>
          <p:cNvPicPr>
            <a:picLocks noChangeAspect="1"/>
          </p:cNvPicPr>
          <p:nvPr/>
        </p:nvPicPr>
        <p:blipFill>
          <a:blip r:embed="rId2"/>
          <a:stretch>
            <a:fillRect/>
          </a:stretch>
        </p:blipFill>
        <p:spPr>
          <a:xfrm>
            <a:off x="260303" y="1272858"/>
            <a:ext cx="11559494" cy="5275288"/>
          </a:xfrm>
          <a:prstGeom prst="rect">
            <a:avLst/>
          </a:prstGeom>
        </p:spPr>
      </p:pic>
    </p:spTree>
    <p:extLst>
      <p:ext uri="{BB962C8B-B14F-4D97-AF65-F5344CB8AC3E}">
        <p14:creationId xmlns:p14="http://schemas.microsoft.com/office/powerpoint/2010/main" val="2564692509"/>
      </p:ext>
    </p:extLst>
  </p:cSld>
  <p:clrMapOvr>
    <a:masterClrMapping/>
  </p:clrMapOvr>
  <p:transition spd="slow"/>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为何需要云</a:t>
            </a:r>
          </a:p>
        </p:txBody>
      </p:sp>
      <p:sp>
        <p:nvSpPr>
          <p:cNvPr id="8" name="矩形 41">
            <a:extLst>
              <a:ext uri="{FF2B5EF4-FFF2-40B4-BE49-F238E27FC236}">
                <a16:creationId xmlns:a16="http://schemas.microsoft.com/office/drawing/2014/main" id="{D6C5B915-5492-4FD2-8FDC-337B45C84B51}"/>
              </a:ext>
            </a:extLst>
          </p:cNvPr>
          <p:cNvSpPr/>
          <p:nvPr/>
        </p:nvSpPr>
        <p:spPr>
          <a:xfrm>
            <a:off x="1831612" y="2408955"/>
            <a:ext cx="2652335" cy="149925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285750" indent="-285750" algn="l" eaLnBrk="1" fontAlgn="auto" hangingPunct="1">
              <a:lnSpc>
                <a:spcPct val="150000"/>
              </a:lnSpc>
              <a:spcBef>
                <a:spcPts val="0"/>
              </a:spcBef>
              <a:spcAft>
                <a:spcPts val="0"/>
              </a:spcAft>
              <a:buFont typeface="Wingdings" panose="05000000000000000000" pitchFamily="2" charset="2"/>
              <a:buChar char="v"/>
              <a:defRPr/>
            </a:pPr>
            <a:r>
              <a:rPr lang="zh-CN" altLang="en-US" sz="2000" kern="0">
                <a:solidFill>
                  <a:schemeClr val="tx1">
                    <a:lumMod val="75000"/>
                    <a:lumOff val="25000"/>
                  </a:schemeClr>
                </a:solidFill>
                <a:latin typeface="Microsoft YaHei" panose="020B0503020204020204" pitchFamily="34" charset="-122"/>
                <a:ea typeface="Microsoft YaHei" panose="020B0503020204020204" pitchFamily="34" charset="-122"/>
                <a:cs typeface="Arial" panose="020B0604020202020204" pitchFamily="34" charset="0"/>
              </a:rPr>
              <a:t>计算规模</a:t>
            </a:r>
            <a:endParaRPr lang="en-US" altLang="zh-CN" sz="2000" kern="0">
              <a:solidFill>
                <a:schemeClr val="tx1">
                  <a:lumMod val="75000"/>
                  <a:lumOff val="25000"/>
                </a:schemeClr>
              </a:solidFill>
              <a:latin typeface="Microsoft YaHei" panose="020B0503020204020204" pitchFamily="34" charset="-122"/>
              <a:ea typeface="Microsoft YaHei" panose="020B0503020204020204" pitchFamily="34" charset="-122"/>
              <a:cs typeface="Arial" panose="020B0604020202020204" pitchFamily="34" charset="0"/>
            </a:endParaRPr>
          </a:p>
          <a:p>
            <a:pPr marL="285750" indent="-285750" algn="l" eaLnBrk="1" fontAlgn="auto" hangingPunct="1">
              <a:lnSpc>
                <a:spcPct val="150000"/>
              </a:lnSpc>
              <a:spcBef>
                <a:spcPts val="0"/>
              </a:spcBef>
              <a:spcAft>
                <a:spcPts val="0"/>
              </a:spcAft>
              <a:buFont typeface="Wingdings" panose="05000000000000000000" pitchFamily="2" charset="2"/>
              <a:buChar char="v"/>
              <a:defRPr/>
            </a:pPr>
            <a:r>
              <a:rPr lang="zh-CN" altLang="en-US" sz="2000" kern="0">
                <a:solidFill>
                  <a:schemeClr val="tx1">
                    <a:lumMod val="75000"/>
                    <a:lumOff val="25000"/>
                  </a:schemeClr>
                </a:solidFill>
                <a:latin typeface="Microsoft YaHei" panose="020B0503020204020204" pitchFamily="34" charset="-122"/>
                <a:ea typeface="Microsoft YaHei" panose="020B0503020204020204" pitchFamily="34" charset="-122"/>
                <a:cs typeface="Arial" panose="020B0604020202020204" pitchFamily="34" charset="0"/>
              </a:rPr>
              <a:t>成本因素</a:t>
            </a:r>
            <a:endParaRPr lang="en-US" altLang="zh-CN" sz="2000" kern="0">
              <a:solidFill>
                <a:schemeClr val="tx1">
                  <a:lumMod val="75000"/>
                  <a:lumOff val="25000"/>
                </a:schemeClr>
              </a:solidFill>
              <a:latin typeface="Microsoft YaHei" panose="020B0503020204020204" pitchFamily="34" charset="-122"/>
              <a:ea typeface="Microsoft YaHei" panose="020B0503020204020204" pitchFamily="34" charset="-122"/>
              <a:cs typeface="Arial" panose="020B0604020202020204" pitchFamily="34" charset="0"/>
            </a:endParaRPr>
          </a:p>
          <a:p>
            <a:pPr marL="285750" indent="-285750" algn="l" eaLnBrk="1" fontAlgn="auto" hangingPunct="1">
              <a:lnSpc>
                <a:spcPct val="150000"/>
              </a:lnSpc>
              <a:spcBef>
                <a:spcPts val="0"/>
              </a:spcBef>
              <a:spcAft>
                <a:spcPts val="0"/>
              </a:spcAft>
              <a:buFont typeface="Wingdings" panose="05000000000000000000" pitchFamily="2" charset="2"/>
              <a:buChar char="v"/>
              <a:defRPr/>
            </a:pPr>
            <a:r>
              <a:rPr lang="zh-CN" altLang="en-US" sz="2000">
                <a:solidFill>
                  <a:schemeClr val="tx1">
                    <a:lumMod val="75000"/>
                    <a:lumOff val="25000"/>
                  </a:schemeClr>
                </a:solidFill>
                <a:latin typeface="Microsoft YaHei" panose="020B0503020204020204" pitchFamily="34" charset="-122"/>
                <a:ea typeface="Microsoft YaHei" panose="020B0503020204020204" pitchFamily="34" charset="-122"/>
                <a:cs typeface="Arial" panose="020B0604020202020204" pitchFamily="34" charset="0"/>
              </a:rPr>
              <a:t>用户心智</a:t>
            </a:r>
            <a:endParaRPr lang="zh-CN" altLang="en-US" sz="2000" kern="0" dirty="0">
              <a:solidFill>
                <a:schemeClr val="tx1">
                  <a:lumMod val="75000"/>
                  <a:lumOff val="25000"/>
                </a:schemeClr>
              </a:solidFill>
              <a:latin typeface="Microsoft YaHei" panose="020B0503020204020204" pitchFamily="34" charset="-122"/>
              <a:ea typeface="Microsoft YaHei" panose="020B0503020204020204" pitchFamily="34" charset="-122"/>
              <a:cs typeface="Arial" panose="020B0604020202020204" pitchFamily="34" charset="0"/>
            </a:endParaRPr>
          </a:p>
        </p:txBody>
      </p:sp>
      <p:sp>
        <p:nvSpPr>
          <p:cNvPr id="9" name="矩形 43">
            <a:extLst>
              <a:ext uri="{FF2B5EF4-FFF2-40B4-BE49-F238E27FC236}">
                <a16:creationId xmlns:a16="http://schemas.microsoft.com/office/drawing/2014/main" id="{6E2F2319-34D2-4986-BC1B-CDFBBFE109BE}"/>
              </a:ext>
            </a:extLst>
          </p:cNvPr>
          <p:cNvSpPr/>
          <p:nvPr/>
        </p:nvSpPr>
        <p:spPr>
          <a:xfrm>
            <a:off x="4964537" y="2408955"/>
            <a:ext cx="3206997" cy="149925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285750" indent="-285750" algn="l">
              <a:lnSpc>
                <a:spcPct val="150000"/>
              </a:lnSpc>
              <a:spcBef>
                <a:spcPts val="0"/>
              </a:spcBef>
              <a:spcAft>
                <a:spcPts val="0"/>
              </a:spcAft>
              <a:buClrTx/>
              <a:buSzTx/>
              <a:buFont typeface="Wingdings" panose="05000000000000000000" pitchFamily="2" charset="2"/>
              <a:buChar char="v"/>
              <a:defRPr/>
            </a:pPr>
            <a:r>
              <a:rPr lang="zh-CN" altLang="en-US" sz="2000" kern="0">
                <a:solidFill>
                  <a:schemeClr val="tx1">
                    <a:lumMod val="75000"/>
                    <a:lumOff val="25000"/>
                  </a:schemeClr>
                </a:solidFill>
                <a:latin typeface="Microsoft YaHei" panose="020B0503020204020204" pitchFamily="34" charset="-122"/>
                <a:ea typeface="Microsoft YaHei" panose="020B0503020204020204" pitchFamily="34" charset="-122"/>
                <a:cs typeface="Arial" panose="020B0604020202020204" pitchFamily="34" charset="0"/>
              </a:rPr>
              <a:t>财务表现</a:t>
            </a:r>
            <a:endParaRPr lang="en-US" altLang="zh-CN" sz="2000" kern="0">
              <a:solidFill>
                <a:schemeClr val="tx1">
                  <a:lumMod val="75000"/>
                  <a:lumOff val="25000"/>
                </a:schemeClr>
              </a:solidFill>
              <a:latin typeface="Microsoft YaHei" panose="020B0503020204020204" pitchFamily="34" charset="-122"/>
              <a:ea typeface="Microsoft YaHei" panose="020B0503020204020204" pitchFamily="34" charset="-122"/>
              <a:cs typeface="Arial" panose="020B0604020202020204" pitchFamily="34" charset="0"/>
            </a:endParaRPr>
          </a:p>
          <a:p>
            <a:pPr marL="285750" indent="-285750" algn="l">
              <a:lnSpc>
                <a:spcPct val="150000"/>
              </a:lnSpc>
              <a:spcBef>
                <a:spcPts val="0"/>
              </a:spcBef>
              <a:spcAft>
                <a:spcPts val="0"/>
              </a:spcAft>
              <a:buClrTx/>
              <a:buSzTx/>
              <a:buFont typeface="Wingdings" panose="05000000000000000000" pitchFamily="2" charset="2"/>
              <a:buChar char="v"/>
              <a:defRPr/>
            </a:pPr>
            <a:r>
              <a:rPr lang="zh-CN" altLang="en-US" sz="2000">
                <a:solidFill>
                  <a:schemeClr val="tx1">
                    <a:lumMod val="75000"/>
                    <a:lumOff val="25000"/>
                  </a:schemeClr>
                </a:solidFill>
                <a:latin typeface="Microsoft YaHei" panose="020B0503020204020204" pitchFamily="34" charset="-122"/>
                <a:ea typeface="Microsoft YaHei" panose="020B0503020204020204" pitchFamily="34" charset="-122"/>
                <a:cs typeface="Arial" panose="020B0604020202020204" pitchFamily="34" charset="0"/>
              </a:rPr>
              <a:t>市场策略</a:t>
            </a:r>
            <a:endParaRPr lang="en-US" altLang="zh-CN" sz="2000">
              <a:solidFill>
                <a:schemeClr val="tx1">
                  <a:lumMod val="75000"/>
                  <a:lumOff val="25000"/>
                </a:schemeClr>
              </a:solidFill>
              <a:latin typeface="Microsoft YaHei" panose="020B0503020204020204" pitchFamily="34" charset="-122"/>
              <a:ea typeface="Microsoft YaHei" panose="020B0503020204020204" pitchFamily="34" charset="-122"/>
              <a:cs typeface="Arial" panose="020B0604020202020204" pitchFamily="34" charset="0"/>
            </a:endParaRPr>
          </a:p>
          <a:p>
            <a:pPr marL="285750" indent="-285750" algn="l">
              <a:lnSpc>
                <a:spcPct val="150000"/>
              </a:lnSpc>
              <a:spcBef>
                <a:spcPts val="0"/>
              </a:spcBef>
              <a:spcAft>
                <a:spcPts val="0"/>
              </a:spcAft>
              <a:buClrTx/>
              <a:buSzTx/>
              <a:buFont typeface="Wingdings" panose="05000000000000000000" pitchFamily="2" charset="2"/>
              <a:buChar char="v"/>
              <a:defRPr/>
            </a:pPr>
            <a:r>
              <a:rPr lang="zh-CN" altLang="en-US" sz="2000" kern="0">
                <a:solidFill>
                  <a:schemeClr val="tx1">
                    <a:lumMod val="75000"/>
                    <a:lumOff val="25000"/>
                  </a:schemeClr>
                </a:solidFill>
                <a:latin typeface="Microsoft YaHei" panose="020B0503020204020204" pitchFamily="34" charset="-122"/>
                <a:ea typeface="Microsoft YaHei" panose="020B0503020204020204" pitchFamily="34" charset="-122"/>
                <a:cs typeface="Arial" panose="020B0604020202020204" pitchFamily="34" charset="0"/>
              </a:rPr>
              <a:t>竞合边界</a:t>
            </a:r>
            <a:endParaRPr lang="zh-CN" altLang="en-US" sz="2000" kern="0" dirty="0">
              <a:solidFill>
                <a:schemeClr val="tx1">
                  <a:lumMod val="75000"/>
                  <a:lumOff val="25000"/>
                </a:schemeClr>
              </a:solidFill>
              <a:latin typeface="Microsoft YaHei" panose="020B0503020204020204" pitchFamily="34" charset="-122"/>
              <a:ea typeface="Microsoft YaHei" panose="020B0503020204020204" pitchFamily="34" charset="-122"/>
              <a:cs typeface="Arial" panose="020B0604020202020204" pitchFamily="34" charset="0"/>
            </a:endParaRPr>
          </a:p>
        </p:txBody>
      </p:sp>
      <p:sp>
        <p:nvSpPr>
          <p:cNvPr id="10" name="矩形 45">
            <a:extLst>
              <a:ext uri="{FF2B5EF4-FFF2-40B4-BE49-F238E27FC236}">
                <a16:creationId xmlns:a16="http://schemas.microsoft.com/office/drawing/2014/main" id="{34E40615-6945-40A9-B9AF-E74C2AD7E994}"/>
              </a:ext>
            </a:extLst>
          </p:cNvPr>
          <p:cNvSpPr/>
          <p:nvPr/>
        </p:nvSpPr>
        <p:spPr>
          <a:xfrm>
            <a:off x="8488599" y="2434939"/>
            <a:ext cx="2655570" cy="147769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342900" indent="-342900" algn="l">
              <a:lnSpc>
                <a:spcPct val="150000"/>
              </a:lnSpc>
              <a:spcBef>
                <a:spcPts val="0"/>
              </a:spcBef>
              <a:spcAft>
                <a:spcPts val="0"/>
              </a:spcAft>
              <a:buClrTx/>
              <a:buSzTx/>
              <a:buFont typeface="Wingdings" panose="05000000000000000000" pitchFamily="2" charset="2"/>
              <a:buChar char="v"/>
              <a:defRPr/>
            </a:pPr>
            <a:r>
              <a:rPr lang="zh-CN" altLang="en-US" sz="2000" kern="0">
                <a:solidFill>
                  <a:schemeClr val="tx1">
                    <a:lumMod val="75000"/>
                    <a:lumOff val="25000"/>
                  </a:schemeClr>
                </a:solidFill>
                <a:latin typeface="Microsoft YaHei" panose="020B0503020204020204" pitchFamily="34" charset="-122"/>
                <a:ea typeface="Microsoft YaHei" panose="020B0503020204020204" pitchFamily="34" charset="-122"/>
                <a:cs typeface="Arial" panose="020B0604020202020204" pitchFamily="34" charset="0"/>
              </a:rPr>
              <a:t>用户形态</a:t>
            </a:r>
            <a:endParaRPr lang="en-US" altLang="zh-CN" sz="2000" kern="0">
              <a:solidFill>
                <a:schemeClr val="tx1">
                  <a:lumMod val="75000"/>
                  <a:lumOff val="25000"/>
                </a:schemeClr>
              </a:solidFill>
              <a:latin typeface="Microsoft YaHei" panose="020B0503020204020204" pitchFamily="34" charset="-122"/>
              <a:ea typeface="Microsoft YaHei" panose="020B0503020204020204" pitchFamily="34" charset="-122"/>
              <a:cs typeface="Arial" panose="020B0604020202020204" pitchFamily="34" charset="0"/>
            </a:endParaRPr>
          </a:p>
          <a:p>
            <a:pPr marL="342900" indent="-342900" algn="l">
              <a:lnSpc>
                <a:spcPct val="150000"/>
              </a:lnSpc>
              <a:spcBef>
                <a:spcPts val="0"/>
              </a:spcBef>
              <a:spcAft>
                <a:spcPts val="0"/>
              </a:spcAft>
              <a:buClrTx/>
              <a:buSzTx/>
              <a:buFont typeface="Wingdings" panose="05000000000000000000" pitchFamily="2" charset="2"/>
              <a:buChar char="v"/>
              <a:defRPr/>
            </a:pPr>
            <a:r>
              <a:rPr lang="zh-CN" altLang="en-US" sz="2000">
                <a:solidFill>
                  <a:schemeClr val="tx1">
                    <a:lumMod val="75000"/>
                    <a:lumOff val="25000"/>
                  </a:schemeClr>
                </a:solidFill>
                <a:latin typeface="Microsoft YaHei" panose="020B0503020204020204" pitchFamily="34" charset="-122"/>
                <a:ea typeface="Microsoft YaHei" panose="020B0503020204020204" pitchFamily="34" charset="-122"/>
                <a:cs typeface="Arial" panose="020B0604020202020204" pitchFamily="34" charset="0"/>
              </a:rPr>
              <a:t>平台生态</a:t>
            </a:r>
            <a:endParaRPr lang="en-US" altLang="zh-CN" sz="2000">
              <a:solidFill>
                <a:schemeClr val="tx1">
                  <a:lumMod val="75000"/>
                  <a:lumOff val="25000"/>
                </a:schemeClr>
              </a:solidFill>
              <a:latin typeface="Microsoft YaHei" panose="020B0503020204020204" pitchFamily="34" charset="-122"/>
              <a:ea typeface="Microsoft YaHei" panose="020B0503020204020204" pitchFamily="34" charset="-122"/>
              <a:cs typeface="Arial" panose="020B0604020202020204" pitchFamily="34" charset="0"/>
            </a:endParaRPr>
          </a:p>
          <a:p>
            <a:pPr marL="342900" indent="-342900" algn="l">
              <a:lnSpc>
                <a:spcPct val="150000"/>
              </a:lnSpc>
              <a:spcBef>
                <a:spcPts val="0"/>
              </a:spcBef>
              <a:spcAft>
                <a:spcPts val="0"/>
              </a:spcAft>
              <a:buClrTx/>
              <a:buSzTx/>
              <a:buFont typeface="Wingdings" panose="05000000000000000000" pitchFamily="2" charset="2"/>
              <a:buChar char="v"/>
              <a:defRPr/>
            </a:pPr>
            <a:r>
              <a:rPr lang="zh-CN" altLang="en-US" sz="2000" kern="0">
                <a:solidFill>
                  <a:schemeClr val="tx1">
                    <a:lumMod val="75000"/>
                    <a:lumOff val="25000"/>
                  </a:schemeClr>
                </a:solidFill>
                <a:latin typeface="Microsoft YaHei" panose="020B0503020204020204" pitchFamily="34" charset="-122"/>
                <a:ea typeface="Microsoft YaHei" panose="020B0503020204020204" pitchFamily="34" charset="-122"/>
                <a:cs typeface="Arial" panose="020B0604020202020204" pitchFamily="34" charset="0"/>
              </a:rPr>
              <a:t>社会分工</a:t>
            </a:r>
            <a:endParaRPr lang="zh-CN" altLang="en-US" sz="2000" kern="0" dirty="0">
              <a:solidFill>
                <a:schemeClr val="tx1">
                  <a:lumMod val="75000"/>
                  <a:lumOff val="25000"/>
                </a:schemeClr>
              </a:solidFill>
              <a:latin typeface="Microsoft YaHei" panose="020B0503020204020204" pitchFamily="34" charset="-122"/>
              <a:ea typeface="Microsoft YaHei" panose="020B0503020204020204" pitchFamily="34" charset="-122"/>
              <a:cs typeface="Arial" panose="020B0604020202020204" pitchFamily="34" charset="0"/>
            </a:endParaRPr>
          </a:p>
        </p:txBody>
      </p:sp>
      <p:cxnSp>
        <p:nvCxnSpPr>
          <p:cNvPr id="11" name="直线连接符 8">
            <a:extLst>
              <a:ext uri="{FF2B5EF4-FFF2-40B4-BE49-F238E27FC236}">
                <a16:creationId xmlns:a16="http://schemas.microsoft.com/office/drawing/2014/main" id="{8956A170-5578-4F14-AD1A-C19CBF24D7E8}"/>
              </a:ext>
            </a:extLst>
          </p:cNvPr>
          <p:cNvCxnSpPr>
            <a:cxnSpLocks/>
          </p:cNvCxnSpPr>
          <p:nvPr/>
        </p:nvCxnSpPr>
        <p:spPr>
          <a:xfrm>
            <a:off x="4784394" y="1829988"/>
            <a:ext cx="0" cy="2575883"/>
          </a:xfrm>
          <a:prstGeom prst="line">
            <a:avLst/>
          </a:prstGeom>
        </p:spPr>
        <p:style>
          <a:lnRef idx="1">
            <a:schemeClr val="accent3"/>
          </a:lnRef>
          <a:fillRef idx="0">
            <a:schemeClr val="accent3"/>
          </a:fillRef>
          <a:effectRef idx="0">
            <a:schemeClr val="accent3"/>
          </a:effectRef>
          <a:fontRef idx="minor">
            <a:schemeClr val="tx1"/>
          </a:fontRef>
        </p:style>
      </p:cxnSp>
      <p:cxnSp>
        <p:nvCxnSpPr>
          <p:cNvPr id="12" name="直线连接符 52">
            <a:extLst>
              <a:ext uri="{FF2B5EF4-FFF2-40B4-BE49-F238E27FC236}">
                <a16:creationId xmlns:a16="http://schemas.microsoft.com/office/drawing/2014/main" id="{4A18E0A7-1A05-48E4-8B3D-82906DCC303E}"/>
              </a:ext>
            </a:extLst>
          </p:cNvPr>
          <p:cNvCxnSpPr>
            <a:cxnSpLocks/>
          </p:cNvCxnSpPr>
          <p:nvPr/>
        </p:nvCxnSpPr>
        <p:spPr>
          <a:xfrm>
            <a:off x="8330067" y="1806600"/>
            <a:ext cx="0" cy="2824124"/>
          </a:xfrm>
          <a:prstGeom prst="line">
            <a:avLst/>
          </a:prstGeom>
        </p:spPr>
        <p:style>
          <a:lnRef idx="1">
            <a:schemeClr val="accent3"/>
          </a:lnRef>
          <a:fillRef idx="0">
            <a:schemeClr val="accent3"/>
          </a:fillRef>
          <a:effectRef idx="0">
            <a:schemeClr val="accent3"/>
          </a:effectRef>
          <a:fontRef idx="minor">
            <a:schemeClr val="tx1"/>
          </a:fontRef>
        </p:style>
      </p:cxnSp>
      <p:sp>
        <p:nvSpPr>
          <p:cNvPr id="13" name="文本框 26">
            <a:extLst>
              <a:ext uri="{FF2B5EF4-FFF2-40B4-BE49-F238E27FC236}">
                <a16:creationId xmlns:a16="http://schemas.microsoft.com/office/drawing/2014/main" id="{DDA08266-D9CD-44A4-8375-325BECC244D8}"/>
              </a:ext>
            </a:extLst>
          </p:cNvPr>
          <p:cNvSpPr txBox="1"/>
          <p:nvPr/>
        </p:nvSpPr>
        <p:spPr>
          <a:xfrm>
            <a:off x="2122614" y="1797152"/>
            <a:ext cx="2503248" cy="477054"/>
          </a:xfrm>
          <a:prstGeom prst="rect">
            <a:avLst/>
          </a:prstGeom>
          <a:noFill/>
        </p:spPr>
        <p:txBody>
          <a:bodyPr wrap="square" rtlCol="0">
            <a:spAutoFit/>
          </a:bodyPr>
          <a:lstStyle/>
          <a:p>
            <a:pPr algn="l"/>
            <a:r>
              <a:rPr lang="zh-CN" altLang="en-US" b="1">
                <a:solidFill>
                  <a:srgbClr val="3366CC"/>
                </a:solidFill>
                <a:latin typeface="Microsoft YaHei" panose="020B0503020204020204" pitchFamily="34" charset="-122"/>
                <a:ea typeface="Microsoft YaHei" panose="020B0503020204020204" pitchFamily="34" charset="-122"/>
              </a:rPr>
              <a:t>需求因素</a:t>
            </a:r>
            <a:endParaRPr lang="en-US" altLang="zh-CN" b="1" dirty="0">
              <a:solidFill>
                <a:srgbClr val="3366CC"/>
              </a:solidFill>
              <a:latin typeface="Microsoft YaHei" panose="020B0503020204020204" pitchFamily="34" charset="-122"/>
              <a:ea typeface="Microsoft YaHei" panose="020B0503020204020204" pitchFamily="34" charset="-122"/>
            </a:endParaRPr>
          </a:p>
        </p:txBody>
      </p:sp>
      <p:sp>
        <p:nvSpPr>
          <p:cNvPr id="14" name="文本框 27">
            <a:extLst>
              <a:ext uri="{FF2B5EF4-FFF2-40B4-BE49-F238E27FC236}">
                <a16:creationId xmlns:a16="http://schemas.microsoft.com/office/drawing/2014/main" id="{BC2F7A2D-2111-4C54-BC4B-0BCC1809BABE}"/>
              </a:ext>
            </a:extLst>
          </p:cNvPr>
          <p:cNvSpPr txBox="1"/>
          <p:nvPr/>
        </p:nvSpPr>
        <p:spPr>
          <a:xfrm>
            <a:off x="5412397" y="1797152"/>
            <a:ext cx="2759137" cy="477054"/>
          </a:xfrm>
          <a:prstGeom prst="rect">
            <a:avLst/>
          </a:prstGeom>
          <a:noFill/>
        </p:spPr>
        <p:txBody>
          <a:bodyPr wrap="square" rtlCol="0">
            <a:spAutoFit/>
          </a:bodyPr>
          <a:lstStyle/>
          <a:p>
            <a:pPr algn="l">
              <a:buClrTx/>
              <a:buSzTx/>
              <a:buFontTx/>
            </a:pPr>
            <a:r>
              <a:rPr lang="zh-CN" altLang="en-US" b="1">
                <a:solidFill>
                  <a:srgbClr val="3366CC"/>
                </a:solidFill>
                <a:latin typeface="Microsoft YaHei" panose="020B0503020204020204" pitchFamily="34" charset="-122"/>
                <a:ea typeface="Microsoft YaHei" panose="020B0503020204020204" pitchFamily="34" charset="-122"/>
              </a:rPr>
              <a:t>供给因素</a:t>
            </a:r>
            <a:endParaRPr lang="en-US" altLang="zh-CN" b="1" dirty="0">
              <a:solidFill>
                <a:srgbClr val="3366CC"/>
              </a:solidFill>
              <a:latin typeface="Microsoft YaHei" panose="020B0503020204020204" pitchFamily="34" charset="-122"/>
              <a:ea typeface="Microsoft YaHei" panose="020B0503020204020204" pitchFamily="34" charset="-122"/>
            </a:endParaRPr>
          </a:p>
        </p:txBody>
      </p:sp>
      <p:sp>
        <p:nvSpPr>
          <p:cNvPr id="15" name="文本框 28">
            <a:extLst>
              <a:ext uri="{FF2B5EF4-FFF2-40B4-BE49-F238E27FC236}">
                <a16:creationId xmlns:a16="http://schemas.microsoft.com/office/drawing/2014/main" id="{12E67E66-BFE9-45B9-B51B-72DAFA153A02}"/>
              </a:ext>
            </a:extLst>
          </p:cNvPr>
          <p:cNvSpPr txBox="1"/>
          <p:nvPr/>
        </p:nvSpPr>
        <p:spPr>
          <a:xfrm>
            <a:off x="8913458" y="1755160"/>
            <a:ext cx="2749471" cy="477054"/>
          </a:xfrm>
          <a:prstGeom prst="rect">
            <a:avLst/>
          </a:prstGeom>
          <a:noFill/>
        </p:spPr>
        <p:txBody>
          <a:bodyPr wrap="none" rtlCol="0">
            <a:spAutoFit/>
          </a:bodyPr>
          <a:lstStyle/>
          <a:p>
            <a:pPr algn="l">
              <a:buClrTx/>
              <a:buSzTx/>
              <a:buFontTx/>
            </a:pPr>
            <a:r>
              <a:rPr lang="zh-CN" altLang="en-US" b="1">
                <a:solidFill>
                  <a:srgbClr val="3366CC"/>
                </a:solidFill>
                <a:latin typeface="Microsoft YaHei" panose="020B0503020204020204" pitchFamily="34" charset="-122"/>
                <a:ea typeface="Microsoft YaHei" panose="020B0503020204020204" pitchFamily="34" charset="-122"/>
              </a:rPr>
              <a:t>经济社会变迁因素</a:t>
            </a:r>
            <a:endParaRPr lang="en-US" altLang="zh-CN" b="1" dirty="0">
              <a:solidFill>
                <a:srgbClr val="3366CC"/>
              </a:solidFill>
              <a:latin typeface="Microsoft YaHei" panose="020B0503020204020204" pitchFamily="34" charset="-122"/>
              <a:ea typeface="Microsoft YaHei" panose="020B0503020204020204" pitchFamily="34" charset="-122"/>
            </a:endParaRPr>
          </a:p>
        </p:txBody>
      </p:sp>
      <p:sp>
        <p:nvSpPr>
          <p:cNvPr id="16" name="圆角矩形 30">
            <a:extLst>
              <a:ext uri="{FF2B5EF4-FFF2-40B4-BE49-F238E27FC236}">
                <a16:creationId xmlns:a16="http://schemas.microsoft.com/office/drawing/2014/main" id="{C9D41C63-A691-4089-87A9-B135D6592D81}"/>
              </a:ext>
            </a:extLst>
          </p:cNvPr>
          <p:cNvSpPr/>
          <p:nvPr/>
        </p:nvSpPr>
        <p:spPr>
          <a:xfrm>
            <a:off x="2208596" y="2214214"/>
            <a:ext cx="432000" cy="36000"/>
          </a:xfrm>
          <a:prstGeom prst="roundRect">
            <a:avLst>
              <a:gd name="adj" fmla="val 50000"/>
            </a:avLst>
          </a:prstGeom>
          <a:solidFill>
            <a:srgbClr val="3366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Microsoft YaHei" panose="020B0503020204020204" pitchFamily="34" charset="-122"/>
              <a:ea typeface="Microsoft YaHei" panose="020B0503020204020204" pitchFamily="34" charset="-122"/>
            </a:endParaRPr>
          </a:p>
        </p:txBody>
      </p:sp>
      <p:sp>
        <p:nvSpPr>
          <p:cNvPr id="17" name="圆角矩形 31">
            <a:extLst>
              <a:ext uri="{FF2B5EF4-FFF2-40B4-BE49-F238E27FC236}">
                <a16:creationId xmlns:a16="http://schemas.microsoft.com/office/drawing/2014/main" id="{E705A0BF-7720-454B-9ED7-C7FFD805BC23}"/>
              </a:ext>
            </a:extLst>
          </p:cNvPr>
          <p:cNvSpPr/>
          <p:nvPr/>
        </p:nvSpPr>
        <p:spPr>
          <a:xfrm>
            <a:off x="5507496" y="2222025"/>
            <a:ext cx="432000" cy="36000"/>
          </a:xfrm>
          <a:prstGeom prst="roundRect">
            <a:avLst>
              <a:gd name="adj" fmla="val 50000"/>
            </a:avLst>
          </a:prstGeom>
          <a:solidFill>
            <a:srgbClr val="3366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Microsoft YaHei" panose="020B0503020204020204" pitchFamily="34" charset="-122"/>
              <a:ea typeface="Microsoft YaHei" panose="020B0503020204020204" pitchFamily="34" charset="-122"/>
            </a:endParaRPr>
          </a:p>
        </p:txBody>
      </p:sp>
      <p:sp>
        <p:nvSpPr>
          <p:cNvPr id="18" name="圆角矩形 32">
            <a:extLst>
              <a:ext uri="{FF2B5EF4-FFF2-40B4-BE49-F238E27FC236}">
                <a16:creationId xmlns:a16="http://schemas.microsoft.com/office/drawing/2014/main" id="{4CA4082B-2732-4ECC-9E9C-1C932E7468F6}"/>
              </a:ext>
            </a:extLst>
          </p:cNvPr>
          <p:cNvSpPr/>
          <p:nvPr/>
        </p:nvSpPr>
        <p:spPr>
          <a:xfrm>
            <a:off x="8958069" y="2203670"/>
            <a:ext cx="432000" cy="36000"/>
          </a:xfrm>
          <a:prstGeom prst="roundRect">
            <a:avLst>
              <a:gd name="adj" fmla="val 50000"/>
            </a:avLst>
          </a:prstGeom>
          <a:solidFill>
            <a:srgbClr val="3366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Microsoft YaHei" panose="020B0503020204020204" pitchFamily="34" charset="-122"/>
              <a:ea typeface="Microsoft YaHei" panose="020B0503020204020204" pitchFamily="34" charset="-122"/>
            </a:endParaRPr>
          </a:p>
        </p:txBody>
      </p:sp>
      <p:sp>
        <p:nvSpPr>
          <p:cNvPr id="19" name="iconfont-11899-5651343">
            <a:extLst>
              <a:ext uri="{FF2B5EF4-FFF2-40B4-BE49-F238E27FC236}">
                <a16:creationId xmlns:a16="http://schemas.microsoft.com/office/drawing/2014/main" id="{26881087-C380-43E1-8CD7-80AAEDD9AB22}"/>
              </a:ext>
            </a:extLst>
          </p:cNvPr>
          <p:cNvSpPr>
            <a:spLocks noChangeAspect="1"/>
          </p:cNvSpPr>
          <p:nvPr/>
        </p:nvSpPr>
        <p:spPr>
          <a:xfrm>
            <a:off x="1831612" y="1906150"/>
            <a:ext cx="297520" cy="297520"/>
          </a:xfrm>
          <a:custGeom>
            <a:avLst/>
            <a:gdLst>
              <a:gd name="T0" fmla="*/ 6526 w 10397"/>
              <a:gd name="T1" fmla="*/ 8233 h 10397"/>
              <a:gd name="T2" fmla="*/ 7000 w 10397"/>
              <a:gd name="T3" fmla="*/ 7343 h 10397"/>
              <a:gd name="T4" fmla="*/ 7729 w 10397"/>
              <a:gd name="T5" fmla="*/ 7018 h 10397"/>
              <a:gd name="T6" fmla="*/ 9897 w 10397"/>
              <a:gd name="T7" fmla="*/ 7558 h 10397"/>
              <a:gd name="T8" fmla="*/ 10390 w 10397"/>
              <a:gd name="T9" fmla="*/ 8188 h 10397"/>
              <a:gd name="T10" fmla="*/ 10391 w 10397"/>
              <a:gd name="T11" fmla="*/ 9096 h 10397"/>
              <a:gd name="T12" fmla="*/ 10397 w 10397"/>
              <a:gd name="T13" fmla="*/ 9096 h 10397"/>
              <a:gd name="T14" fmla="*/ 10397 w 10397"/>
              <a:gd name="T15" fmla="*/ 9723 h 10397"/>
              <a:gd name="T16" fmla="*/ 9715 w 10397"/>
              <a:gd name="T17" fmla="*/ 10373 h 10397"/>
              <a:gd name="T18" fmla="*/ 23 w 10397"/>
              <a:gd name="T19" fmla="*/ 682 h 10397"/>
              <a:gd name="T20" fmla="*/ 673 w 10397"/>
              <a:gd name="T21" fmla="*/ 0 h 10397"/>
              <a:gd name="T22" fmla="*/ 1301 w 10397"/>
              <a:gd name="T23" fmla="*/ 0 h 10397"/>
              <a:gd name="T24" fmla="*/ 1301 w 10397"/>
              <a:gd name="T25" fmla="*/ 2 h 10397"/>
              <a:gd name="T26" fmla="*/ 2189 w 10397"/>
              <a:gd name="T27" fmla="*/ 3 h 10397"/>
              <a:gd name="T28" fmla="*/ 2819 w 10397"/>
              <a:gd name="T29" fmla="*/ 496 h 10397"/>
              <a:gd name="T30" fmla="*/ 3360 w 10397"/>
              <a:gd name="T31" fmla="*/ 2663 h 10397"/>
              <a:gd name="T32" fmla="*/ 3035 w 10397"/>
              <a:gd name="T33" fmla="*/ 3395 h 10397"/>
              <a:gd name="T34" fmla="*/ 2158 w 10397"/>
              <a:gd name="T35" fmla="*/ 3860 h 10397"/>
              <a:gd name="T36" fmla="*/ 6526 w 10397"/>
              <a:gd name="T37" fmla="*/ 8233 h 103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0397" h="10397">
                <a:moveTo>
                  <a:pt x="6526" y="8233"/>
                </a:moveTo>
                <a:lnTo>
                  <a:pt x="7000" y="7343"/>
                </a:lnTo>
                <a:cubicBezTo>
                  <a:pt x="7140" y="7081"/>
                  <a:pt x="7441" y="6947"/>
                  <a:pt x="7729" y="7018"/>
                </a:cubicBezTo>
                <a:lnTo>
                  <a:pt x="9897" y="7558"/>
                </a:lnTo>
                <a:cubicBezTo>
                  <a:pt x="10186" y="7631"/>
                  <a:pt x="10390" y="7891"/>
                  <a:pt x="10390" y="8188"/>
                </a:cubicBezTo>
                <a:lnTo>
                  <a:pt x="10391" y="9096"/>
                </a:lnTo>
                <a:lnTo>
                  <a:pt x="10397" y="9096"/>
                </a:lnTo>
                <a:lnTo>
                  <a:pt x="10397" y="9723"/>
                </a:lnTo>
                <a:cubicBezTo>
                  <a:pt x="10397" y="10095"/>
                  <a:pt x="10086" y="10397"/>
                  <a:pt x="9715" y="10373"/>
                </a:cubicBezTo>
                <a:cubicBezTo>
                  <a:pt x="4516" y="10036"/>
                  <a:pt x="360" y="5880"/>
                  <a:pt x="23" y="682"/>
                </a:cubicBezTo>
                <a:cubicBezTo>
                  <a:pt x="0" y="311"/>
                  <a:pt x="301" y="0"/>
                  <a:pt x="673" y="0"/>
                </a:cubicBezTo>
                <a:lnTo>
                  <a:pt x="1301" y="0"/>
                </a:lnTo>
                <a:lnTo>
                  <a:pt x="1301" y="2"/>
                </a:lnTo>
                <a:lnTo>
                  <a:pt x="2189" y="3"/>
                </a:lnTo>
                <a:cubicBezTo>
                  <a:pt x="2488" y="3"/>
                  <a:pt x="2748" y="207"/>
                  <a:pt x="2819" y="496"/>
                </a:cubicBezTo>
                <a:lnTo>
                  <a:pt x="3360" y="2663"/>
                </a:lnTo>
                <a:cubicBezTo>
                  <a:pt x="3432" y="2952"/>
                  <a:pt x="3298" y="3255"/>
                  <a:pt x="3035" y="3395"/>
                </a:cubicBezTo>
                <a:lnTo>
                  <a:pt x="2158" y="3860"/>
                </a:lnTo>
                <a:cubicBezTo>
                  <a:pt x="3062" y="5781"/>
                  <a:pt x="4606" y="7327"/>
                  <a:pt x="6526" y="8233"/>
                </a:cubicBezTo>
                <a:close/>
              </a:path>
            </a:pathLst>
          </a:custGeom>
          <a:solidFill>
            <a:srgbClr val="3669C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meeting_115918">
            <a:extLst>
              <a:ext uri="{FF2B5EF4-FFF2-40B4-BE49-F238E27FC236}">
                <a16:creationId xmlns:a16="http://schemas.microsoft.com/office/drawing/2014/main" id="{2242E505-D02F-4BD2-9E7D-3A3262D2E2FF}"/>
              </a:ext>
            </a:extLst>
          </p:cNvPr>
          <p:cNvSpPr>
            <a:spLocks noChangeAspect="1"/>
          </p:cNvSpPr>
          <p:nvPr/>
        </p:nvSpPr>
        <p:spPr>
          <a:xfrm>
            <a:off x="5035624" y="1849774"/>
            <a:ext cx="339026" cy="338554"/>
          </a:xfrm>
          <a:custGeom>
            <a:avLst/>
            <a:gdLst>
              <a:gd name="connsiteX0" fmla="*/ 199404 w 608416"/>
              <a:gd name="connsiteY0" fmla="*/ 274640 h 607568"/>
              <a:gd name="connsiteX1" fmla="*/ 409013 w 608416"/>
              <a:gd name="connsiteY1" fmla="*/ 274640 h 607568"/>
              <a:gd name="connsiteX2" fmla="*/ 426992 w 608416"/>
              <a:gd name="connsiteY2" fmla="*/ 292590 h 607568"/>
              <a:gd name="connsiteX3" fmla="*/ 409013 w 608416"/>
              <a:gd name="connsiteY3" fmla="*/ 310541 h 607568"/>
              <a:gd name="connsiteX4" fmla="*/ 322188 w 608416"/>
              <a:gd name="connsiteY4" fmla="*/ 310541 h 607568"/>
              <a:gd name="connsiteX5" fmla="*/ 322188 w 608416"/>
              <a:gd name="connsiteY5" fmla="*/ 589617 h 607568"/>
              <a:gd name="connsiteX6" fmla="*/ 304208 w 608416"/>
              <a:gd name="connsiteY6" fmla="*/ 607568 h 607568"/>
              <a:gd name="connsiteX7" fmla="*/ 286229 w 608416"/>
              <a:gd name="connsiteY7" fmla="*/ 589617 h 607568"/>
              <a:gd name="connsiteX8" fmla="*/ 286229 w 608416"/>
              <a:gd name="connsiteY8" fmla="*/ 310541 h 607568"/>
              <a:gd name="connsiteX9" fmla="*/ 199404 w 608416"/>
              <a:gd name="connsiteY9" fmla="*/ 310541 h 607568"/>
              <a:gd name="connsiteX10" fmla="*/ 181424 w 608416"/>
              <a:gd name="connsiteY10" fmla="*/ 292590 h 607568"/>
              <a:gd name="connsiteX11" fmla="*/ 199404 w 608416"/>
              <a:gd name="connsiteY11" fmla="*/ 274640 h 607568"/>
              <a:gd name="connsiteX12" fmla="*/ 538360 w 608416"/>
              <a:gd name="connsiteY12" fmla="*/ 210638 h 607568"/>
              <a:gd name="connsiteX13" fmla="*/ 601500 w 608416"/>
              <a:gd name="connsiteY13" fmla="*/ 273691 h 607568"/>
              <a:gd name="connsiteX14" fmla="*/ 601500 w 608416"/>
              <a:gd name="connsiteY14" fmla="*/ 418820 h 607568"/>
              <a:gd name="connsiteX15" fmla="*/ 541125 w 608416"/>
              <a:gd name="connsiteY15" fmla="*/ 479112 h 607568"/>
              <a:gd name="connsiteX16" fmla="*/ 462315 w 608416"/>
              <a:gd name="connsiteY16" fmla="*/ 479112 h 607568"/>
              <a:gd name="connsiteX17" fmla="*/ 462315 w 608416"/>
              <a:gd name="connsiteY17" fmla="*/ 586348 h 607568"/>
              <a:gd name="connsiteX18" fmla="*/ 447566 w 608416"/>
              <a:gd name="connsiteY18" fmla="*/ 601076 h 607568"/>
              <a:gd name="connsiteX19" fmla="*/ 377666 w 608416"/>
              <a:gd name="connsiteY19" fmla="*/ 601076 h 607568"/>
              <a:gd name="connsiteX20" fmla="*/ 362918 w 608416"/>
              <a:gd name="connsiteY20" fmla="*/ 586348 h 607568"/>
              <a:gd name="connsiteX21" fmla="*/ 362918 w 608416"/>
              <a:gd name="connsiteY21" fmla="*/ 431707 h 607568"/>
              <a:gd name="connsiteX22" fmla="*/ 413922 w 608416"/>
              <a:gd name="connsiteY22" fmla="*/ 380774 h 607568"/>
              <a:gd name="connsiteX23" fmla="*/ 475373 w 608416"/>
              <a:gd name="connsiteY23" fmla="*/ 380774 h 607568"/>
              <a:gd name="connsiteX24" fmla="*/ 475373 w 608416"/>
              <a:gd name="connsiteY24" fmla="*/ 273691 h 607568"/>
              <a:gd name="connsiteX25" fmla="*/ 538360 w 608416"/>
              <a:gd name="connsiteY25" fmla="*/ 210638 h 607568"/>
              <a:gd name="connsiteX26" fmla="*/ 70055 w 608416"/>
              <a:gd name="connsiteY26" fmla="*/ 210638 h 607568"/>
              <a:gd name="connsiteX27" fmla="*/ 133042 w 608416"/>
              <a:gd name="connsiteY27" fmla="*/ 273691 h 607568"/>
              <a:gd name="connsiteX28" fmla="*/ 133042 w 608416"/>
              <a:gd name="connsiteY28" fmla="*/ 380774 h 607568"/>
              <a:gd name="connsiteX29" fmla="*/ 194493 w 608416"/>
              <a:gd name="connsiteY29" fmla="*/ 380774 h 607568"/>
              <a:gd name="connsiteX30" fmla="*/ 245497 w 608416"/>
              <a:gd name="connsiteY30" fmla="*/ 431707 h 607568"/>
              <a:gd name="connsiteX31" fmla="*/ 245497 w 608416"/>
              <a:gd name="connsiteY31" fmla="*/ 586348 h 607568"/>
              <a:gd name="connsiteX32" fmla="*/ 230749 w 608416"/>
              <a:gd name="connsiteY32" fmla="*/ 601076 h 607568"/>
              <a:gd name="connsiteX33" fmla="*/ 160849 w 608416"/>
              <a:gd name="connsiteY33" fmla="*/ 601076 h 607568"/>
              <a:gd name="connsiteX34" fmla="*/ 146100 w 608416"/>
              <a:gd name="connsiteY34" fmla="*/ 586348 h 607568"/>
              <a:gd name="connsiteX35" fmla="*/ 146100 w 608416"/>
              <a:gd name="connsiteY35" fmla="*/ 479112 h 607568"/>
              <a:gd name="connsiteX36" fmla="*/ 67290 w 608416"/>
              <a:gd name="connsiteY36" fmla="*/ 479112 h 607568"/>
              <a:gd name="connsiteX37" fmla="*/ 6915 w 608416"/>
              <a:gd name="connsiteY37" fmla="*/ 418820 h 607568"/>
              <a:gd name="connsiteX38" fmla="*/ 6915 w 608416"/>
              <a:gd name="connsiteY38" fmla="*/ 273691 h 607568"/>
              <a:gd name="connsiteX39" fmla="*/ 70055 w 608416"/>
              <a:gd name="connsiteY39" fmla="*/ 210638 h 607568"/>
              <a:gd name="connsiteX40" fmla="*/ 349065 w 608416"/>
              <a:gd name="connsiteY40" fmla="*/ 71077 h 607568"/>
              <a:gd name="connsiteX41" fmla="*/ 336314 w 608416"/>
              <a:gd name="connsiteY41" fmla="*/ 76255 h 607568"/>
              <a:gd name="connsiteX42" fmla="*/ 289307 w 608416"/>
              <a:gd name="connsiteY42" fmla="*/ 123358 h 607568"/>
              <a:gd name="connsiteX43" fmla="*/ 272101 w 608416"/>
              <a:gd name="connsiteY43" fmla="*/ 106174 h 607568"/>
              <a:gd name="connsiteX44" fmla="*/ 246600 w 608416"/>
              <a:gd name="connsiteY44" fmla="*/ 106174 h 607568"/>
              <a:gd name="connsiteX45" fmla="*/ 246600 w 608416"/>
              <a:gd name="connsiteY45" fmla="*/ 131490 h 607568"/>
              <a:gd name="connsiteX46" fmla="*/ 276556 w 608416"/>
              <a:gd name="connsiteY46" fmla="*/ 161409 h 607568"/>
              <a:gd name="connsiteX47" fmla="*/ 289307 w 608416"/>
              <a:gd name="connsiteY47" fmla="*/ 166626 h 607568"/>
              <a:gd name="connsiteX48" fmla="*/ 301903 w 608416"/>
              <a:gd name="connsiteY48" fmla="*/ 161409 h 607568"/>
              <a:gd name="connsiteX49" fmla="*/ 361816 w 608416"/>
              <a:gd name="connsiteY49" fmla="*/ 101724 h 607568"/>
              <a:gd name="connsiteX50" fmla="*/ 361816 w 608416"/>
              <a:gd name="connsiteY50" fmla="*/ 76255 h 607568"/>
              <a:gd name="connsiteX51" fmla="*/ 349065 w 608416"/>
              <a:gd name="connsiteY51" fmla="*/ 71077 h 607568"/>
              <a:gd name="connsiteX52" fmla="*/ 538450 w 608416"/>
              <a:gd name="connsiteY52" fmla="*/ 33730 h 607568"/>
              <a:gd name="connsiteX53" fmla="*/ 608416 w 608416"/>
              <a:gd name="connsiteY53" fmla="*/ 103696 h 607568"/>
              <a:gd name="connsiteX54" fmla="*/ 538450 w 608416"/>
              <a:gd name="connsiteY54" fmla="*/ 173662 h 607568"/>
              <a:gd name="connsiteX55" fmla="*/ 468484 w 608416"/>
              <a:gd name="connsiteY55" fmla="*/ 103696 h 607568"/>
              <a:gd name="connsiteX56" fmla="*/ 538450 w 608416"/>
              <a:gd name="connsiteY56" fmla="*/ 33730 h 607568"/>
              <a:gd name="connsiteX57" fmla="*/ 70001 w 608416"/>
              <a:gd name="connsiteY57" fmla="*/ 33730 h 607568"/>
              <a:gd name="connsiteX58" fmla="*/ 140002 w 608416"/>
              <a:gd name="connsiteY58" fmla="*/ 103696 h 607568"/>
              <a:gd name="connsiteX59" fmla="*/ 70001 w 608416"/>
              <a:gd name="connsiteY59" fmla="*/ 173662 h 607568"/>
              <a:gd name="connsiteX60" fmla="*/ 0 w 608416"/>
              <a:gd name="connsiteY60" fmla="*/ 103696 h 607568"/>
              <a:gd name="connsiteX61" fmla="*/ 70001 w 608416"/>
              <a:gd name="connsiteY61" fmla="*/ 33730 h 607568"/>
              <a:gd name="connsiteX62" fmla="*/ 304208 w 608416"/>
              <a:gd name="connsiteY62" fmla="*/ 0 h 607568"/>
              <a:gd name="connsiteX63" fmla="*/ 423110 w 608416"/>
              <a:gd name="connsiteY63" fmla="*/ 118909 h 607568"/>
              <a:gd name="connsiteX64" fmla="*/ 304208 w 608416"/>
              <a:gd name="connsiteY64" fmla="*/ 237664 h 607568"/>
              <a:gd name="connsiteX65" fmla="*/ 185305 w 608416"/>
              <a:gd name="connsiteY65" fmla="*/ 118909 h 607568"/>
              <a:gd name="connsiteX66" fmla="*/ 304208 w 608416"/>
              <a:gd name="connsiteY66" fmla="*/ 0 h 6075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Lst>
            <a:rect l="l" t="t" r="r" b="b"/>
            <a:pathLst>
              <a:path w="608416" h="607568">
                <a:moveTo>
                  <a:pt x="199404" y="274640"/>
                </a:moveTo>
                <a:lnTo>
                  <a:pt x="409013" y="274640"/>
                </a:lnTo>
                <a:cubicBezTo>
                  <a:pt x="418848" y="274640"/>
                  <a:pt x="426992" y="282771"/>
                  <a:pt x="426992" y="292590"/>
                </a:cubicBezTo>
                <a:cubicBezTo>
                  <a:pt x="426992" y="302563"/>
                  <a:pt x="418848" y="310541"/>
                  <a:pt x="409013" y="310541"/>
                </a:cubicBezTo>
                <a:lnTo>
                  <a:pt x="322188" y="310541"/>
                </a:lnTo>
                <a:lnTo>
                  <a:pt x="322188" y="589617"/>
                </a:lnTo>
                <a:cubicBezTo>
                  <a:pt x="322188" y="599437"/>
                  <a:pt x="314197" y="607568"/>
                  <a:pt x="304208" y="607568"/>
                </a:cubicBezTo>
                <a:cubicBezTo>
                  <a:pt x="294220" y="607568"/>
                  <a:pt x="286229" y="599437"/>
                  <a:pt x="286229" y="589617"/>
                </a:cubicBezTo>
                <a:lnTo>
                  <a:pt x="286229" y="310541"/>
                </a:lnTo>
                <a:lnTo>
                  <a:pt x="199404" y="310541"/>
                </a:lnTo>
                <a:cubicBezTo>
                  <a:pt x="189569" y="310541"/>
                  <a:pt x="181424" y="302563"/>
                  <a:pt x="181424" y="292590"/>
                </a:cubicBezTo>
                <a:cubicBezTo>
                  <a:pt x="181424" y="282771"/>
                  <a:pt x="189569" y="274640"/>
                  <a:pt x="199404" y="274640"/>
                </a:cubicBezTo>
                <a:close/>
                <a:moveTo>
                  <a:pt x="538360" y="210638"/>
                </a:moveTo>
                <a:cubicBezTo>
                  <a:pt x="573233" y="210638"/>
                  <a:pt x="601500" y="238866"/>
                  <a:pt x="601500" y="273691"/>
                </a:cubicBezTo>
                <a:lnTo>
                  <a:pt x="601500" y="418820"/>
                </a:lnTo>
                <a:cubicBezTo>
                  <a:pt x="601500" y="452111"/>
                  <a:pt x="574462" y="479112"/>
                  <a:pt x="541125" y="479112"/>
                </a:cubicBezTo>
                <a:lnTo>
                  <a:pt x="462315" y="479112"/>
                </a:lnTo>
                <a:lnTo>
                  <a:pt x="462315" y="586348"/>
                </a:lnTo>
                <a:cubicBezTo>
                  <a:pt x="462315" y="594479"/>
                  <a:pt x="455709" y="601076"/>
                  <a:pt x="447566" y="601076"/>
                </a:cubicBezTo>
                <a:lnTo>
                  <a:pt x="377666" y="601076"/>
                </a:lnTo>
                <a:cubicBezTo>
                  <a:pt x="369524" y="601076"/>
                  <a:pt x="362918" y="594479"/>
                  <a:pt x="362918" y="586348"/>
                </a:cubicBezTo>
                <a:lnTo>
                  <a:pt x="362918" y="431707"/>
                </a:lnTo>
                <a:cubicBezTo>
                  <a:pt x="362918" y="403633"/>
                  <a:pt x="385655" y="380774"/>
                  <a:pt x="413922" y="380774"/>
                </a:cubicBezTo>
                <a:lnTo>
                  <a:pt x="475373" y="380774"/>
                </a:lnTo>
                <a:lnTo>
                  <a:pt x="475373" y="273691"/>
                </a:lnTo>
                <a:cubicBezTo>
                  <a:pt x="475373" y="238866"/>
                  <a:pt x="503640" y="210638"/>
                  <a:pt x="538360" y="210638"/>
                </a:cubicBezTo>
                <a:close/>
                <a:moveTo>
                  <a:pt x="70055" y="210638"/>
                </a:moveTo>
                <a:cubicBezTo>
                  <a:pt x="104775" y="210638"/>
                  <a:pt x="133042" y="238866"/>
                  <a:pt x="133042" y="273691"/>
                </a:cubicBezTo>
                <a:lnTo>
                  <a:pt x="133042" y="380774"/>
                </a:lnTo>
                <a:lnTo>
                  <a:pt x="194493" y="380774"/>
                </a:lnTo>
                <a:cubicBezTo>
                  <a:pt x="222761" y="380774"/>
                  <a:pt x="245497" y="403633"/>
                  <a:pt x="245497" y="431707"/>
                </a:cubicBezTo>
                <a:lnTo>
                  <a:pt x="245497" y="586348"/>
                </a:lnTo>
                <a:cubicBezTo>
                  <a:pt x="245497" y="594479"/>
                  <a:pt x="238891" y="601076"/>
                  <a:pt x="230749" y="601076"/>
                </a:cubicBezTo>
                <a:lnTo>
                  <a:pt x="160849" y="601076"/>
                </a:lnTo>
                <a:cubicBezTo>
                  <a:pt x="152706" y="601076"/>
                  <a:pt x="146100" y="594479"/>
                  <a:pt x="146100" y="586348"/>
                </a:cubicBezTo>
                <a:lnTo>
                  <a:pt x="146100" y="479112"/>
                </a:lnTo>
                <a:lnTo>
                  <a:pt x="67290" y="479112"/>
                </a:lnTo>
                <a:cubicBezTo>
                  <a:pt x="33953" y="479112"/>
                  <a:pt x="6915" y="452111"/>
                  <a:pt x="6915" y="418820"/>
                </a:cubicBezTo>
                <a:lnTo>
                  <a:pt x="6915" y="273691"/>
                </a:lnTo>
                <a:cubicBezTo>
                  <a:pt x="6915" y="238866"/>
                  <a:pt x="35182" y="210638"/>
                  <a:pt x="70055" y="210638"/>
                </a:cubicBezTo>
                <a:close/>
                <a:moveTo>
                  <a:pt x="349065" y="71077"/>
                </a:moveTo>
                <a:cubicBezTo>
                  <a:pt x="344457" y="71077"/>
                  <a:pt x="339848" y="72803"/>
                  <a:pt x="336314" y="76255"/>
                </a:cubicBezTo>
                <a:lnTo>
                  <a:pt x="289307" y="123358"/>
                </a:lnTo>
                <a:lnTo>
                  <a:pt x="272101" y="106174"/>
                </a:lnTo>
                <a:cubicBezTo>
                  <a:pt x="265034" y="99116"/>
                  <a:pt x="253667" y="99116"/>
                  <a:pt x="246600" y="106174"/>
                </a:cubicBezTo>
                <a:cubicBezTo>
                  <a:pt x="239687" y="113232"/>
                  <a:pt x="239687" y="124586"/>
                  <a:pt x="246600" y="131490"/>
                </a:cubicBezTo>
                <a:lnTo>
                  <a:pt x="276556" y="161409"/>
                </a:lnTo>
                <a:cubicBezTo>
                  <a:pt x="280089" y="164938"/>
                  <a:pt x="284698" y="166626"/>
                  <a:pt x="289307" y="166626"/>
                </a:cubicBezTo>
                <a:cubicBezTo>
                  <a:pt x="293915" y="166626"/>
                  <a:pt x="298524" y="164938"/>
                  <a:pt x="301903" y="161409"/>
                </a:cubicBezTo>
                <a:lnTo>
                  <a:pt x="361816" y="101724"/>
                </a:lnTo>
                <a:cubicBezTo>
                  <a:pt x="368728" y="94667"/>
                  <a:pt x="368728" y="83313"/>
                  <a:pt x="361816" y="76255"/>
                </a:cubicBezTo>
                <a:cubicBezTo>
                  <a:pt x="358282" y="72803"/>
                  <a:pt x="353674" y="71077"/>
                  <a:pt x="349065" y="71077"/>
                </a:cubicBezTo>
                <a:close/>
                <a:moveTo>
                  <a:pt x="538450" y="33730"/>
                </a:moveTo>
                <a:cubicBezTo>
                  <a:pt x="577091" y="33730"/>
                  <a:pt x="608416" y="65055"/>
                  <a:pt x="608416" y="103696"/>
                </a:cubicBezTo>
                <a:cubicBezTo>
                  <a:pt x="608416" y="142337"/>
                  <a:pt x="577091" y="173662"/>
                  <a:pt x="538450" y="173662"/>
                </a:cubicBezTo>
                <a:cubicBezTo>
                  <a:pt x="499809" y="173662"/>
                  <a:pt x="468484" y="142337"/>
                  <a:pt x="468484" y="103696"/>
                </a:cubicBezTo>
                <a:cubicBezTo>
                  <a:pt x="468484" y="65055"/>
                  <a:pt x="499809" y="33730"/>
                  <a:pt x="538450" y="33730"/>
                </a:cubicBezTo>
                <a:close/>
                <a:moveTo>
                  <a:pt x="70001" y="33730"/>
                </a:moveTo>
                <a:cubicBezTo>
                  <a:pt x="108661" y="33730"/>
                  <a:pt x="140002" y="65055"/>
                  <a:pt x="140002" y="103696"/>
                </a:cubicBezTo>
                <a:cubicBezTo>
                  <a:pt x="140002" y="142337"/>
                  <a:pt x="108661" y="173662"/>
                  <a:pt x="70001" y="173662"/>
                </a:cubicBezTo>
                <a:cubicBezTo>
                  <a:pt x="31341" y="173662"/>
                  <a:pt x="0" y="142337"/>
                  <a:pt x="0" y="103696"/>
                </a:cubicBezTo>
                <a:cubicBezTo>
                  <a:pt x="0" y="65055"/>
                  <a:pt x="31341" y="33730"/>
                  <a:pt x="70001" y="33730"/>
                </a:cubicBezTo>
                <a:close/>
                <a:moveTo>
                  <a:pt x="304208" y="0"/>
                </a:moveTo>
                <a:cubicBezTo>
                  <a:pt x="369804" y="0"/>
                  <a:pt x="423110" y="53394"/>
                  <a:pt x="423110" y="118909"/>
                </a:cubicBezTo>
                <a:cubicBezTo>
                  <a:pt x="423110" y="184424"/>
                  <a:pt x="369804" y="237664"/>
                  <a:pt x="304208" y="237664"/>
                </a:cubicBezTo>
                <a:cubicBezTo>
                  <a:pt x="238612" y="237664"/>
                  <a:pt x="185305" y="184424"/>
                  <a:pt x="185305" y="118909"/>
                </a:cubicBezTo>
                <a:cubicBezTo>
                  <a:pt x="185305" y="53394"/>
                  <a:pt x="238612" y="0"/>
                  <a:pt x="304208" y="0"/>
                </a:cubicBezTo>
                <a:close/>
              </a:path>
            </a:pathLst>
          </a:custGeom>
          <a:solidFill>
            <a:srgbClr val="3669C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iconfont-11250-5318183">
            <a:extLst>
              <a:ext uri="{FF2B5EF4-FFF2-40B4-BE49-F238E27FC236}">
                <a16:creationId xmlns:a16="http://schemas.microsoft.com/office/drawing/2014/main" id="{2AE39932-9F6E-4531-BBD3-AA1563FD59CC}"/>
              </a:ext>
            </a:extLst>
          </p:cNvPr>
          <p:cNvSpPr>
            <a:spLocks noChangeAspect="1"/>
          </p:cNvSpPr>
          <p:nvPr/>
        </p:nvSpPr>
        <p:spPr>
          <a:xfrm>
            <a:off x="8488599" y="1829988"/>
            <a:ext cx="424859" cy="338554"/>
          </a:xfrm>
          <a:custGeom>
            <a:avLst/>
            <a:gdLst>
              <a:gd name="connsiteX0" fmla="*/ 147709 w 442433"/>
              <a:gd name="connsiteY0" fmla="*/ 328948 h 352558"/>
              <a:gd name="connsiteX1" fmla="*/ 209412 w 442433"/>
              <a:gd name="connsiteY1" fmla="*/ 328948 h 352558"/>
              <a:gd name="connsiteX2" fmla="*/ 209412 w 442433"/>
              <a:gd name="connsiteY2" fmla="*/ 328949 h 352558"/>
              <a:gd name="connsiteX3" fmla="*/ 233022 w 442433"/>
              <a:gd name="connsiteY3" fmla="*/ 328949 h 352558"/>
              <a:gd name="connsiteX4" fmla="*/ 233022 w 442433"/>
              <a:gd name="connsiteY4" fmla="*/ 328948 h 352558"/>
              <a:gd name="connsiteX5" fmla="*/ 294724 w 442433"/>
              <a:gd name="connsiteY5" fmla="*/ 328948 h 352558"/>
              <a:gd name="connsiteX6" fmla="*/ 294724 w 442433"/>
              <a:gd name="connsiteY6" fmla="*/ 352558 h 352558"/>
              <a:gd name="connsiteX7" fmla="*/ 147709 w 442433"/>
              <a:gd name="connsiteY7" fmla="*/ 352558 h 352558"/>
              <a:gd name="connsiteX8" fmla="*/ 161302 w 442433"/>
              <a:gd name="connsiteY8" fmla="*/ 203162 h 352558"/>
              <a:gd name="connsiteX9" fmla="*/ 184711 w 442433"/>
              <a:gd name="connsiteY9" fmla="*/ 203162 h 352558"/>
              <a:gd name="connsiteX10" fmla="*/ 184711 w 442433"/>
              <a:gd name="connsiteY10" fmla="*/ 232096 h 352558"/>
              <a:gd name="connsiteX11" fmla="*/ 156538 w 442433"/>
              <a:gd name="connsiteY11" fmla="*/ 226277 h 352558"/>
              <a:gd name="connsiteX12" fmla="*/ 235404 w 442433"/>
              <a:gd name="connsiteY12" fmla="*/ 135955 h 352558"/>
              <a:gd name="connsiteX13" fmla="*/ 253629 w 442433"/>
              <a:gd name="connsiteY13" fmla="*/ 159018 h 352558"/>
              <a:gd name="connsiteX14" fmla="*/ 231116 w 442433"/>
              <a:gd name="connsiteY14" fmla="*/ 176815 h 352558"/>
              <a:gd name="connsiteX15" fmla="*/ 212876 w 442433"/>
              <a:gd name="connsiteY15" fmla="*/ 153774 h 352558"/>
              <a:gd name="connsiteX16" fmla="*/ 211427 w 442433"/>
              <a:gd name="connsiteY16" fmla="*/ 105612 h 352558"/>
              <a:gd name="connsiteX17" fmla="*/ 211441 w 442433"/>
              <a:gd name="connsiteY17" fmla="*/ 105630 h 352558"/>
              <a:gd name="connsiteX18" fmla="*/ 203691 w 442433"/>
              <a:gd name="connsiteY18" fmla="*/ 143236 h 352558"/>
              <a:gd name="connsiteX19" fmla="*/ 188381 w 442433"/>
              <a:gd name="connsiteY19" fmla="*/ 123862 h 352558"/>
              <a:gd name="connsiteX20" fmla="*/ 294789 w 442433"/>
              <a:gd name="connsiteY20" fmla="*/ 88983 h 352558"/>
              <a:gd name="connsiteX21" fmla="*/ 313076 w 442433"/>
              <a:gd name="connsiteY21" fmla="*/ 112024 h 352558"/>
              <a:gd name="connsiteX22" fmla="*/ 304973 w 442433"/>
              <a:gd name="connsiteY22" fmla="*/ 118430 h 352558"/>
              <a:gd name="connsiteX23" fmla="*/ 294612 w 442433"/>
              <a:gd name="connsiteY23" fmla="*/ 118430 h 352558"/>
              <a:gd name="connsiteX24" fmla="*/ 294612 w 442433"/>
              <a:gd name="connsiteY24" fmla="*/ 89123 h 352558"/>
              <a:gd name="connsiteX25" fmla="*/ 294612 w 442433"/>
              <a:gd name="connsiteY25" fmla="*/ 88983 h 352558"/>
              <a:gd name="connsiteX26" fmla="*/ 294612 w 442433"/>
              <a:gd name="connsiteY26" fmla="*/ 89123 h 352558"/>
              <a:gd name="connsiteX27" fmla="*/ 235404 w 442433"/>
              <a:gd name="connsiteY27" fmla="*/ 135955 h 352558"/>
              <a:gd name="connsiteX28" fmla="*/ 211441 w 442433"/>
              <a:gd name="connsiteY28" fmla="*/ 105630 h 352558"/>
              <a:gd name="connsiteX29" fmla="*/ 211448 w 442433"/>
              <a:gd name="connsiteY29" fmla="*/ 105597 h 352558"/>
              <a:gd name="connsiteX30" fmla="*/ 182636 w 442433"/>
              <a:gd name="connsiteY30" fmla="*/ 99647 h 352558"/>
              <a:gd name="connsiteX31" fmla="*/ 161302 w 442433"/>
              <a:gd name="connsiteY31" fmla="*/ 203162 h 352558"/>
              <a:gd name="connsiteX32" fmla="*/ 44343 w 442433"/>
              <a:gd name="connsiteY32" fmla="*/ 203162 h 352558"/>
              <a:gd name="connsiteX33" fmla="*/ 44343 w 442433"/>
              <a:gd name="connsiteY33" fmla="*/ 232525 h 352558"/>
              <a:gd name="connsiteX34" fmla="*/ 184711 w 442433"/>
              <a:gd name="connsiteY34" fmla="*/ 232525 h 352558"/>
              <a:gd name="connsiteX35" fmla="*/ 184711 w 442433"/>
              <a:gd name="connsiteY35" fmla="*/ 232096 h 352558"/>
              <a:gd name="connsiteX36" fmla="*/ 185350 w 442433"/>
              <a:gd name="connsiteY36" fmla="*/ 232228 h 352558"/>
              <a:gd name="connsiteX37" fmla="*/ 203691 w 442433"/>
              <a:gd name="connsiteY37" fmla="*/ 143236 h 352558"/>
              <a:gd name="connsiteX38" fmla="*/ 230664 w 442433"/>
              <a:gd name="connsiteY38" fmla="*/ 177371 h 352558"/>
              <a:gd name="connsiteX39" fmla="*/ 253710 w 442433"/>
              <a:gd name="connsiteY39" fmla="*/ 159122 h 352558"/>
              <a:gd name="connsiteX40" fmla="*/ 253629 w 442433"/>
              <a:gd name="connsiteY40" fmla="*/ 159018 h 352558"/>
              <a:gd name="connsiteX41" fmla="*/ 304973 w 442433"/>
              <a:gd name="connsiteY41" fmla="*/ 118430 h 352558"/>
              <a:gd name="connsiteX42" fmla="*/ 399082 w 442433"/>
              <a:gd name="connsiteY42" fmla="*/ 118430 h 352558"/>
              <a:gd name="connsiteX43" fmla="*/ 399082 w 442433"/>
              <a:gd name="connsiteY43" fmla="*/ 88983 h 352558"/>
              <a:gd name="connsiteX44" fmla="*/ 294789 w 442433"/>
              <a:gd name="connsiteY44" fmla="*/ 88983 h 352558"/>
              <a:gd name="connsiteX45" fmla="*/ 17558 w 442433"/>
              <a:gd name="connsiteY45" fmla="*/ 23709 h 352558"/>
              <a:gd name="connsiteX46" fmla="*/ 424973 w 442433"/>
              <a:gd name="connsiteY46" fmla="*/ 23709 h 352558"/>
              <a:gd name="connsiteX47" fmla="*/ 424973 w 442433"/>
              <a:gd name="connsiteY47" fmla="*/ 282027 h 352558"/>
              <a:gd name="connsiteX48" fmla="*/ 233022 w 442433"/>
              <a:gd name="connsiteY48" fmla="*/ 282027 h 352558"/>
              <a:gd name="connsiteX49" fmla="*/ 233022 w 442433"/>
              <a:gd name="connsiteY49" fmla="*/ 328948 h 352558"/>
              <a:gd name="connsiteX50" fmla="*/ 209412 w 442433"/>
              <a:gd name="connsiteY50" fmla="*/ 328948 h 352558"/>
              <a:gd name="connsiteX51" fmla="*/ 209412 w 442433"/>
              <a:gd name="connsiteY51" fmla="*/ 282027 h 352558"/>
              <a:gd name="connsiteX52" fmla="*/ 17558 w 442433"/>
              <a:gd name="connsiteY52" fmla="*/ 282027 h 352558"/>
              <a:gd name="connsiteX53" fmla="*/ 0 w 442433"/>
              <a:gd name="connsiteY53" fmla="*/ 0 h 352558"/>
              <a:gd name="connsiteX54" fmla="*/ 442433 w 442433"/>
              <a:gd name="connsiteY54" fmla="*/ 0 h 352558"/>
              <a:gd name="connsiteX55" fmla="*/ 442433 w 442433"/>
              <a:gd name="connsiteY55" fmla="*/ 23709 h 352558"/>
              <a:gd name="connsiteX56" fmla="*/ 424973 w 442433"/>
              <a:gd name="connsiteY56" fmla="*/ 23709 h 352558"/>
              <a:gd name="connsiteX57" fmla="*/ 424973 w 442433"/>
              <a:gd name="connsiteY57" fmla="*/ 14880 h 352558"/>
              <a:gd name="connsiteX58" fmla="*/ 17558 w 442433"/>
              <a:gd name="connsiteY58" fmla="*/ 14880 h 352558"/>
              <a:gd name="connsiteX59" fmla="*/ 17558 w 442433"/>
              <a:gd name="connsiteY59" fmla="*/ 23709 h 352558"/>
              <a:gd name="connsiteX60" fmla="*/ 0 w 442433"/>
              <a:gd name="connsiteY60" fmla="*/ 23709 h 3525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442433" h="352558">
                <a:moveTo>
                  <a:pt x="147709" y="328948"/>
                </a:moveTo>
                <a:lnTo>
                  <a:pt x="209412" y="328948"/>
                </a:lnTo>
                <a:lnTo>
                  <a:pt x="209412" y="328949"/>
                </a:lnTo>
                <a:lnTo>
                  <a:pt x="233022" y="328949"/>
                </a:lnTo>
                <a:lnTo>
                  <a:pt x="233022" y="328948"/>
                </a:lnTo>
                <a:lnTo>
                  <a:pt x="294724" y="328948"/>
                </a:lnTo>
                <a:lnTo>
                  <a:pt x="294724" y="352558"/>
                </a:lnTo>
                <a:lnTo>
                  <a:pt x="147709" y="352558"/>
                </a:lnTo>
                <a:close/>
                <a:moveTo>
                  <a:pt x="161302" y="203162"/>
                </a:moveTo>
                <a:lnTo>
                  <a:pt x="184711" y="203162"/>
                </a:lnTo>
                <a:lnTo>
                  <a:pt x="184711" y="232096"/>
                </a:lnTo>
                <a:lnTo>
                  <a:pt x="156538" y="226277"/>
                </a:lnTo>
                <a:close/>
                <a:moveTo>
                  <a:pt x="235404" y="135955"/>
                </a:moveTo>
                <a:lnTo>
                  <a:pt x="253629" y="159018"/>
                </a:lnTo>
                <a:lnTo>
                  <a:pt x="231116" y="176815"/>
                </a:lnTo>
                <a:lnTo>
                  <a:pt x="212876" y="153774"/>
                </a:lnTo>
                <a:close/>
                <a:moveTo>
                  <a:pt x="211427" y="105612"/>
                </a:moveTo>
                <a:lnTo>
                  <a:pt x="211441" y="105630"/>
                </a:lnTo>
                <a:lnTo>
                  <a:pt x="203691" y="143236"/>
                </a:lnTo>
                <a:lnTo>
                  <a:pt x="188381" y="123862"/>
                </a:lnTo>
                <a:close/>
                <a:moveTo>
                  <a:pt x="294789" y="88983"/>
                </a:moveTo>
                <a:lnTo>
                  <a:pt x="313076" y="112024"/>
                </a:lnTo>
                <a:lnTo>
                  <a:pt x="304973" y="118430"/>
                </a:lnTo>
                <a:lnTo>
                  <a:pt x="294612" y="118430"/>
                </a:lnTo>
                <a:lnTo>
                  <a:pt x="294612" y="89123"/>
                </a:lnTo>
                <a:close/>
                <a:moveTo>
                  <a:pt x="294612" y="88983"/>
                </a:moveTo>
                <a:lnTo>
                  <a:pt x="294612" y="89123"/>
                </a:lnTo>
                <a:lnTo>
                  <a:pt x="235404" y="135955"/>
                </a:lnTo>
                <a:lnTo>
                  <a:pt x="211441" y="105630"/>
                </a:lnTo>
                <a:lnTo>
                  <a:pt x="211448" y="105597"/>
                </a:lnTo>
                <a:lnTo>
                  <a:pt x="182636" y="99647"/>
                </a:lnTo>
                <a:lnTo>
                  <a:pt x="161302" y="203162"/>
                </a:lnTo>
                <a:lnTo>
                  <a:pt x="44343" y="203162"/>
                </a:lnTo>
                <a:lnTo>
                  <a:pt x="44343" y="232525"/>
                </a:lnTo>
                <a:lnTo>
                  <a:pt x="184711" y="232525"/>
                </a:lnTo>
                <a:lnTo>
                  <a:pt x="184711" y="232096"/>
                </a:lnTo>
                <a:lnTo>
                  <a:pt x="185350" y="232228"/>
                </a:lnTo>
                <a:lnTo>
                  <a:pt x="203691" y="143236"/>
                </a:lnTo>
                <a:lnTo>
                  <a:pt x="230664" y="177371"/>
                </a:lnTo>
                <a:lnTo>
                  <a:pt x="253710" y="159122"/>
                </a:lnTo>
                <a:lnTo>
                  <a:pt x="253629" y="159018"/>
                </a:lnTo>
                <a:lnTo>
                  <a:pt x="304973" y="118430"/>
                </a:lnTo>
                <a:lnTo>
                  <a:pt x="399082" y="118430"/>
                </a:lnTo>
                <a:lnTo>
                  <a:pt x="399082" y="88983"/>
                </a:lnTo>
                <a:lnTo>
                  <a:pt x="294789" y="88983"/>
                </a:lnTo>
                <a:close/>
                <a:moveTo>
                  <a:pt x="17558" y="23709"/>
                </a:moveTo>
                <a:lnTo>
                  <a:pt x="424973" y="23709"/>
                </a:lnTo>
                <a:lnTo>
                  <a:pt x="424973" y="282027"/>
                </a:lnTo>
                <a:lnTo>
                  <a:pt x="233022" y="282027"/>
                </a:lnTo>
                <a:lnTo>
                  <a:pt x="233022" y="328948"/>
                </a:lnTo>
                <a:lnTo>
                  <a:pt x="209412" y="328948"/>
                </a:lnTo>
                <a:lnTo>
                  <a:pt x="209412" y="282027"/>
                </a:lnTo>
                <a:lnTo>
                  <a:pt x="17558" y="282027"/>
                </a:lnTo>
                <a:close/>
                <a:moveTo>
                  <a:pt x="0" y="0"/>
                </a:moveTo>
                <a:lnTo>
                  <a:pt x="442433" y="0"/>
                </a:lnTo>
                <a:lnTo>
                  <a:pt x="442433" y="23709"/>
                </a:lnTo>
                <a:lnTo>
                  <a:pt x="424973" y="23709"/>
                </a:lnTo>
                <a:lnTo>
                  <a:pt x="424973" y="14880"/>
                </a:lnTo>
                <a:lnTo>
                  <a:pt x="17558" y="14880"/>
                </a:lnTo>
                <a:lnTo>
                  <a:pt x="17558" y="23709"/>
                </a:lnTo>
                <a:lnTo>
                  <a:pt x="0" y="23709"/>
                </a:lnTo>
                <a:close/>
              </a:path>
            </a:pathLst>
          </a:custGeom>
          <a:solidFill>
            <a:srgbClr val="3669C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ransition spd="slow"/>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custDataLst>
              <p:tags r:id="rId2"/>
            </p:custDataLst>
          </p:nvPr>
        </p:nvSpPr>
        <p:spPr>
          <a:xfrm>
            <a:off x="3759689" y="1826333"/>
            <a:ext cx="616541" cy="523220"/>
          </a:xfrm>
          <a:prstGeom prst="rect">
            <a:avLst/>
          </a:prstGeom>
          <a:noFill/>
        </p:spPr>
        <p:txBody>
          <a:bodyPr wrap="square" rIns="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3200" b="1" kern="1200" dirty="0">
                <a:solidFill>
                  <a:srgbClr val="00B0F0"/>
                </a:solidFill>
                <a:latin typeface="Arial" panose="020B0604020202020204" pitchFamily="34" charset="0"/>
                <a:ea typeface="Microsoft YaHei" panose="020B0503020204020204" pitchFamily="34" charset="-122"/>
              </a:rPr>
              <a:t>01</a:t>
            </a:r>
          </a:p>
        </p:txBody>
      </p:sp>
      <p:sp>
        <p:nvSpPr>
          <p:cNvPr id="36" name="文本框 35"/>
          <p:cNvSpPr txBox="1"/>
          <p:nvPr>
            <p:custDataLst>
              <p:tags r:id="rId3"/>
            </p:custDataLst>
          </p:nvPr>
        </p:nvSpPr>
        <p:spPr>
          <a:xfrm>
            <a:off x="4376232" y="1821789"/>
            <a:ext cx="4244339" cy="527764"/>
          </a:xfrm>
          <a:prstGeom prst="rect">
            <a:avLst/>
          </a:prstGeom>
          <a:noFill/>
        </p:spPr>
        <p:txBody>
          <a:bodyPr wrap="square" rtlCol="0" anchor="b">
            <a:noAutofit/>
          </a:bodyPr>
          <a:lstStyle/>
          <a:p>
            <a:pPr marL="0" marR="0" lvl="0" indent="0" algn="l" defTabSz="914400" rtl="0" eaLnBrk="1" fontAlgn="auto" latinLnBrk="0" hangingPunct="1">
              <a:lnSpc>
                <a:spcPct val="100000"/>
              </a:lnSpc>
              <a:spcBef>
                <a:spcPts val="0"/>
              </a:spcBef>
              <a:spcAft>
                <a:spcPts val="0"/>
              </a:spcAft>
              <a:buClrTx/>
              <a:buSzPct val="100000"/>
              <a:buFontTx/>
              <a:buNone/>
              <a:tabLst/>
              <a:defRPr/>
            </a:pPr>
            <a:r>
              <a:rPr lang="zh-CN" altLang="en-US" sz="3200" b="1" kern="1200">
                <a:solidFill>
                  <a:srgbClr val="00B0F0"/>
                </a:solidFill>
                <a:latin typeface="Arial" panose="020B0604020202020204" pitchFamily="34" charset="0"/>
                <a:ea typeface="Microsoft YaHei" panose="020B0503020204020204" pitchFamily="34" charset="-122"/>
              </a:rPr>
              <a:t>云的形态</a:t>
            </a:r>
            <a:endParaRPr lang="zh-CN" altLang="en-US" sz="3200" b="1" kern="1200" dirty="0">
              <a:solidFill>
                <a:srgbClr val="00B0F0"/>
              </a:solidFill>
              <a:latin typeface="Arial" panose="020B0604020202020204" pitchFamily="34" charset="0"/>
              <a:ea typeface="Microsoft YaHei" panose="020B0503020204020204" pitchFamily="34" charset="-122"/>
            </a:endParaRPr>
          </a:p>
        </p:txBody>
      </p:sp>
      <p:sp>
        <p:nvSpPr>
          <p:cNvPr id="43" name="文本框 42"/>
          <p:cNvSpPr txBox="1"/>
          <p:nvPr>
            <p:custDataLst>
              <p:tags r:id="rId4"/>
            </p:custDataLst>
          </p:nvPr>
        </p:nvSpPr>
        <p:spPr>
          <a:xfrm>
            <a:off x="4376232" y="2702803"/>
            <a:ext cx="4244339" cy="527764"/>
          </a:xfrm>
          <a:prstGeom prst="rect">
            <a:avLst/>
          </a:prstGeom>
          <a:noFill/>
        </p:spPr>
        <p:txBody>
          <a:bodyPr wrap="square" rtlCol="0" anchor="b">
            <a:noAutofit/>
          </a:bodyPr>
          <a:lstStyle/>
          <a:p>
            <a:pPr marL="0" marR="0" lvl="0" indent="0" algn="l" defTabSz="914400" rtl="0" eaLnBrk="1" fontAlgn="auto" latinLnBrk="0" hangingPunct="1">
              <a:lnSpc>
                <a:spcPct val="100000"/>
              </a:lnSpc>
              <a:spcBef>
                <a:spcPts val="0"/>
              </a:spcBef>
              <a:spcAft>
                <a:spcPts val="0"/>
              </a:spcAft>
              <a:buClrTx/>
              <a:buSzPct val="100000"/>
              <a:buFontTx/>
              <a:buNone/>
              <a:tabLst/>
              <a:defRPr/>
            </a:pPr>
            <a:r>
              <a:rPr lang="zh-CN" altLang="en-US" sz="3200" b="1" kern="1200">
                <a:solidFill>
                  <a:srgbClr val="FFFF00"/>
                </a:solidFill>
                <a:latin typeface="Arial" panose="020B0604020202020204" pitchFamily="34" charset="0"/>
                <a:ea typeface="Microsoft YaHei" panose="020B0503020204020204" pitchFamily="34" charset="-122"/>
                <a:sym typeface="+mn-ea"/>
              </a:rPr>
              <a:t>金融</a:t>
            </a:r>
            <a:r>
              <a:rPr lang="en-US" altLang="zh-CN" sz="3200" b="1" kern="1200">
                <a:solidFill>
                  <a:srgbClr val="FFFF00"/>
                </a:solidFill>
                <a:latin typeface="Arial" panose="020B0604020202020204" pitchFamily="34" charset="0"/>
                <a:ea typeface="Microsoft YaHei" panose="020B0503020204020204" pitchFamily="34" charset="-122"/>
                <a:sym typeface="+mn-ea"/>
              </a:rPr>
              <a:t>SaaS</a:t>
            </a:r>
            <a:r>
              <a:rPr lang="zh-CN" altLang="en-US" sz="3200" b="1" kern="1200">
                <a:solidFill>
                  <a:srgbClr val="FFFF00"/>
                </a:solidFill>
                <a:latin typeface="Arial" panose="020B0604020202020204" pitchFamily="34" charset="0"/>
                <a:ea typeface="Microsoft YaHei" panose="020B0503020204020204" pitchFamily="34" charset="-122"/>
                <a:sym typeface="+mn-ea"/>
              </a:rPr>
              <a:t>市场</a:t>
            </a:r>
            <a:endParaRPr lang="zh-CN" altLang="en-US" sz="3200" b="1" kern="1200" dirty="0">
              <a:solidFill>
                <a:srgbClr val="FFFF00"/>
              </a:solidFill>
              <a:latin typeface="Arial" panose="020B0604020202020204" pitchFamily="34" charset="0"/>
              <a:ea typeface="Microsoft YaHei" panose="020B0503020204020204" pitchFamily="34" charset="-122"/>
              <a:sym typeface="+mn-ea"/>
            </a:endParaRPr>
          </a:p>
        </p:txBody>
      </p:sp>
      <p:sp>
        <p:nvSpPr>
          <p:cNvPr id="42" name="文本框 41"/>
          <p:cNvSpPr txBox="1"/>
          <p:nvPr>
            <p:custDataLst>
              <p:tags r:id="rId5"/>
            </p:custDataLst>
          </p:nvPr>
        </p:nvSpPr>
        <p:spPr>
          <a:xfrm>
            <a:off x="3759689" y="2705055"/>
            <a:ext cx="616585" cy="523240"/>
          </a:xfrm>
          <a:prstGeom prst="rect">
            <a:avLst/>
          </a:prstGeom>
          <a:noFill/>
        </p:spPr>
        <p:txBody>
          <a:bodyPr wrap="square" rIns="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3200" b="1" kern="1200" dirty="0">
                <a:solidFill>
                  <a:srgbClr val="FFFF00"/>
                </a:solidFill>
                <a:latin typeface="Arial" panose="020B0604020202020204" pitchFamily="34" charset="0"/>
                <a:ea typeface="Microsoft YaHei" panose="020B0503020204020204" pitchFamily="34" charset="-122"/>
              </a:rPr>
              <a:t>02</a:t>
            </a:r>
          </a:p>
        </p:txBody>
      </p:sp>
      <p:sp>
        <p:nvSpPr>
          <p:cNvPr id="56" name="文本框 55"/>
          <p:cNvSpPr txBox="1"/>
          <p:nvPr>
            <p:custDataLst>
              <p:tags r:id="rId6"/>
            </p:custDataLst>
          </p:nvPr>
        </p:nvSpPr>
        <p:spPr>
          <a:xfrm>
            <a:off x="3759692" y="3575223"/>
            <a:ext cx="616541" cy="523220"/>
          </a:xfrm>
          <a:prstGeom prst="rect">
            <a:avLst/>
          </a:prstGeom>
          <a:noFill/>
        </p:spPr>
        <p:txBody>
          <a:bodyPr wrap="square" rIns="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3200" b="0" i="0" u="none" strike="noStrike" kern="1200" cap="none" spc="0" normalizeH="0" baseline="0" noProof="0" dirty="0">
                <a:ln>
                  <a:noFill/>
                </a:ln>
                <a:solidFill>
                  <a:srgbClr val="5384EE"/>
                </a:solidFill>
                <a:effectLst/>
                <a:uLnTx/>
                <a:uFillTx/>
                <a:latin typeface="Algerian" panose="04020705040A02060702" pitchFamily="82" charset="0"/>
                <a:ea typeface="Microsoft YaHei" panose="020B0503020204020204" pitchFamily="34" charset="-122"/>
              </a:rPr>
              <a:t>03</a:t>
            </a:r>
          </a:p>
        </p:txBody>
      </p:sp>
      <p:sp>
        <p:nvSpPr>
          <p:cNvPr id="57" name="文本框 56"/>
          <p:cNvSpPr txBox="1"/>
          <p:nvPr>
            <p:custDataLst>
              <p:tags r:id="rId7"/>
            </p:custDataLst>
          </p:nvPr>
        </p:nvSpPr>
        <p:spPr>
          <a:xfrm>
            <a:off x="4376232" y="3577011"/>
            <a:ext cx="4244339" cy="527764"/>
          </a:xfrm>
          <a:prstGeom prst="rect">
            <a:avLst/>
          </a:prstGeom>
          <a:noFill/>
        </p:spPr>
        <p:txBody>
          <a:bodyPr wrap="square" rtlCol="0" anchor="b">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3200" b="1" i="0" u="none" strike="noStrike" kern="1200" cap="none" spc="0" normalizeH="0" baseline="0" noProof="0">
                <a:ln>
                  <a:noFill/>
                </a:ln>
                <a:solidFill>
                  <a:srgbClr val="00B0F0"/>
                </a:solidFill>
                <a:effectLst/>
                <a:uLnTx/>
                <a:uFillTx/>
                <a:latin typeface="Arial" panose="020B0604020202020204" pitchFamily="34" charset="0"/>
                <a:ea typeface="Microsoft YaHei" panose="020B0503020204020204" pitchFamily="34" charset="-122"/>
                <a:cs typeface="+mn-cs"/>
              </a:rPr>
              <a:t>金融</a:t>
            </a:r>
            <a:r>
              <a:rPr kumimoji="0" lang="en-US" altLang="zh-CN" sz="3200" b="1" i="0" u="none" strike="noStrike" kern="1200" cap="none" spc="0" normalizeH="0" baseline="0" noProof="0">
                <a:ln>
                  <a:noFill/>
                </a:ln>
                <a:solidFill>
                  <a:srgbClr val="00B0F0"/>
                </a:solidFill>
                <a:effectLst/>
                <a:uLnTx/>
                <a:uFillTx/>
                <a:latin typeface="Arial" panose="020B0604020202020204" pitchFamily="34" charset="0"/>
                <a:ea typeface="Microsoft YaHei" panose="020B0503020204020204" pitchFamily="34" charset="-122"/>
                <a:cs typeface="+mn-cs"/>
              </a:rPr>
              <a:t>SaaS</a:t>
            </a:r>
            <a:r>
              <a:rPr kumimoji="0" lang="zh-CN" altLang="en-US" sz="3200" b="1" i="0" u="none" strike="noStrike" kern="1200" cap="none" spc="0" normalizeH="0" baseline="0" noProof="0">
                <a:ln>
                  <a:noFill/>
                </a:ln>
                <a:solidFill>
                  <a:srgbClr val="00B0F0"/>
                </a:solidFill>
                <a:effectLst/>
                <a:uLnTx/>
                <a:uFillTx/>
                <a:latin typeface="Arial" panose="020B0604020202020204" pitchFamily="34" charset="0"/>
                <a:ea typeface="Microsoft YaHei" panose="020B0503020204020204" pitchFamily="34" charset="-122"/>
                <a:cs typeface="+mn-cs"/>
              </a:rPr>
              <a:t>技术架构</a:t>
            </a:r>
            <a:endParaRPr kumimoji="0" lang="zh-CN" altLang="en-US" sz="3200" b="1" i="0" u="none" strike="noStrike" kern="1200" cap="none" spc="0" normalizeH="0" baseline="0" noProof="0" dirty="0">
              <a:ln>
                <a:noFill/>
              </a:ln>
              <a:solidFill>
                <a:srgbClr val="00B0F0"/>
              </a:solidFill>
              <a:effectLst/>
              <a:uLnTx/>
              <a:uFillTx/>
              <a:latin typeface="Arial" panose="020B0604020202020204" pitchFamily="34" charset="0"/>
              <a:ea typeface="Microsoft YaHei" panose="020B0503020204020204" pitchFamily="34" charset="-122"/>
              <a:cs typeface="+mn-cs"/>
            </a:endParaRPr>
          </a:p>
        </p:txBody>
      </p:sp>
    </p:spTree>
    <p:custDataLst>
      <p:tags r:id="rId1"/>
    </p:custDataLst>
    <p:extLst>
      <p:ext uri="{BB962C8B-B14F-4D97-AF65-F5344CB8AC3E}">
        <p14:creationId xmlns:p14="http://schemas.microsoft.com/office/powerpoint/2010/main" val="2866180716"/>
      </p:ext>
    </p:extLst>
  </p:cSld>
  <p:clrMapOvr>
    <a:masterClrMapping/>
  </p:clrMapOvr>
  <mc:AlternateContent xmlns:mc="http://schemas.openxmlformats.org/markup-compatibility/2006" xmlns:p14="http://schemas.microsoft.com/office/powerpoint/2010/main">
    <mc:Choice Requires="p14">
      <p:transition/>
    </mc:Choice>
    <mc:Fallback xmlns="">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银行业产品分类</a:t>
            </a:r>
            <a:endParaRPr lang="zh-CN" altLang="en-US" dirty="0"/>
          </a:p>
        </p:txBody>
      </p:sp>
      <p:pic>
        <p:nvPicPr>
          <p:cNvPr id="8" name="Picture 7">
            <a:extLst>
              <a:ext uri="{FF2B5EF4-FFF2-40B4-BE49-F238E27FC236}">
                <a16:creationId xmlns:a16="http://schemas.microsoft.com/office/drawing/2014/main" id="{DB7C0610-51C3-432D-AB4D-FDA7D4D606AF}"/>
              </a:ext>
            </a:extLst>
          </p:cNvPr>
          <p:cNvPicPr>
            <a:picLocks noChangeAspect="1"/>
          </p:cNvPicPr>
          <p:nvPr/>
        </p:nvPicPr>
        <p:blipFill>
          <a:blip r:embed="rId2"/>
          <a:stretch>
            <a:fillRect/>
          </a:stretch>
        </p:blipFill>
        <p:spPr>
          <a:xfrm>
            <a:off x="0" y="1625600"/>
            <a:ext cx="12192000" cy="4349750"/>
          </a:xfrm>
          <a:prstGeom prst="rect">
            <a:avLst/>
          </a:prstGeom>
        </p:spPr>
      </p:pic>
    </p:spTree>
    <p:extLst>
      <p:ext uri="{BB962C8B-B14F-4D97-AF65-F5344CB8AC3E}">
        <p14:creationId xmlns:p14="http://schemas.microsoft.com/office/powerpoint/2010/main" val="497434059"/>
      </p:ext>
    </p:extLst>
  </p:cSld>
  <p:clrMapOvr>
    <a:masterClrMapping/>
  </p:clrMapOvr>
  <p:transition spd="slow"/>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金融</a:t>
            </a:r>
            <a:r>
              <a:rPr lang="en-US" altLang="zh-CN"/>
              <a:t>SaaS</a:t>
            </a:r>
            <a:r>
              <a:rPr lang="zh-CN" altLang="en-US"/>
              <a:t>产品类型</a:t>
            </a:r>
            <a:endParaRPr lang="zh-CN" altLang="en-US" dirty="0"/>
          </a:p>
        </p:txBody>
      </p:sp>
      <p:sp>
        <p:nvSpPr>
          <p:cNvPr id="4" name="任意多边形 13">
            <a:extLst>
              <a:ext uri="{FF2B5EF4-FFF2-40B4-BE49-F238E27FC236}">
                <a16:creationId xmlns:a16="http://schemas.microsoft.com/office/drawing/2014/main" id="{2F3CF6BE-B22A-4D23-9B27-073C6656F3D9}"/>
              </a:ext>
            </a:extLst>
          </p:cNvPr>
          <p:cNvSpPr/>
          <p:nvPr>
            <p:custDataLst>
              <p:tags r:id="rId1"/>
            </p:custDataLst>
          </p:nvPr>
        </p:nvSpPr>
        <p:spPr>
          <a:xfrm>
            <a:off x="319610" y="1884453"/>
            <a:ext cx="5943592" cy="3497236"/>
          </a:xfrm>
          <a:custGeom>
            <a:avLst/>
            <a:gdLst>
              <a:gd name="adj" fmla="val 4442"/>
              <a:gd name="a" fmla="pin 0 adj 50000"/>
              <a:gd name="x1" fmla="*/ ss a 100000"/>
              <a:gd name="x2" fmla="+- r 0 x1"/>
              <a:gd name="y2" fmla="+- b 0 x1"/>
              <a:gd name="il" fmla="*/ x1 29289 100000"/>
              <a:gd name="ir" fmla="+- r 0 il"/>
              <a:gd name="ib" fmla="+- b 0 il"/>
            </a:gdLst>
            <a:ahLst/>
            <a:cxnLst>
              <a:cxn ang="3">
                <a:pos x="hc" y="t"/>
              </a:cxn>
              <a:cxn ang="cd2">
                <a:pos x="l" y="vc"/>
              </a:cxn>
              <a:cxn ang="cd4">
                <a:pos x="hc" y="b"/>
              </a:cxn>
              <a:cxn ang="0">
                <a:pos x="r" y="vc"/>
              </a:cxn>
            </a:cxnLst>
            <a:rect l="l" t="t" r="r" b="b"/>
            <a:pathLst>
              <a:path w="6320" h="6629">
                <a:moveTo>
                  <a:pt x="277" y="0"/>
                </a:moveTo>
                <a:lnTo>
                  <a:pt x="6043" y="0"/>
                </a:lnTo>
                <a:cubicBezTo>
                  <a:pt x="6196" y="0"/>
                  <a:pt x="6320" y="124"/>
                  <a:pt x="6320" y="277"/>
                </a:cubicBezTo>
                <a:lnTo>
                  <a:pt x="6320" y="5963"/>
                </a:lnTo>
                <a:cubicBezTo>
                  <a:pt x="6320" y="6116"/>
                  <a:pt x="6196" y="6240"/>
                  <a:pt x="6043" y="6240"/>
                </a:cubicBezTo>
                <a:lnTo>
                  <a:pt x="1062" y="6240"/>
                </a:lnTo>
                <a:lnTo>
                  <a:pt x="673" y="6629"/>
                </a:lnTo>
                <a:lnTo>
                  <a:pt x="673" y="6240"/>
                </a:lnTo>
                <a:lnTo>
                  <a:pt x="277" y="6240"/>
                </a:lnTo>
                <a:cubicBezTo>
                  <a:pt x="124" y="6240"/>
                  <a:pt x="0" y="6116"/>
                  <a:pt x="0" y="5963"/>
                </a:cubicBezTo>
                <a:lnTo>
                  <a:pt x="0" y="277"/>
                </a:lnTo>
                <a:cubicBezTo>
                  <a:pt x="0" y="124"/>
                  <a:pt x="124" y="0"/>
                  <a:pt x="277" y="0"/>
                </a:cubicBezTo>
                <a:close/>
              </a:path>
            </a:pathLst>
          </a:custGeom>
          <a:solidFill>
            <a:schemeClr val="accent1">
              <a:alpha val="10000"/>
            </a:schemeClr>
          </a:solidFill>
          <a:ln>
            <a:solidFill>
              <a:schemeClr val="dk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solidFill>
                <a:schemeClr val="lt1"/>
              </a:solidFill>
              <a:latin typeface="Microsoft YaHei" panose="020B0503020204020204" pitchFamily="34" charset="-122"/>
              <a:ea typeface="Microsoft YaHei" panose="020B0503020204020204" pitchFamily="34" charset="-122"/>
            </a:endParaRPr>
          </a:p>
        </p:txBody>
      </p:sp>
      <p:sp>
        <p:nvSpPr>
          <p:cNvPr id="5" name="文本框 14">
            <a:extLst>
              <a:ext uri="{FF2B5EF4-FFF2-40B4-BE49-F238E27FC236}">
                <a16:creationId xmlns:a16="http://schemas.microsoft.com/office/drawing/2014/main" id="{80921487-F1B5-4885-90D5-03953797708E}"/>
              </a:ext>
            </a:extLst>
          </p:cNvPr>
          <p:cNvSpPr txBox="1"/>
          <p:nvPr>
            <p:custDataLst>
              <p:tags r:id="rId2"/>
            </p:custDataLst>
          </p:nvPr>
        </p:nvSpPr>
        <p:spPr>
          <a:xfrm>
            <a:off x="470493" y="2719459"/>
            <a:ext cx="5689008" cy="2096984"/>
          </a:xfrm>
          <a:prstGeom prst="rect">
            <a:avLst/>
          </a:prstGeom>
          <a:noFill/>
        </p:spPr>
        <p:txBody>
          <a:bodyPr wrap="square" rtlCol="0" anchor="ctr" anchorCtr="0">
            <a:normAutofit/>
          </a:bodyPr>
          <a:lstStyle/>
          <a:p>
            <a:pPr marL="787400" lvl="1" indent="-381000" algn="l" fontAlgn="ctr">
              <a:lnSpc>
                <a:spcPct val="120000"/>
              </a:lnSpc>
              <a:spcBef>
                <a:spcPts val="0"/>
              </a:spcBef>
              <a:spcAft>
                <a:spcPts val="800"/>
              </a:spcAft>
              <a:buSzPct val="100000"/>
              <a:buFont typeface="Arial" panose="020B0604020202020204" pitchFamily="34" charset="0"/>
              <a:buChar char="○"/>
            </a:pPr>
            <a:r>
              <a:rPr lang="zh-CN" altLang="en-US" sz="2400" spc="140">
                <a:solidFill>
                  <a:schemeClr val="dk1">
                    <a:lumMod val="85000"/>
                    <a:lumOff val="15000"/>
                  </a:schemeClr>
                </a:solidFill>
                <a:latin typeface="Microsoft YaHei" panose="020B0503020204020204" pitchFamily="34" charset="-122"/>
                <a:ea typeface="Microsoft YaHei" panose="020B0503020204020204" pitchFamily="34" charset="-122"/>
              </a:rPr>
              <a:t>专注于金融链条中某个细分环节</a:t>
            </a:r>
            <a:endParaRPr lang="zh-CN" altLang="en-US" sz="2400" spc="140" dirty="0">
              <a:solidFill>
                <a:schemeClr val="dk1">
                  <a:lumMod val="85000"/>
                  <a:lumOff val="15000"/>
                </a:schemeClr>
              </a:solidFill>
              <a:latin typeface="Microsoft YaHei" panose="020B0503020204020204" pitchFamily="34" charset="-122"/>
              <a:ea typeface="Microsoft YaHei" panose="020B0503020204020204" pitchFamily="34" charset="-122"/>
            </a:endParaRPr>
          </a:p>
          <a:p>
            <a:pPr marL="787400" lvl="1" indent="-381000" algn="l" fontAlgn="ctr">
              <a:lnSpc>
                <a:spcPct val="120000"/>
              </a:lnSpc>
              <a:spcBef>
                <a:spcPts val="0"/>
              </a:spcBef>
              <a:spcAft>
                <a:spcPts val="800"/>
              </a:spcAft>
              <a:buSzPct val="100000"/>
              <a:buFont typeface="Arial" panose="020B0604020202020204" pitchFamily="34" charset="0"/>
              <a:buChar char="○"/>
            </a:pPr>
            <a:r>
              <a:rPr lang="zh-CN" altLang="en-US" sz="2400" spc="140">
                <a:solidFill>
                  <a:schemeClr val="dk1">
                    <a:lumMod val="85000"/>
                    <a:lumOff val="15000"/>
                  </a:schemeClr>
                </a:solidFill>
                <a:latin typeface="Microsoft YaHei" panose="020B0503020204020204" pitchFamily="34" charset="-122"/>
                <a:ea typeface="Microsoft YaHei" panose="020B0503020204020204" pitchFamily="34" charset="-122"/>
              </a:rPr>
              <a:t>帮助金融机构降本增效，提高服务质量</a:t>
            </a:r>
            <a:endParaRPr lang="en-US" altLang="zh-CN" sz="2400" spc="140">
              <a:solidFill>
                <a:schemeClr val="dk1">
                  <a:lumMod val="85000"/>
                  <a:lumOff val="15000"/>
                </a:schemeClr>
              </a:solidFill>
              <a:latin typeface="Microsoft YaHei" panose="020B0503020204020204" pitchFamily="34" charset="-122"/>
              <a:ea typeface="Microsoft YaHei" panose="020B0503020204020204" pitchFamily="34" charset="-122"/>
            </a:endParaRPr>
          </a:p>
          <a:p>
            <a:pPr marL="787400" lvl="1" indent="-381000" algn="l" fontAlgn="ctr">
              <a:lnSpc>
                <a:spcPct val="120000"/>
              </a:lnSpc>
              <a:spcBef>
                <a:spcPts val="0"/>
              </a:spcBef>
              <a:spcAft>
                <a:spcPts val="800"/>
              </a:spcAft>
              <a:buSzPct val="100000"/>
              <a:buFont typeface="Arial" panose="020B0604020202020204" pitchFamily="34" charset="0"/>
              <a:buChar char="○"/>
            </a:pPr>
            <a:r>
              <a:rPr lang="zh-CN" altLang="en-US" sz="2400" spc="140">
                <a:solidFill>
                  <a:schemeClr val="dk1">
                    <a:lumMod val="85000"/>
                    <a:lumOff val="15000"/>
                  </a:schemeClr>
                </a:solidFill>
                <a:latin typeface="Microsoft YaHei" panose="020B0503020204020204" pitchFamily="34" charset="-122"/>
                <a:ea typeface="Microsoft YaHei" panose="020B0503020204020204" pitchFamily="34" charset="-122"/>
              </a:rPr>
              <a:t>如支付结算、核心业务能力等</a:t>
            </a:r>
            <a:endParaRPr lang="en-US" altLang="zh-CN" sz="2400" spc="140">
              <a:solidFill>
                <a:schemeClr val="dk1">
                  <a:lumMod val="85000"/>
                  <a:lumOff val="15000"/>
                </a:schemeClr>
              </a:solidFill>
              <a:latin typeface="Microsoft YaHei" panose="020B0503020204020204" pitchFamily="34" charset="-122"/>
              <a:ea typeface="Microsoft YaHei" panose="020B0503020204020204" pitchFamily="34" charset="-122"/>
            </a:endParaRPr>
          </a:p>
        </p:txBody>
      </p:sp>
      <p:sp>
        <p:nvSpPr>
          <p:cNvPr id="6" name="任意多边形 21">
            <a:extLst>
              <a:ext uri="{FF2B5EF4-FFF2-40B4-BE49-F238E27FC236}">
                <a16:creationId xmlns:a16="http://schemas.microsoft.com/office/drawing/2014/main" id="{1C60D65A-7057-42DC-A1DB-21463C0359F5}"/>
              </a:ext>
            </a:extLst>
          </p:cNvPr>
          <p:cNvSpPr/>
          <p:nvPr>
            <p:custDataLst>
              <p:tags r:id="rId3"/>
            </p:custDataLst>
          </p:nvPr>
        </p:nvSpPr>
        <p:spPr>
          <a:xfrm>
            <a:off x="6612703" y="1884744"/>
            <a:ext cx="5325297" cy="3496945"/>
          </a:xfrm>
          <a:custGeom>
            <a:avLst/>
            <a:gdLst>
              <a:gd name="adj" fmla="val 4442"/>
              <a:gd name="a" fmla="pin 0 adj 50000"/>
              <a:gd name="x1" fmla="*/ ss a 100000"/>
              <a:gd name="x2" fmla="+- r 0 x1"/>
              <a:gd name="y2" fmla="+- b 0 x1"/>
              <a:gd name="il" fmla="*/ x1 29289 100000"/>
              <a:gd name="ir" fmla="+- r 0 il"/>
              <a:gd name="ib" fmla="+- b 0 il"/>
            </a:gdLst>
            <a:ahLst/>
            <a:cxnLst>
              <a:cxn ang="3">
                <a:pos x="hc" y="t"/>
              </a:cxn>
              <a:cxn ang="cd2">
                <a:pos x="l" y="vc"/>
              </a:cxn>
              <a:cxn ang="cd4">
                <a:pos x="hc" y="b"/>
              </a:cxn>
              <a:cxn ang="0">
                <a:pos x="r" y="vc"/>
              </a:cxn>
            </a:cxnLst>
            <a:rect l="l" t="t" r="r" b="b"/>
            <a:pathLst>
              <a:path w="6320" h="6629">
                <a:moveTo>
                  <a:pt x="277" y="0"/>
                </a:moveTo>
                <a:lnTo>
                  <a:pt x="6043" y="0"/>
                </a:lnTo>
                <a:cubicBezTo>
                  <a:pt x="6196" y="0"/>
                  <a:pt x="6320" y="124"/>
                  <a:pt x="6320" y="277"/>
                </a:cubicBezTo>
                <a:lnTo>
                  <a:pt x="6320" y="5963"/>
                </a:lnTo>
                <a:cubicBezTo>
                  <a:pt x="6320" y="6116"/>
                  <a:pt x="6196" y="6240"/>
                  <a:pt x="6043" y="6240"/>
                </a:cubicBezTo>
                <a:lnTo>
                  <a:pt x="1062" y="6240"/>
                </a:lnTo>
                <a:lnTo>
                  <a:pt x="673" y="6629"/>
                </a:lnTo>
                <a:lnTo>
                  <a:pt x="673" y="6240"/>
                </a:lnTo>
                <a:lnTo>
                  <a:pt x="277" y="6240"/>
                </a:lnTo>
                <a:cubicBezTo>
                  <a:pt x="124" y="6240"/>
                  <a:pt x="0" y="6116"/>
                  <a:pt x="0" y="5963"/>
                </a:cubicBezTo>
                <a:lnTo>
                  <a:pt x="0" y="277"/>
                </a:lnTo>
                <a:cubicBezTo>
                  <a:pt x="0" y="124"/>
                  <a:pt x="124" y="0"/>
                  <a:pt x="277" y="0"/>
                </a:cubicBezTo>
                <a:close/>
              </a:path>
            </a:pathLst>
          </a:custGeom>
          <a:solidFill>
            <a:schemeClr val="accent1">
              <a:alpha val="10000"/>
            </a:schemeClr>
          </a:solidFill>
          <a:ln>
            <a:solidFill>
              <a:schemeClr val="dk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solidFill>
                <a:schemeClr val="lt1"/>
              </a:solidFill>
              <a:latin typeface="Microsoft YaHei" panose="020B0503020204020204" pitchFamily="34" charset="-122"/>
              <a:ea typeface="Microsoft YaHei" panose="020B0503020204020204" pitchFamily="34" charset="-122"/>
            </a:endParaRPr>
          </a:p>
        </p:txBody>
      </p:sp>
      <p:grpSp>
        <p:nvGrpSpPr>
          <p:cNvPr id="9" name="组合 28">
            <a:extLst>
              <a:ext uri="{FF2B5EF4-FFF2-40B4-BE49-F238E27FC236}">
                <a16:creationId xmlns:a16="http://schemas.microsoft.com/office/drawing/2014/main" id="{95AFF610-1BAD-4412-B983-1E83F6C00FC5}"/>
              </a:ext>
            </a:extLst>
          </p:cNvPr>
          <p:cNvGrpSpPr/>
          <p:nvPr>
            <p:custDataLst>
              <p:tags r:id="rId4"/>
            </p:custDataLst>
          </p:nvPr>
        </p:nvGrpSpPr>
        <p:grpSpPr>
          <a:xfrm rot="5400000">
            <a:off x="384500" y="5456603"/>
            <a:ext cx="643631" cy="766026"/>
            <a:chOff x="3121" y="7415"/>
            <a:chExt cx="1220" cy="1452"/>
          </a:xfrm>
        </p:grpSpPr>
        <p:sp>
          <p:nvSpPr>
            <p:cNvPr id="10" name="空心弧 24">
              <a:extLst>
                <a:ext uri="{FF2B5EF4-FFF2-40B4-BE49-F238E27FC236}">
                  <a16:creationId xmlns:a16="http://schemas.microsoft.com/office/drawing/2014/main" id="{A77A74E5-175E-4223-8EBE-395E41150E43}"/>
                </a:ext>
              </a:extLst>
            </p:cNvPr>
            <p:cNvSpPr/>
            <p:nvPr>
              <p:custDataLst>
                <p:tags r:id="rId17"/>
              </p:custDataLst>
            </p:nvPr>
          </p:nvSpPr>
          <p:spPr>
            <a:xfrm>
              <a:off x="3121" y="7415"/>
              <a:ext cx="1220" cy="1220"/>
            </a:xfrm>
            <a:prstGeom prst="blockArc">
              <a:avLst>
                <a:gd name="adj1" fmla="val 10800000"/>
                <a:gd name="adj2" fmla="val 0"/>
                <a:gd name="adj3" fmla="val 13278"/>
              </a:avLst>
            </a:prstGeom>
            <a:solidFill>
              <a:schemeClr val="accent1"/>
            </a:solidFill>
            <a:ln>
              <a:solidFill>
                <a:schemeClr val="dk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dk1"/>
                </a:solidFill>
                <a:latin typeface="Microsoft YaHei" panose="020B0503020204020204" pitchFamily="34" charset="-122"/>
                <a:ea typeface="Microsoft YaHei" panose="020B0503020204020204" pitchFamily="34" charset="-122"/>
              </a:endParaRPr>
            </a:p>
          </p:txBody>
        </p:sp>
        <p:sp>
          <p:nvSpPr>
            <p:cNvPr id="11" name="空心弧 26">
              <a:extLst>
                <a:ext uri="{FF2B5EF4-FFF2-40B4-BE49-F238E27FC236}">
                  <a16:creationId xmlns:a16="http://schemas.microsoft.com/office/drawing/2014/main" id="{E43F7B1F-AF1D-423A-A6D5-71A5298D6514}"/>
                </a:ext>
              </a:extLst>
            </p:cNvPr>
            <p:cNvSpPr/>
            <p:nvPr>
              <p:custDataLst>
                <p:tags r:id="rId18"/>
              </p:custDataLst>
            </p:nvPr>
          </p:nvSpPr>
          <p:spPr>
            <a:xfrm rot="10800000">
              <a:off x="3121" y="7647"/>
              <a:ext cx="1220" cy="1220"/>
            </a:xfrm>
            <a:prstGeom prst="blockArc">
              <a:avLst>
                <a:gd name="adj1" fmla="val 10800000"/>
                <a:gd name="adj2" fmla="val 0"/>
                <a:gd name="adj3" fmla="val 13278"/>
              </a:avLst>
            </a:prstGeom>
            <a:solidFill>
              <a:schemeClr val="accent1"/>
            </a:solidFill>
            <a:ln>
              <a:solidFill>
                <a:schemeClr val="l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dk1"/>
                </a:solidFill>
                <a:latin typeface="Microsoft YaHei" panose="020B0503020204020204" pitchFamily="34" charset="-122"/>
                <a:ea typeface="Microsoft YaHei" panose="020B0503020204020204" pitchFamily="34" charset="-122"/>
              </a:endParaRPr>
            </a:p>
          </p:txBody>
        </p:sp>
      </p:grpSp>
      <p:sp>
        <p:nvSpPr>
          <p:cNvPr id="12" name="文本框 27">
            <a:extLst>
              <a:ext uri="{FF2B5EF4-FFF2-40B4-BE49-F238E27FC236}">
                <a16:creationId xmlns:a16="http://schemas.microsoft.com/office/drawing/2014/main" id="{B0A813E3-6689-4316-A11C-D990D7E7CD01}"/>
              </a:ext>
            </a:extLst>
          </p:cNvPr>
          <p:cNvSpPr txBox="1"/>
          <p:nvPr>
            <p:custDataLst>
              <p:tags r:id="rId5"/>
            </p:custDataLst>
          </p:nvPr>
        </p:nvSpPr>
        <p:spPr>
          <a:xfrm>
            <a:off x="560180" y="5656551"/>
            <a:ext cx="292799" cy="382485"/>
          </a:xfrm>
          <a:prstGeom prst="rect">
            <a:avLst/>
          </a:prstGeom>
          <a:noFill/>
        </p:spPr>
        <p:txBody>
          <a:bodyPr wrap="square" rtlCol="0">
            <a:normAutofit fontScale="87500" lnSpcReduction="20000"/>
          </a:bodyPr>
          <a:lstStyle/>
          <a:p>
            <a:pPr marL="0">
              <a:lnSpc>
                <a:spcPct val="100000"/>
              </a:lnSpc>
              <a:spcBef>
                <a:spcPts val="0"/>
              </a:spcBef>
              <a:spcAft>
                <a:spcPts val="800"/>
              </a:spcAft>
            </a:pPr>
            <a:r>
              <a:rPr lang="en-US" altLang="zh-CN" spc="100" dirty="0">
                <a:solidFill>
                  <a:schemeClr val="dk1">
                    <a:lumMod val="75000"/>
                    <a:lumOff val="25000"/>
                  </a:schemeClr>
                </a:solidFill>
                <a:latin typeface="Microsoft YaHei" panose="020B0503020204020204" pitchFamily="34" charset="-122"/>
                <a:ea typeface="Microsoft YaHei" panose="020B0503020204020204" pitchFamily="34" charset="-122"/>
              </a:rPr>
              <a:t>1</a:t>
            </a:r>
          </a:p>
        </p:txBody>
      </p:sp>
      <p:sp>
        <p:nvSpPr>
          <p:cNvPr id="13" name="椭圆 29">
            <a:extLst>
              <a:ext uri="{FF2B5EF4-FFF2-40B4-BE49-F238E27FC236}">
                <a16:creationId xmlns:a16="http://schemas.microsoft.com/office/drawing/2014/main" id="{80364B0F-BCC5-4990-8261-0B28172B8FDE}"/>
              </a:ext>
            </a:extLst>
          </p:cNvPr>
          <p:cNvSpPr/>
          <p:nvPr>
            <p:custDataLst>
              <p:tags r:id="rId6"/>
            </p:custDataLst>
          </p:nvPr>
        </p:nvSpPr>
        <p:spPr>
          <a:xfrm>
            <a:off x="253136" y="5730937"/>
            <a:ext cx="217357" cy="217357"/>
          </a:xfrm>
          <a:prstGeom prst="ellipse">
            <a:avLst/>
          </a:prstGeom>
          <a:solidFill>
            <a:schemeClr val="lt1"/>
          </a:solidFill>
          <a:ln>
            <a:solidFill>
              <a:schemeClr val="l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latin typeface="Microsoft YaHei" panose="020B0503020204020204" pitchFamily="34" charset="-122"/>
              <a:ea typeface="Microsoft YaHei" panose="020B0503020204020204" pitchFamily="34" charset="-122"/>
            </a:endParaRPr>
          </a:p>
        </p:txBody>
      </p:sp>
      <p:sp>
        <p:nvSpPr>
          <p:cNvPr id="14" name="椭圆 30">
            <a:extLst>
              <a:ext uri="{FF2B5EF4-FFF2-40B4-BE49-F238E27FC236}">
                <a16:creationId xmlns:a16="http://schemas.microsoft.com/office/drawing/2014/main" id="{B7FBA235-ED59-4C54-B072-DBA03F424651}"/>
              </a:ext>
            </a:extLst>
          </p:cNvPr>
          <p:cNvSpPr/>
          <p:nvPr>
            <p:custDataLst>
              <p:tags r:id="rId7"/>
            </p:custDataLst>
          </p:nvPr>
        </p:nvSpPr>
        <p:spPr>
          <a:xfrm>
            <a:off x="933697" y="5730937"/>
            <a:ext cx="217357" cy="217357"/>
          </a:xfrm>
          <a:prstGeom prst="ellipse">
            <a:avLst/>
          </a:prstGeom>
          <a:solidFill>
            <a:schemeClr val="lt1"/>
          </a:solidFill>
          <a:ln>
            <a:solidFill>
              <a:schemeClr val="l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latin typeface="Microsoft YaHei" panose="020B0503020204020204" pitchFamily="34" charset="-122"/>
              <a:ea typeface="Microsoft YaHei" panose="020B0503020204020204" pitchFamily="34" charset="-122"/>
            </a:endParaRPr>
          </a:p>
        </p:txBody>
      </p:sp>
      <p:grpSp>
        <p:nvGrpSpPr>
          <p:cNvPr id="15" name="组合 36">
            <a:extLst>
              <a:ext uri="{FF2B5EF4-FFF2-40B4-BE49-F238E27FC236}">
                <a16:creationId xmlns:a16="http://schemas.microsoft.com/office/drawing/2014/main" id="{392072E4-9B8E-4A4E-9701-67DDB18FEE42}"/>
              </a:ext>
            </a:extLst>
          </p:cNvPr>
          <p:cNvGrpSpPr/>
          <p:nvPr>
            <p:custDataLst>
              <p:tags r:id="rId8"/>
            </p:custDataLst>
          </p:nvPr>
        </p:nvGrpSpPr>
        <p:grpSpPr>
          <a:xfrm rot="5400000">
            <a:off x="6668671" y="5456604"/>
            <a:ext cx="643631" cy="766026"/>
            <a:chOff x="3121" y="7415"/>
            <a:chExt cx="1220" cy="1452"/>
          </a:xfrm>
        </p:grpSpPr>
        <p:sp>
          <p:nvSpPr>
            <p:cNvPr id="16" name="空心弧 37">
              <a:extLst>
                <a:ext uri="{FF2B5EF4-FFF2-40B4-BE49-F238E27FC236}">
                  <a16:creationId xmlns:a16="http://schemas.microsoft.com/office/drawing/2014/main" id="{EAF16C86-30D0-421D-8033-C988DA411963}"/>
                </a:ext>
              </a:extLst>
            </p:cNvPr>
            <p:cNvSpPr/>
            <p:nvPr>
              <p:custDataLst>
                <p:tags r:id="rId15"/>
              </p:custDataLst>
            </p:nvPr>
          </p:nvSpPr>
          <p:spPr>
            <a:xfrm>
              <a:off x="3121" y="7415"/>
              <a:ext cx="1220" cy="1220"/>
            </a:xfrm>
            <a:prstGeom prst="blockArc">
              <a:avLst>
                <a:gd name="adj1" fmla="val 10800000"/>
                <a:gd name="adj2" fmla="val 0"/>
                <a:gd name="adj3" fmla="val 13278"/>
              </a:avLst>
            </a:prstGeom>
            <a:solidFill>
              <a:schemeClr val="accent2"/>
            </a:solidFill>
            <a:ln>
              <a:solidFill>
                <a:schemeClr val="dk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dk1"/>
                </a:solidFill>
                <a:latin typeface="Microsoft YaHei" panose="020B0503020204020204" pitchFamily="34" charset="-122"/>
                <a:ea typeface="Microsoft YaHei" panose="020B0503020204020204" pitchFamily="34" charset="-122"/>
              </a:endParaRPr>
            </a:p>
          </p:txBody>
        </p:sp>
        <p:sp>
          <p:nvSpPr>
            <p:cNvPr id="17" name="空心弧 38">
              <a:extLst>
                <a:ext uri="{FF2B5EF4-FFF2-40B4-BE49-F238E27FC236}">
                  <a16:creationId xmlns:a16="http://schemas.microsoft.com/office/drawing/2014/main" id="{B0B7D246-B2E9-4888-BBF7-73D8C53E49FE}"/>
                </a:ext>
              </a:extLst>
            </p:cNvPr>
            <p:cNvSpPr/>
            <p:nvPr>
              <p:custDataLst>
                <p:tags r:id="rId16"/>
              </p:custDataLst>
            </p:nvPr>
          </p:nvSpPr>
          <p:spPr>
            <a:xfrm rot="10800000">
              <a:off x="3121" y="7647"/>
              <a:ext cx="1220" cy="1220"/>
            </a:xfrm>
            <a:prstGeom prst="blockArc">
              <a:avLst>
                <a:gd name="adj1" fmla="val 10800000"/>
                <a:gd name="adj2" fmla="val 0"/>
                <a:gd name="adj3" fmla="val 13278"/>
              </a:avLst>
            </a:prstGeom>
            <a:solidFill>
              <a:schemeClr val="accent2"/>
            </a:solidFill>
            <a:ln>
              <a:solidFill>
                <a:schemeClr val="l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dk1"/>
                </a:solidFill>
                <a:latin typeface="Microsoft YaHei" panose="020B0503020204020204" pitchFamily="34" charset="-122"/>
                <a:ea typeface="Microsoft YaHei" panose="020B0503020204020204" pitchFamily="34" charset="-122"/>
              </a:endParaRPr>
            </a:p>
          </p:txBody>
        </p:sp>
      </p:grpSp>
      <p:sp>
        <p:nvSpPr>
          <p:cNvPr id="18" name="文本框 39">
            <a:extLst>
              <a:ext uri="{FF2B5EF4-FFF2-40B4-BE49-F238E27FC236}">
                <a16:creationId xmlns:a16="http://schemas.microsoft.com/office/drawing/2014/main" id="{2010F98B-73A4-4613-A595-1C3D35294860}"/>
              </a:ext>
            </a:extLst>
          </p:cNvPr>
          <p:cNvSpPr txBox="1"/>
          <p:nvPr>
            <p:custDataLst>
              <p:tags r:id="rId9"/>
            </p:custDataLst>
          </p:nvPr>
        </p:nvSpPr>
        <p:spPr>
          <a:xfrm>
            <a:off x="6844350" y="5656552"/>
            <a:ext cx="292799" cy="382485"/>
          </a:xfrm>
          <a:prstGeom prst="rect">
            <a:avLst/>
          </a:prstGeom>
          <a:noFill/>
        </p:spPr>
        <p:txBody>
          <a:bodyPr wrap="square" rtlCol="0">
            <a:normAutofit fontScale="87500" lnSpcReduction="20000"/>
          </a:bodyPr>
          <a:lstStyle/>
          <a:p>
            <a:pPr marL="0">
              <a:lnSpc>
                <a:spcPct val="100000"/>
              </a:lnSpc>
              <a:spcBef>
                <a:spcPts val="0"/>
              </a:spcBef>
              <a:spcAft>
                <a:spcPts val="800"/>
              </a:spcAft>
            </a:pPr>
            <a:r>
              <a:rPr lang="en-US" altLang="zh-CN" spc="100">
                <a:solidFill>
                  <a:schemeClr val="dk1">
                    <a:lumMod val="75000"/>
                    <a:lumOff val="25000"/>
                  </a:schemeClr>
                </a:solidFill>
                <a:latin typeface="Microsoft YaHei" panose="020B0503020204020204" pitchFamily="34" charset="-122"/>
                <a:ea typeface="Microsoft YaHei" panose="020B0503020204020204" pitchFamily="34" charset="-122"/>
              </a:rPr>
              <a:t>2</a:t>
            </a:r>
          </a:p>
        </p:txBody>
      </p:sp>
      <p:sp>
        <p:nvSpPr>
          <p:cNvPr id="19" name="椭圆 40">
            <a:extLst>
              <a:ext uri="{FF2B5EF4-FFF2-40B4-BE49-F238E27FC236}">
                <a16:creationId xmlns:a16="http://schemas.microsoft.com/office/drawing/2014/main" id="{8BA21AD9-EDA7-4257-AD2D-999DAD25D8DC}"/>
              </a:ext>
            </a:extLst>
          </p:cNvPr>
          <p:cNvSpPr/>
          <p:nvPr>
            <p:custDataLst>
              <p:tags r:id="rId10"/>
            </p:custDataLst>
          </p:nvPr>
        </p:nvSpPr>
        <p:spPr>
          <a:xfrm>
            <a:off x="3837949" y="5730937"/>
            <a:ext cx="217357" cy="217357"/>
          </a:xfrm>
          <a:prstGeom prst="ellipse">
            <a:avLst/>
          </a:prstGeom>
          <a:solidFill>
            <a:schemeClr val="lt1"/>
          </a:solidFill>
          <a:ln>
            <a:solidFill>
              <a:schemeClr val="l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latin typeface="Microsoft YaHei" panose="020B0503020204020204" pitchFamily="34" charset="-122"/>
              <a:ea typeface="Microsoft YaHei" panose="020B0503020204020204" pitchFamily="34" charset="-122"/>
            </a:endParaRPr>
          </a:p>
        </p:txBody>
      </p:sp>
      <p:sp>
        <p:nvSpPr>
          <p:cNvPr id="20" name="椭圆 47">
            <a:extLst>
              <a:ext uri="{FF2B5EF4-FFF2-40B4-BE49-F238E27FC236}">
                <a16:creationId xmlns:a16="http://schemas.microsoft.com/office/drawing/2014/main" id="{5275AB85-353B-4F1A-829B-2DBF49BAED02}"/>
              </a:ext>
            </a:extLst>
          </p:cNvPr>
          <p:cNvSpPr/>
          <p:nvPr>
            <p:custDataLst>
              <p:tags r:id="rId11"/>
            </p:custDataLst>
          </p:nvPr>
        </p:nvSpPr>
        <p:spPr>
          <a:xfrm>
            <a:off x="4518509" y="5730937"/>
            <a:ext cx="217357" cy="217357"/>
          </a:xfrm>
          <a:prstGeom prst="ellipse">
            <a:avLst/>
          </a:prstGeom>
          <a:solidFill>
            <a:schemeClr val="lt1"/>
          </a:solidFill>
          <a:ln>
            <a:solidFill>
              <a:schemeClr val="l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latin typeface="Microsoft YaHei" panose="020B0503020204020204" pitchFamily="34" charset="-122"/>
              <a:ea typeface="Microsoft YaHei" panose="020B0503020204020204" pitchFamily="34" charset="-122"/>
            </a:endParaRPr>
          </a:p>
        </p:txBody>
      </p:sp>
      <p:cxnSp>
        <p:nvCxnSpPr>
          <p:cNvPr id="21" name="直接连接符 48">
            <a:extLst>
              <a:ext uri="{FF2B5EF4-FFF2-40B4-BE49-F238E27FC236}">
                <a16:creationId xmlns:a16="http://schemas.microsoft.com/office/drawing/2014/main" id="{92824459-4075-4047-8D2F-E2AB41C7CF19}"/>
              </a:ext>
            </a:extLst>
          </p:cNvPr>
          <p:cNvCxnSpPr>
            <a:cxnSpLocks/>
            <a:stCxn id="14" idx="6"/>
          </p:cNvCxnSpPr>
          <p:nvPr>
            <p:custDataLst>
              <p:tags r:id="rId12"/>
            </p:custDataLst>
          </p:nvPr>
        </p:nvCxnSpPr>
        <p:spPr>
          <a:xfrm>
            <a:off x="1151054" y="5839616"/>
            <a:ext cx="5398274" cy="0"/>
          </a:xfrm>
          <a:prstGeom prst="line">
            <a:avLst/>
          </a:prstGeom>
          <a:ln w="12700">
            <a:solidFill>
              <a:schemeClr val="dk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2" name="直接连接符 49">
            <a:extLst>
              <a:ext uri="{FF2B5EF4-FFF2-40B4-BE49-F238E27FC236}">
                <a16:creationId xmlns:a16="http://schemas.microsoft.com/office/drawing/2014/main" id="{0BEF169A-6C19-460F-AF6E-D6B0BD7A8C9D}"/>
              </a:ext>
            </a:extLst>
          </p:cNvPr>
          <p:cNvCxnSpPr>
            <a:cxnSpLocks/>
          </p:cNvCxnSpPr>
          <p:nvPr>
            <p:custDataLst>
              <p:tags r:id="rId13"/>
            </p:custDataLst>
          </p:nvPr>
        </p:nvCxnSpPr>
        <p:spPr>
          <a:xfrm>
            <a:off x="7435224" y="5839617"/>
            <a:ext cx="4439276" cy="0"/>
          </a:xfrm>
          <a:prstGeom prst="line">
            <a:avLst/>
          </a:prstGeom>
          <a:ln w="12700">
            <a:solidFill>
              <a:schemeClr val="dk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23" name="文本框 26">
            <a:extLst>
              <a:ext uri="{FF2B5EF4-FFF2-40B4-BE49-F238E27FC236}">
                <a16:creationId xmlns:a16="http://schemas.microsoft.com/office/drawing/2014/main" id="{28236146-3A88-4724-A042-2A668FE66B41}"/>
              </a:ext>
            </a:extLst>
          </p:cNvPr>
          <p:cNvSpPr txBox="1"/>
          <p:nvPr/>
        </p:nvSpPr>
        <p:spPr>
          <a:xfrm>
            <a:off x="852978" y="2075648"/>
            <a:ext cx="3566621" cy="477054"/>
          </a:xfrm>
          <a:prstGeom prst="rect">
            <a:avLst/>
          </a:prstGeom>
          <a:noFill/>
        </p:spPr>
        <p:txBody>
          <a:bodyPr wrap="square" rtlCol="0">
            <a:spAutoFit/>
          </a:bodyPr>
          <a:lstStyle/>
          <a:p>
            <a:pPr algn="l"/>
            <a:r>
              <a:rPr lang="zh-CN" altLang="en-US" b="1">
                <a:solidFill>
                  <a:srgbClr val="3366CC"/>
                </a:solidFill>
                <a:latin typeface="Microsoft YaHei" panose="020B0503020204020204" pitchFamily="34" charset="-122"/>
                <a:ea typeface="Microsoft YaHei" panose="020B0503020204020204" pitchFamily="34" charset="-122"/>
              </a:rPr>
              <a:t>纯技术服务型</a:t>
            </a:r>
            <a:endParaRPr lang="en-US" altLang="zh-CN" b="1" dirty="0">
              <a:solidFill>
                <a:srgbClr val="3366CC"/>
              </a:solidFill>
              <a:latin typeface="Microsoft YaHei" panose="020B0503020204020204" pitchFamily="34" charset="-122"/>
              <a:ea typeface="Microsoft YaHei" panose="020B0503020204020204" pitchFamily="34" charset="-122"/>
            </a:endParaRPr>
          </a:p>
        </p:txBody>
      </p:sp>
      <p:sp>
        <p:nvSpPr>
          <p:cNvPr id="28" name="文本框 26">
            <a:extLst>
              <a:ext uri="{FF2B5EF4-FFF2-40B4-BE49-F238E27FC236}">
                <a16:creationId xmlns:a16="http://schemas.microsoft.com/office/drawing/2014/main" id="{E1FB19C0-0859-4FB9-86BE-A4359A34D3AA}"/>
              </a:ext>
            </a:extLst>
          </p:cNvPr>
          <p:cNvSpPr txBox="1"/>
          <p:nvPr/>
        </p:nvSpPr>
        <p:spPr>
          <a:xfrm>
            <a:off x="6796570" y="2081315"/>
            <a:ext cx="3566621" cy="477054"/>
          </a:xfrm>
          <a:prstGeom prst="rect">
            <a:avLst/>
          </a:prstGeom>
          <a:noFill/>
        </p:spPr>
        <p:txBody>
          <a:bodyPr wrap="square" rtlCol="0">
            <a:spAutoFit/>
          </a:bodyPr>
          <a:lstStyle/>
          <a:p>
            <a:pPr algn="l"/>
            <a:r>
              <a:rPr lang="zh-CN" altLang="en-US" b="1">
                <a:solidFill>
                  <a:srgbClr val="3366CC"/>
                </a:solidFill>
                <a:latin typeface="Microsoft YaHei" panose="020B0503020204020204" pitchFamily="34" charset="-122"/>
                <a:ea typeface="Microsoft YaHei" panose="020B0503020204020204" pitchFamily="34" charset="-122"/>
              </a:rPr>
              <a:t>资源</a:t>
            </a:r>
            <a:r>
              <a:rPr lang="en-US" altLang="zh-CN" b="1">
                <a:solidFill>
                  <a:srgbClr val="3366CC"/>
                </a:solidFill>
                <a:latin typeface="Microsoft YaHei" panose="020B0503020204020204" pitchFamily="34" charset="-122"/>
                <a:ea typeface="Microsoft YaHei" panose="020B0503020204020204" pitchFamily="34" charset="-122"/>
              </a:rPr>
              <a:t>+</a:t>
            </a:r>
            <a:r>
              <a:rPr lang="zh-CN" altLang="en-US" b="1">
                <a:solidFill>
                  <a:srgbClr val="3366CC"/>
                </a:solidFill>
                <a:latin typeface="Microsoft YaHei" panose="020B0503020204020204" pitchFamily="34" charset="-122"/>
                <a:ea typeface="Microsoft YaHei" panose="020B0503020204020204" pitchFamily="34" charset="-122"/>
              </a:rPr>
              <a:t>技术融合型</a:t>
            </a:r>
            <a:endParaRPr lang="en-US" altLang="zh-CN" b="1" dirty="0">
              <a:solidFill>
                <a:srgbClr val="3366CC"/>
              </a:solidFill>
              <a:latin typeface="Microsoft YaHei" panose="020B0503020204020204" pitchFamily="34" charset="-122"/>
              <a:ea typeface="Microsoft YaHei" panose="020B0503020204020204" pitchFamily="34" charset="-122"/>
            </a:endParaRPr>
          </a:p>
        </p:txBody>
      </p:sp>
      <p:sp>
        <p:nvSpPr>
          <p:cNvPr id="29" name="文本框 14">
            <a:extLst>
              <a:ext uri="{FF2B5EF4-FFF2-40B4-BE49-F238E27FC236}">
                <a16:creationId xmlns:a16="http://schemas.microsoft.com/office/drawing/2014/main" id="{F29650F6-EA94-4D43-B5B9-04FF1DF4B398}"/>
              </a:ext>
            </a:extLst>
          </p:cNvPr>
          <p:cNvSpPr txBox="1"/>
          <p:nvPr>
            <p:custDataLst>
              <p:tags r:id="rId14"/>
            </p:custDataLst>
          </p:nvPr>
        </p:nvSpPr>
        <p:spPr>
          <a:xfrm>
            <a:off x="6414084" y="2527383"/>
            <a:ext cx="5689008" cy="2096984"/>
          </a:xfrm>
          <a:prstGeom prst="rect">
            <a:avLst/>
          </a:prstGeom>
          <a:noFill/>
        </p:spPr>
        <p:txBody>
          <a:bodyPr wrap="square" rtlCol="0" anchor="ctr" anchorCtr="0">
            <a:normAutofit/>
          </a:bodyPr>
          <a:lstStyle/>
          <a:p>
            <a:pPr marL="787400" lvl="1" indent="-381000" algn="l" fontAlgn="ctr">
              <a:lnSpc>
                <a:spcPct val="120000"/>
              </a:lnSpc>
              <a:spcBef>
                <a:spcPts val="0"/>
              </a:spcBef>
              <a:spcAft>
                <a:spcPts val="800"/>
              </a:spcAft>
              <a:buSzPct val="100000"/>
              <a:buFont typeface="Arial" panose="020B0604020202020204" pitchFamily="34" charset="0"/>
              <a:buChar char="○"/>
            </a:pPr>
            <a:r>
              <a:rPr lang="zh-CN" altLang="en-US" sz="2400" spc="140">
                <a:solidFill>
                  <a:schemeClr val="dk1">
                    <a:lumMod val="85000"/>
                    <a:lumOff val="15000"/>
                  </a:schemeClr>
                </a:solidFill>
                <a:latin typeface="Microsoft YaHei" panose="020B0503020204020204" pitchFamily="34" charset="-122"/>
                <a:ea typeface="Microsoft YaHei" panose="020B0503020204020204" pitchFamily="34" charset="-122"/>
              </a:rPr>
              <a:t>信贷风控，数据</a:t>
            </a:r>
            <a:r>
              <a:rPr lang="en-US" altLang="zh-CN" sz="2400" spc="140">
                <a:solidFill>
                  <a:schemeClr val="dk1">
                    <a:lumMod val="85000"/>
                    <a:lumOff val="15000"/>
                  </a:schemeClr>
                </a:solidFill>
                <a:latin typeface="Microsoft YaHei" panose="020B0503020204020204" pitchFamily="34" charset="-122"/>
                <a:ea typeface="Microsoft YaHei" panose="020B0503020204020204" pitchFamily="34" charset="-122"/>
              </a:rPr>
              <a:t>+</a:t>
            </a:r>
            <a:r>
              <a:rPr lang="zh-CN" altLang="en-US" sz="2400" spc="140">
                <a:solidFill>
                  <a:schemeClr val="dk1">
                    <a:lumMod val="85000"/>
                    <a:lumOff val="15000"/>
                  </a:schemeClr>
                </a:solidFill>
                <a:latin typeface="Microsoft YaHei" panose="020B0503020204020204" pitchFamily="34" charset="-122"/>
                <a:ea typeface="Microsoft YaHei" panose="020B0503020204020204" pitchFamily="34" charset="-122"/>
              </a:rPr>
              <a:t>经验</a:t>
            </a:r>
            <a:endParaRPr lang="en-US" altLang="zh-CN" sz="2400" spc="140">
              <a:solidFill>
                <a:schemeClr val="dk1">
                  <a:lumMod val="85000"/>
                  <a:lumOff val="15000"/>
                </a:schemeClr>
              </a:solidFill>
              <a:latin typeface="Microsoft YaHei" panose="020B0503020204020204" pitchFamily="34" charset="-122"/>
              <a:ea typeface="Microsoft YaHei" panose="020B0503020204020204" pitchFamily="34" charset="-122"/>
            </a:endParaRPr>
          </a:p>
          <a:p>
            <a:pPr marL="787400" lvl="1" indent="-381000" algn="l" fontAlgn="ctr">
              <a:lnSpc>
                <a:spcPct val="120000"/>
              </a:lnSpc>
              <a:spcBef>
                <a:spcPts val="0"/>
              </a:spcBef>
              <a:spcAft>
                <a:spcPts val="800"/>
              </a:spcAft>
              <a:buSzPct val="100000"/>
              <a:buFont typeface="Arial" panose="020B0604020202020204" pitchFamily="34" charset="0"/>
              <a:buChar char="○"/>
            </a:pPr>
            <a:r>
              <a:rPr lang="zh-CN" altLang="en-US" sz="2400" spc="140">
                <a:solidFill>
                  <a:schemeClr val="dk1">
                    <a:lumMod val="85000"/>
                    <a:lumOff val="15000"/>
                  </a:schemeClr>
                </a:solidFill>
                <a:latin typeface="Microsoft YaHei" panose="020B0503020204020204" pitchFamily="34" charset="-122"/>
                <a:ea typeface="Microsoft YaHei" panose="020B0503020204020204" pitchFamily="34" charset="-122"/>
              </a:rPr>
              <a:t>理财服务，数据</a:t>
            </a:r>
            <a:r>
              <a:rPr lang="en-US" altLang="zh-CN" sz="2400" spc="140">
                <a:solidFill>
                  <a:schemeClr val="dk1">
                    <a:lumMod val="85000"/>
                    <a:lumOff val="15000"/>
                  </a:schemeClr>
                </a:solidFill>
                <a:latin typeface="Microsoft YaHei" panose="020B0503020204020204" pitchFamily="34" charset="-122"/>
                <a:ea typeface="Microsoft YaHei" panose="020B0503020204020204" pitchFamily="34" charset="-122"/>
              </a:rPr>
              <a:t>+</a:t>
            </a:r>
            <a:r>
              <a:rPr lang="zh-CN" altLang="en-US" sz="2400" spc="140">
                <a:solidFill>
                  <a:schemeClr val="dk1">
                    <a:lumMod val="85000"/>
                    <a:lumOff val="15000"/>
                  </a:schemeClr>
                </a:solidFill>
                <a:latin typeface="Microsoft YaHei" panose="020B0503020204020204" pitchFamily="34" charset="-122"/>
                <a:ea typeface="Microsoft YaHei" panose="020B0503020204020204" pitchFamily="34" charset="-122"/>
              </a:rPr>
              <a:t>经验</a:t>
            </a:r>
            <a:endParaRPr lang="en-US" altLang="zh-CN" sz="2400" spc="140">
              <a:solidFill>
                <a:schemeClr val="dk1">
                  <a:lumMod val="85000"/>
                  <a:lumOff val="15000"/>
                </a:schemeClr>
              </a:solidFill>
              <a:latin typeface="Microsoft YaHei" panose="020B0503020204020204" pitchFamily="34" charset="-122"/>
              <a:ea typeface="Microsoft YaHei" panose="020B0503020204020204" pitchFamily="34" charset="-122"/>
            </a:endParaRPr>
          </a:p>
          <a:p>
            <a:pPr marL="787400" lvl="1" indent="-381000" algn="l" fontAlgn="ctr">
              <a:lnSpc>
                <a:spcPct val="120000"/>
              </a:lnSpc>
              <a:spcBef>
                <a:spcPts val="0"/>
              </a:spcBef>
              <a:spcAft>
                <a:spcPts val="800"/>
              </a:spcAft>
              <a:buSzPct val="100000"/>
              <a:buFont typeface="Arial" panose="020B0604020202020204" pitchFamily="34" charset="0"/>
              <a:buChar char="○"/>
            </a:pPr>
            <a:r>
              <a:rPr lang="zh-CN" altLang="en-US" sz="2400" spc="140">
                <a:solidFill>
                  <a:schemeClr val="dk1">
                    <a:lumMod val="85000"/>
                    <a:lumOff val="15000"/>
                  </a:schemeClr>
                </a:solidFill>
                <a:latin typeface="Microsoft YaHei" panose="020B0503020204020204" pitchFamily="34" charset="-122"/>
                <a:ea typeface="Microsoft YaHei" panose="020B0503020204020204" pitchFamily="34" charset="-122"/>
              </a:rPr>
              <a:t>联合运营</a:t>
            </a:r>
            <a:endParaRPr lang="en-US" altLang="zh-CN" sz="2400" spc="140">
              <a:solidFill>
                <a:schemeClr val="dk1">
                  <a:lumMod val="85000"/>
                  <a:lumOff val="15000"/>
                </a:schemeClr>
              </a:solidFill>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3546128809"/>
      </p:ext>
    </p:extLst>
  </p:cSld>
  <p:clrMapOvr>
    <a:masterClrMapping/>
  </p:clrMapOvr>
  <p:transition spd="slow"/>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263450" y="709489"/>
            <a:ext cx="8369299" cy="576263"/>
          </a:xfrm>
        </p:spPr>
        <p:txBody>
          <a:bodyPr>
            <a:noAutofit/>
          </a:bodyPr>
          <a:lstStyle/>
          <a:p>
            <a:r>
              <a:rPr lang="zh-CN" altLang="en-US">
                <a:solidFill>
                  <a:schemeClr val="tx2">
                    <a:lumMod val="75000"/>
                  </a:schemeClr>
                </a:solidFill>
                <a:latin typeface="Microsoft YaHei" panose="020B0503020204020204" pitchFamily="34" charset="-122"/>
                <a:ea typeface="Microsoft YaHei" panose="020B0503020204020204" pitchFamily="34" charset="-122"/>
              </a:rPr>
              <a:t>金融</a:t>
            </a:r>
            <a:r>
              <a:rPr lang="en-US" altLang="zh-CN">
                <a:solidFill>
                  <a:schemeClr val="tx2">
                    <a:lumMod val="75000"/>
                  </a:schemeClr>
                </a:solidFill>
                <a:latin typeface="Microsoft YaHei" panose="020B0503020204020204" pitchFamily="34" charset="-122"/>
                <a:ea typeface="Microsoft YaHei" panose="020B0503020204020204" pitchFamily="34" charset="-122"/>
              </a:rPr>
              <a:t>SaaS</a:t>
            </a:r>
            <a:r>
              <a:rPr lang="zh-CN" altLang="en-US">
                <a:solidFill>
                  <a:schemeClr val="tx2">
                    <a:lumMod val="75000"/>
                  </a:schemeClr>
                </a:solidFill>
                <a:latin typeface="Microsoft YaHei" panose="020B0503020204020204" pitchFamily="34" charset="-122"/>
                <a:ea typeface="Microsoft YaHei" panose="020B0503020204020204" pitchFamily="34" charset="-122"/>
              </a:rPr>
              <a:t>赛道分类</a:t>
            </a:r>
            <a:endParaRPr lang="zh-CN" altLang="en-US" dirty="0">
              <a:solidFill>
                <a:schemeClr val="tx2">
                  <a:lumMod val="75000"/>
                </a:schemeClr>
              </a:solidFill>
              <a:latin typeface="Microsoft YaHei" panose="020B0503020204020204" pitchFamily="34" charset="-122"/>
              <a:ea typeface="Microsoft YaHei" panose="020B0503020204020204" pitchFamily="34" charset="-122"/>
            </a:endParaRPr>
          </a:p>
        </p:txBody>
      </p:sp>
      <p:pic>
        <p:nvPicPr>
          <p:cNvPr id="4" name="Picture 3">
            <a:extLst>
              <a:ext uri="{FF2B5EF4-FFF2-40B4-BE49-F238E27FC236}">
                <a16:creationId xmlns:a16="http://schemas.microsoft.com/office/drawing/2014/main" id="{750C1A7C-C2E7-4539-8B11-7C6C856982C9}"/>
              </a:ext>
            </a:extLst>
          </p:cNvPr>
          <p:cNvPicPr>
            <a:picLocks noChangeAspect="1"/>
          </p:cNvPicPr>
          <p:nvPr/>
        </p:nvPicPr>
        <p:blipFill>
          <a:blip r:embed="rId3"/>
          <a:stretch>
            <a:fillRect/>
          </a:stretch>
        </p:blipFill>
        <p:spPr>
          <a:xfrm>
            <a:off x="0" y="1672300"/>
            <a:ext cx="12192000" cy="4200466"/>
          </a:xfrm>
          <a:prstGeom prst="rect">
            <a:avLst/>
          </a:prstGeom>
        </p:spPr>
      </p:pic>
    </p:spTree>
    <p:extLst>
      <p:ext uri="{BB962C8B-B14F-4D97-AF65-F5344CB8AC3E}">
        <p14:creationId xmlns:p14="http://schemas.microsoft.com/office/powerpoint/2010/main" val="178186456"/>
      </p:ext>
    </p:extLst>
  </p:cSld>
  <p:clrMapOvr>
    <a:masterClrMapping/>
  </p:clrMapOvr>
  <p:transition spd="slow"/>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263450" y="709489"/>
            <a:ext cx="8369299" cy="576263"/>
          </a:xfrm>
        </p:spPr>
        <p:txBody>
          <a:bodyPr>
            <a:noAutofit/>
          </a:bodyPr>
          <a:lstStyle/>
          <a:p>
            <a:r>
              <a:rPr lang="zh-CN" altLang="en-US">
                <a:solidFill>
                  <a:schemeClr val="tx2">
                    <a:lumMod val="75000"/>
                  </a:schemeClr>
                </a:solidFill>
                <a:latin typeface="Microsoft YaHei" panose="020B0503020204020204" pitchFamily="34" charset="-122"/>
                <a:ea typeface="Microsoft YaHei" panose="020B0503020204020204" pitchFamily="34" charset="-122"/>
              </a:rPr>
              <a:t>市场玩家</a:t>
            </a:r>
            <a:endParaRPr lang="zh-CN" altLang="en-US" dirty="0">
              <a:solidFill>
                <a:schemeClr val="tx2">
                  <a:lumMod val="75000"/>
                </a:schemeClr>
              </a:solidFill>
              <a:latin typeface="Microsoft YaHei" panose="020B0503020204020204" pitchFamily="34" charset="-122"/>
              <a:ea typeface="Microsoft YaHei" panose="020B0503020204020204" pitchFamily="34" charset="-122"/>
            </a:endParaRPr>
          </a:p>
        </p:txBody>
      </p:sp>
      <p:sp>
        <p:nvSpPr>
          <p:cNvPr id="7" name="燕尾形 5">
            <a:extLst>
              <a:ext uri="{FF2B5EF4-FFF2-40B4-BE49-F238E27FC236}">
                <a16:creationId xmlns:a16="http://schemas.microsoft.com/office/drawing/2014/main" id="{9AD94AB6-D4C4-4BEB-B79F-C4D463CAA72D}"/>
              </a:ext>
            </a:extLst>
          </p:cNvPr>
          <p:cNvSpPr/>
          <p:nvPr>
            <p:custDataLst>
              <p:tags r:id="rId1"/>
            </p:custDataLst>
          </p:nvPr>
        </p:nvSpPr>
        <p:spPr>
          <a:xfrm>
            <a:off x="248664" y="3371963"/>
            <a:ext cx="2932418" cy="972463"/>
          </a:xfrm>
          <a:prstGeom prst="chevr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rmAutofit/>
          </a:bodyPr>
          <a:lstStyle/>
          <a:p>
            <a:pPr marL="0" indent="0">
              <a:lnSpc>
                <a:spcPct val="100000"/>
              </a:lnSpc>
              <a:spcBef>
                <a:spcPts val="0"/>
              </a:spcBef>
              <a:spcAft>
                <a:spcPts val="0"/>
              </a:spcAft>
              <a:buSzPct val="100000"/>
              <a:buNone/>
            </a:pPr>
            <a:r>
              <a:rPr lang="zh-CN" altLang="en-US" sz="2000" spc="200">
                <a:solidFill>
                  <a:schemeClr val="lt2"/>
                </a:solidFill>
                <a:latin typeface="Microsoft YaHei" panose="020B0503020204020204" pitchFamily="34" charset="-122"/>
                <a:ea typeface="Microsoft YaHei" panose="020B0503020204020204" pitchFamily="34" charset="-122"/>
                <a:cs typeface="+mj-cs"/>
              </a:rPr>
              <a:t>大型互联网公司</a:t>
            </a:r>
            <a:endParaRPr lang="zh-CN" altLang="en-US" sz="2000" kern="0" spc="200" dirty="0">
              <a:solidFill>
                <a:schemeClr val="lt2"/>
              </a:solidFill>
              <a:latin typeface="Microsoft YaHei" panose="020B0503020204020204" pitchFamily="34" charset="-122"/>
              <a:ea typeface="Microsoft YaHei" panose="020B0503020204020204" pitchFamily="34" charset="-122"/>
              <a:cs typeface="+mj-cs"/>
            </a:endParaRPr>
          </a:p>
        </p:txBody>
      </p:sp>
      <p:sp>
        <p:nvSpPr>
          <p:cNvPr id="8" name="燕尾形 6">
            <a:extLst>
              <a:ext uri="{FF2B5EF4-FFF2-40B4-BE49-F238E27FC236}">
                <a16:creationId xmlns:a16="http://schemas.microsoft.com/office/drawing/2014/main" id="{9FFF5C26-E543-4353-9ED9-B85629DB14C1}"/>
              </a:ext>
            </a:extLst>
          </p:cNvPr>
          <p:cNvSpPr/>
          <p:nvPr>
            <p:custDataLst>
              <p:tags r:id="rId2"/>
            </p:custDataLst>
          </p:nvPr>
        </p:nvSpPr>
        <p:spPr>
          <a:xfrm>
            <a:off x="2688122" y="3371963"/>
            <a:ext cx="1094690" cy="972463"/>
          </a:xfrm>
          <a:prstGeom prst="chevron">
            <a:avLst/>
          </a:prstGeom>
          <a:solidFill>
            <a:srgbClr val="FFFFFF"/>
          </a:solidFill>
          <a:ln>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zh-CN" altLang="en-US">
              <a:solidFill>
                <a:schemeClr val="bg2">
                  <a:lumMod val="90000"/>
                </a:schemeClr>
              </a:solidFill>
              <a:latin typeface="Microsoft YaHei" panose="020B0503020204020204" pitchFamily="34" charset="-122"/>
              <a:ea typeface="Microsoft YaHei" panose="020B0503020204020204" pitchFamily="34" charset="-122"/>
              <a:sym typeface="Arial" panose="020B0604020202020204" pitchFamily="34" charset="0"/>
            </a:endParaRPr>
          </a:p>
        </p:txBody>
      </p:sp>
      <p:sp>
        <p:nvSpPr>
          <p:cNvPr id="10" name="燕尾形 7">
            <a:extLst>
              <a:ext uri="{FF2B5EF4-FFF2-40B4-BE49-F238E27FC236}">
                <a16:creationId xmlns:a16="http://schemas.microsoft.com/office/drawing/2014/main" id="{4332DD90-CF7D-4BA2-8FD0-F588E89C9C58}"/>
              </a:ext>
            </a:extLst>
          </p:cNvPr>
          <p:cNvSpPr/>
          <p:nvPr>
            <p:custDataLst>
              <p:tags r:id="rId3"/>
            </p:custDataLst>
          </p:nvPr>
        </p:nvSpPr>
        <p:spPr>
          <a:xfrm>
            <a:off x="3285128" y="3371963"/>
            <a:ext cx="3036464" cy="972463"/>
          </a:xfrm>
          <a:prstGeom prst="chevr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rmAutofit/>
          </a:bodyPr>
          <a:lstStyle/>
          <a:p>
            <a:pPr marL="0" indent="0" algn="ctr">
              <a:lnSpc>
                <a:spcPct val="100000"/>
              </a:lnSpc>
              <a:spcBef>
                <a:spcPts val="0"/>
              </a:spcBef>
              <a:spcAft>
                <a:spcPts val="0"/>
              </a:spcAft>
              <a:buSzPct val="100000"/>
              <a:buNone/>
            </a:pPr>
            <a:r>
              <a:rPr lang="zh-CN" altLang="en-US" sz="2000" kern="0" spc="200">
                <a:solidFill>
                  <a:schemeClr val="lt2"/>
                </a:solidFill>
                <a:latin typeface="Microsoft YaHei" panose="020B0503020204020204" pitchFamily="34" charset="-122"/>
                <a:ea typeface="Microsoft YaHei" panose="020B0503020204020204" pitchFamily="34" charset="-122"/>
                <a:cs typeface="+mj-cs"/>
              </a:rPr>
              <a:t>传统金融</a:t>
            </a:r>
            <a:r>
              <a:rPr lang="en-US" altLang="zh-CN" sz="2000" kern="0" spc="200">
                <a:solidFill>
                  <a:schemeClr val="lt2"/>
                </a:solidFill>
                <a:latin typeface="Microsoft YaHei" panose="020B0503020204020204" pitchFamily="34" charset="-122"/>
                <a:ea typeface="Microsoft YaHei" panose="020B0503020204020204" pitchFamily="34" charset="-122"/>
                <a:cs typeface="+mj-cs"/>
              </a:rPr>
              <a:t>IT</a:t>
            </a:r>
            <a:r>
              <a:rPr lang="zh-CN" altLang="en-US" sz="2000" kern="0" spc="200">
                <a:solidFill>
                  <a:schemeClr val="lt2"/>
                </a:solidFill>
                <a:latin typeface="Microsoft YaHei" panose="020B0503020204020204" pitchFamily="34" charset="-122"/>
                <a:ea typeface="Microsoft YaHei" panose="020B0503020204020204" pitchFamily="34" charset="-122"/>
                <a:cs typeface="+mj-cs"/>
              </a:rPr>
              <a:t>公司</a:t>
            </a:r>
            <a:endParaRPr lang="zh-CN" altLang="en-US" sz="2000" kern="0" spc="200" dirty="0">
              <a:solidFill>
                <a:schemeClr val="lt2"/>
              </a:solidFill>
              <a:latin typeface="Microsoft YaHei" panose="020B0503020204020204" pitchFamily="34" charset="-122"/>
              <a:ea typeface="Microsoft YaHei" panose="020B0503020204020204" pitchFamily="34" charset="-122"/>
              <a:cs typeface="+mj-cs"/>
            </a:endParaRPr>
          </a:p>
        </p:txBody>
      </p:sp>
      <p:sp>
        <p:nvSpPr>
          <p:cNvPr id="11" name="燕尾形 8">
            <a:extLst>
              <a:ext uri="{FF2B5EF4-FFF2-40B4-BE49-F238E27FC236}">
                <a16:creationId xmlns:a16="http://schemas.microsoft.com/office/drawing/2014/main" id="{730DF218-86DF-431E-9EA5-E3D3ED519DF5}"/>
              </a:ext>
            </a:extLst>
          </p:cNvPr>
          <p:cNvSpPr/>
          <p:nvPr>
            <p:custDataLst>
              <p:tags r:id="rId4"/>
            </p:custDataLst>
          </p:nvPr>
        </p:nvSpPr>
        <p:spPr>
          <a:xfrm>
            <a:off x="5828632" y="3371963"/>
            <a:ext cx="1094690" cy="972463"/>
          </a:xfrm>
          <a:prstGeom prst="chevron">
            <a:avLst/>
          </a:prstGeom>
          <a:solidFill>
            <a:srgbClr val="FFFFFF"/>
          </a:solidFill>
          <a:ln>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zh-CN" altLang="en-US">
              <a:solidFill>
                <a:schemeClr val="dk1"/>
              </a:solidFill>
              <a:latin typeface="Microsoft YaHei" panose="020B0503020204020204" pitchFamily="34" charset="-122"/>
              <a:ea typeface="Microsoft YaHei" panose="020B0503020204020204" pitchFamily="34" charset="-122"/>
              <a:sym typeface="Arial" panose="020B0604020202020204" pitchFamily="34" charset="0"/>
            </a:endParaRPr>
          </a:p>
        </p:txBody>
      </p:sp>
      <p:sp>
        <p:nvSpPr>
          <p:cNvPr id="12" name="燕尾形 12">
            <a:extLst>
              <a:ext uri="{FF2B5EF4-FFF2-40B4-BE49-F238E27FC236}">
                <a16:creationId xmlns:a16="http://schemas.microsoft.com/office/drawing/2014/main" id="{5884D089-5F7E-46CD-B3C2-29EEDC75EEC8}"/>
              </a:ext>
            </a:extLst>
          </p:cNvPr>
          <p:cNvSpPr/>
          <p:nvPr>
            <p:custDataLst>
              <p:tags r:id="rId5"/>
            </p:custDataLst>
          </p:nvPr>
        </p:nvSpPr>
        <p:spPr>
          <a:xfrm>
            <a:off x="6425638" y="3371963"/>
            <a:ext cx="2731241" cy="972463"/>
          </a:xfrm>
          <a:prstGeom prst="chevr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rmAutofit/>
          </a:bodyPr>
          <a:lstStyle/>
          <a:p>
            <a:pPr marL="0" indent="0" algn="ctr">
              <a:lnSpc>
                <a:spcPct val="100000"/>
              </a:lnSpc>
              <a:spcBef>
                <a:spcPts val="0"/>
              </a:spcBef>
              <a:spcAft>
                <a:spcPts val="0"/>
              </a:spcAft>
              <a:buSzPct val="100000"/>
              <a:buNone/>
            </a:pPr>
            <a:r>
              <a:rPr lang="zh-CN" altLang="en-US" sz="2000" kern="0" spc="200">
                <a:solidFill>
                  <a:schemeClr val="lt2"/>
                </a:solidFill>
                <a:latin typeface="Microsoft YaHei" panose="020B0503020204020204" pitchFamily="34" charset="-122"/>
                <a:ea typeface="Microsoft YaHei" panose="020B0503020204020204" pitchFamily="34" charset="-122"/>
                <a:cs typeface="+mj-cs"/>
              </a:rPr>
              <a:t>金融科技公司</a:t>
            </a:r>
            <a:endParaRPr lang="zh-CN" altLang="en-US" sz="2000" kern="0" spc="200" dirty="0">
              <a:solidFill>
                <a:schemeClr val="lt2"/>
              </a:solidFill>
              <a:latin typeface="Microsoft YaHei" panose="020B0503020204020204" pitchFamily="34" charset="-122"/>
              <a:ea typeface="Microsoft YaHei" panose="020B0503020204020204" pitchFamily="34" charset="-122"/>
              <a:cs typeface="+mj-cs"/>
            </a:endParaRPr>
          </a:p>
        </p:txBody>
      </p:sp>
      <p:sp>
        <p:nvSpPr>
          <p:cNvPr id="13" name="矩形 13">
            <a:extLst>
              <a:ext uri="{FF2B5EF4-FFF2-40B4-BE49-F238E27FC236}">
                <a16:creationId xmlns:a16="http://schemas.microsoft.com/office/drawing/2014/main" id="{D99880CF-3C63-4177-959A-89764C6315D0}"/>
              </a:ext>
            </a:extLst>
          </p:cNvPr>
          <p:cNvSpPr/>
          <p:nvPr>
            <p:custDataLst>
              <p:tags r:id="rId6"/>
            </p:custDataLst>
          </p:nvPr>
        </p:nvSpPr>
        <p:spPr>
          <a:xfrm>
            <a:off x="248663" y="4485245"/>
            <a:ext cx="3036465" cy="2009218"/>
          </a:xfrm>
          <a:prstGeom prst="rect">
            <a:avLst/>
          </a:prstGeom>
        </p:spPr>
        <p:txBody>
          <a:bodyPr wrap="square">
            <a:normAutofit/>
          </a:bodyPr>
          <a:lstStyle/>
          <a:p>
            <a:pPr marL="279400" lvl="1" indent="-279400" algn="l" fontAlgn="ctr">
              <a:lnSpc>
                <a:spcPct val="120000"/>
              </a:lnSpc>
              <a:spcBef>
                <a:spcPts val="0"/>
              </a:spcBef>
              <a:spcAft>
                <a:spcPts val="800"/>
              </a:spcAft>
              <a:buSzPct val="100000"/>
              <a:buFont typeface="Wingdings" panose="05000000000000000000" charset="0"/>
              <a:buChar char="l"/>
            </a:pPr>
            <a:r>
              <a:rPr lang="zh-CN" altLang="en-US" sz="1400" spc="60">
                <a:solidFill>
                  <a:schemeClr val="dk1"/>
                </a:solidFill>
                <a:latin typeface="Microsoft YaHei" panose="020B0503020204020204" pitchFamily="34" charset="-122"/>
                <a:ea typeface="Microsoft YaHei" panose="020B0503020204020204" pitchFamily="34" charset="-122"/>
              </a:rPr>
              <a:t>技术水平强</a:t>
            </a:r>
            <a:endParaRPr lang="en-US" altLang="zh-CN" sz="1400" spc="60">
              <a:solidFill>
                <a:schemeClr val="dk1"/>
              </a:solidFill>
              <a:latin typeface="Microsoft YaHei" panose="020B0503020204020204" pitchFamily="34" charset="-122"/>
              <a:ea typeface="Microsoft YaHei" panose="020B0503020204020204" pitchFamily="34" charset="-122"/>
            </a:endParaRPr>
          </a:p>
          <a:p>
            <a:pPr marL="279400" lvl="1" indent="-279400" algn="l" fontAlgn="ctr">
              <a:lnSpc>
                <a:spcPct val="120000"/>
              </a:lnSpc>
              <a:spcBef>
                <a:spcPts val="0"/>
              </a:spcBef>
              <a:spcAft>
                <a:spcPts val="800"/>
              </a:spcAft>
              <a:buSzPct val="100000"/>
              <a:buFont typeface="Wingdings" panose="05000000000000000000" charset="0"/>
              <a:buChar char="l"/>
            </a:pPr>
            <a:r>
              <a:rPr lang="zh-CN" altLang="en-US" sz="1400" spc="60">
                <a:solidFill>
                  <a:schemeClr val="dk1"/>
                </a:solidFill>
                <a:latin typeface="Microsoft YaHei" panose="020B0503020204020204" pitchFamily="34" charset="-122"/>
                <a:ea typeface="Microsoft YaHei" panose="020B0503020204020204" pitchFamily="34" charset="-122"/>
              </a:rPr>
              <a:t>数据资源丰富</a:t>
            </a:r>
            <a:endParaRPr lang="en-US" altLang="zh-CN" sz="1400" spc="60">
              <a:solidFill>
                <a:schemeClr val="dk1"/>
              </a:solidFill>
              <a:latin typeface="Microsoft YaHei" panose="020B0503020204020204" pitchFamily="34" charset="-122"/>
              <a:ea typeface="Microsoft YaHei" panose="020B0503020204020204" pitchFamily="34" charset="-122"/>
            </a:endParaRPr>
          </a:p>
          <a:p>
            <a:pPr marL="279400" lvl="1" indent="-279400" algn="l" fontAlgn="ctr">
              <a:lnSpc>
                <a:spcPct val="120000"/>
              </a:lnSpc>
              <a:spcBef>
                <a:spcPts val="0"/>
              </a:spcBef>
              <a:spcAft>
                <a:spcPts val="800"/>
              </a:spcAft>
              <a:buSzPct val="100000"/>
              <a:buFont typeface="Wingdings" panose="05000000000000000000" charset="0"/>
              <a:buChar char="l"/>
            </a:pPr>
            <a:r>
              <a:rPr lang="zh-CN" altLang="en-US" sz="1400" spc="60">
                <a:solidFill>
                  <a:schemeClr val="dk1"/>
                </a:solidFill>
                <a:latin typeface="Microsoft YaHei" panose="020B0503020204020204" pitchFamily="34" charset="-122"/>
                <a:ea typeface="Microsoft YaHei" panose="020B0503020204020204" pitchFamily="34" charset="-122"/>
              </a:rPr>
              <a:t>获客能力强</a:t>
            </a:r>
            <a:endParaRPr lang="en-US" altLang="zh-CN" sz="1400" spc="60">
              <a:solidFill>
                <a:schemeClr val="dk1"/>
              </a:solidFill>
              <a:latin typeface="Microsoft YaHei" panose="020B0503020204020204" pitchFamily="34" charset="-122"/>
              <a:ea typeface="Microsoft YaHei" panose="020B0503020204020204" pitchFamily="34" charset="-122"/>
            </a:endParaRPr>
          </a:p>
          <a:p>
            <a:pPr marL="279400" lvl="1" indent="-279400" algn="l" fontAlgn="ctr">
              <a:lnSpc>
                <a:spcPct val="120000"/>
              </a:lnSpc>
              <a:spcBef>
                <a:spcPts val="0"/>
              </a:spcBef>
              <a:spcAft>
                <a:spcPts val="800"/>
              </a:spcAft>
              <a:buSzPct val="100000"/>
              <a:buFont typeface="Wingdings" panose="05000000000000000000" charset="0"/>
              <a:buChar char="l"/>
            </a:pPr>
            <a:r>
              <a:rPr lang="zh-CN" altLang="en-US" sz="1400" spc="60">
                <a:solidFill>
                  <a:schemeClr val="dk1"/>
                </a:solidFill>
                <a:latin typeface="Microsoft YaHei" panose="020B0503020204020204" pitchFamily="34" charset="-122"/>
                <a:ea typeface="Microsoft YaHei" panose="020B0503020204020204" pitchFamily="34" charset="-122"/>
              </a:rPr>
              <a:t>产品体验友好</a:t>
            </a:r>
            <a:endParaRPr lang="en-US" altLang="zh-CN" sz="1400" spc="60">
              <a:solidFill>
                <a:schemeClr val="dk1"/>
              </a:solidFill>
              <a:latin typeface="Microsoft YaHei" panose="020B0503020204020204" pitchFamily="34" charset="-122"/>
              <a:ea typeface="Microsoft YaHei" panose="020B0503020204020204" pitchFamily="34" charset="-122"/>
            </a:endParaRPr>
          </a:p>
          <a:p>
            <a:pPr marL="279400" lvl="1" indent="-279400" algn="l" fontAlgn="ctr">
              <a:lnSpc>
                <a:spcPct val="120000"/>
              </a:lnSpc>
              <a:spcBef>
                <a:spcPts val="0"/>
              </a:spcBef>
              <a:spcAft>
                <a:spcPts val="800"/>
              </a:spcAft>
              <a:buSzPct val="100000"/>
              <a:buFont typeface="Wingdings" panose="05000000000000000000" charset="0"/>
              <a:buChar char="l"/>
            </a:pPr>
            <a:r>
              <a:rPr lang="zh-CN" altLang="en-US" sz="1400" spc="60">
                <a:solidFill>
                  <a:schemeClr val="dk1"/>
                </a:solidFill>
                <a:latin typeface="Microsoft YaHei" panose="020B0503020204020204" pitchFamily="34" charset="-122"/>
                <a:ea typeface="Microsoft YaHei" panose="020B0503020204020204" pitchFamily="34" charset="-122"/>
              </a:rPr>
              <a:t>引领金融云服务</a:t>
            </a:r>
            <a:endParaRPr lang="en-US" altLang="zh-CN" sz="1400" spc="60">
              <a:solidFill>
                <a:schemeClr val="dk1"/>
              </a:solidFill>
              <a:latin typeface="Microsoft YaHei" panose="020B0503020204020204" pitchFamily="34" charset="-122"/>
              <a:ea typeface="Microsoft YaHei" panose="020B0503020204020204" pitchFamily="34" charset="-122"/>
            </a:endParaRPr>
          </a:p>
          <a:p>
            <a:pPr marL="279400" lvl="1" indent="-279400" algn="l" fontAlgn="ctr">
              <a:lnSpc>
                <a:spcPct val="120000"/>
              </a:lnSpc>
              <a:spcBef>
                <a:spcPts val="0"/>
              </a:spcBef>
              <a:spcAft>
                <a:spcPts val="800"/>
              </a:spcAft>
              <a:buSzPct val="100000"/>
              <a:buFont typeface="Wingdings" panose="05000000000000000000" charset="0"/>
              <a:buChar char="l"/>
            </a:pPr>
            <a:endParaRPr lang="zh-CN" altLang="en-US" sz="1400" kern="0" spc="60" dirty="0">
              <a:solidFill>
                <a:schemeClr val="dk1"/>
              </a:solidFill>
              <a:latin typeface="Microsoft YaHei" panose="020B0503020204020204" pitchFamily="34" charset="-122"/>
              <a:ea typeface="Microsoft YaHei" panose="020B0503020204020204" pitchFamily="34" charset="-122"/>
            </a:endParaRPr>
          </a:p>
        </p:txBody>
      </p:sp>
      <p:sp>
        <p:nvSpPr>
          <p:cNvPr id="14" name="矩形 16">
            <a:extLst>
              <a:ext uri="{FF2B5EF4-FFF2-40B4-BE49-F238E27FC236}">
                <a16:creationId xmlns:a16="http://schemas.microsoft.com/office/drawing/2014/main" id="{F286ECF2-D611-4302-9770-21C42D2D7E1F}"/>
              </a:ext>
            </a:extLst>
          </p:cNvPr>
          <p:cNvSpPr/>
          <p:nvPr>
            <p:custDataLst>
              <p:tags r:id="rId7"/>
            </p:custDataLst>
          </p:nvPr>
        </p:nvSpPr>
        <p:spPr>
          <a:xfrm>
            <a:off x="6375977" y="4485243"/>
            <a:ext cx="3036465" cy="2009219"/>
          </a:xfrm>
          <a:prstGeom prst="rect">
            <a:avLst/>
          </a:prstGeom>
        </p:spPr>
        <p:txBody>
          <a:bodyPr wrap="square">
            <a:normAutofit/>
          </a:bodyPr>
          <a:lstStyle/>
          <a:p>
            <a:pPr marL="279400" lvl="1" indent="-279400" algn="l" fontAlgn="ctr">
              <a:lnSpc>
                <a:spcPct val="120000"/>
              </a:lnSpc>
              <a:spcBef>
                <a:spcPts val="0"/>
              </a:spcBef>
              <a:spcAft>
                <a:spcPts val="800"/>
              </a:spcAft>
              <a:buSzPct val="100000"/>
              <a:buFont typeface="Wingdings" panose="05000000000000000000" charset="0"/>
              <a:buChar char="l"/>
            </a:pPr>
            <a:r>
              <a:rPr lang="zh-CN" altLang="en-US" sz="1400" kern="0" spc="60">
                <a:solidFill>
                  <a:schemeClr val="dk1"/>
                </a:solidFill>
                <a:latin typeface="Microsoft YaHei" panose="020B0503020204020204" pitchFamily="34" charset="-122"/>
                <a:ea typeface="Microsoft YaHei" panose="020B0503020204020204" pitchFamily="34" charset="-122"/>
                <a:cs typeface="Microsoft YaHei" panose="020B0503020204020204" pitchFamily="34" charset="-122"/>
              </a:rPr>
              <a:t>规模较小</a:t>
            </a:r>
            <a:r>
              <a:rPr lang="zh-CN" altLang="en-US" sz="1400" spc="60">
                <a:solidFill>
                  <a:schemeClr val="dk1"/>
                </a:solidFill>
                <a:latin typeface="Microsoft YaHei" panose="020B0503020204020204" pitchFamily="34" charset="-122"/>
                <a:ea typeface="Microsoft YaHei" panose="020B0503020204020204" pitchFamily="34" charset="-122"/>
                <a:cs typeface="Microsoft YaHei" panose="020B0503020204020204" pitchFamily="34" charset="-122"/>
              </a:rPr>
              <a:t>，垂直深耕</a:t>
            </a:r>
            <a:endParaRPr lang="en-US" altLang="zh-CN" sz="1400" spc="60">
              <a:solidFill>
                <a:schemeClr val="dk1"/>
              </a:solidFill>
              <a:latin typeface="Microsoft YaHei" panose="020B0503020204020204" pitchFamily="34" charset="-122"/>
              <a:ea typeface="Microsoft YaHei" panose="020B0503020204020204" pitchFamily="34" charset="-122"/>
              <a:cs typeface="Microsoft YaHei" panose="020B0503020204020204" pitchFamily="34" charset="-122"/>
            </a:endParaRPr>
          </a:p>
          <a:p>
            <a:pPr marL="279400" lvl="1" indent="-279400" algn="l" fontAlgn="ctr">
              <a:lnSpc>
                <a:spcPct val="120000"/>
              </a:lnSpc>
              <a:spcBef>
                <a:spcPts val="0"/>
              </a:spcBef>
              <a:spcAft>
                <a:spcPts val="800"/>
              </a:spcAft>
              <a:buSzPct val="100000"/>
              <a:buFont typeface="Wingdings" panose="05000000000000000000" charset="0"/>
              <a:buChar char="l"/>
            </a:pPr>
            <a:r>
              <a:rPr lang="zh-CN" altLang="en-US" sz="1400" kern="0" spc="60">
                <a:solidFill>
                  <a:schemeClr val="dk1"/>
                </a:solidFill>
                <a:latin typeface="Microsoft YaHei" panose="020B0503020204020204" pitchFamily="34" charset="-122"/>
                <a:ea typeface="Microsoft YaHei" panose="020B0503020204020204" pitchFamily="34" charset="-122"/>
                <a:cs typeface="Microsoft YaHei" panose="020B0503020204020204" pitchFamily="34" charset="-122"/>
              </a:rPr>
              <a:t>行业经验</a:t>
            </a:r>
            <a:endParaRPr lang="en-US" altLang="zh-CN" sz="1400" kern="0" spc="60">
              <a:solidFill>
                <a:schemeClr val="dk1"/>
              </a:solidFill>
              <a:latin typeface="Microsoft YaHei" panose="020B0503020204020204" pitchFamily="34" charset="-122"/>
              <a:ea typeface="Microsoft YaHei" panose="020B0503020204020204" pitchFamily="34" charset="-122"/>
              <a:cs typeface="Microsoft YaHei" panose="020B0503020204020204" pitchFamily="34" charset="-122"/>
            </a:endParaRPr>
          </a:p>
          <a:p>
            <a:pPr marL="279400" lvl="1" indent="-279400" algn="l" fontAlgn="ctr">
              <a:lnSpc>
                <a:spcPct val="120000"/>
              </a:lnSpc>
              <a:spcBef>
                <a:spcPts val="0"/>
              </a:spcBef>
              <a:spcAft>
                <a:spcPts val="800"/>
              </a:spcAft>
              <a:buSzPct val="100000"/>
              <a:buFont typeface="Wingdings" panose="05000000000000000000" charset="0"/>
              <a:buChar char="l"/>
            </a:pPr>
            <a:r>
              <a:rPr lang="zh-CN" altLang="en-US" sz="1400" kern="0" spc="60">
                <a:solidFill>
                  <a:schemeClr val="dk1"/>
                </a:solidFill>
                <a:latin typeface="Microsoft YaHei" panose="020B0503020204020204" pitchFamily="34" charset="-122"/>
                <a:ea typeface="Microsoft YaHei" panose="020B0503020204020204" pitchFamily="34" charset="-122"/>
                <a:cs typeface="Microsoft YaHei" panose="020B0503020204020204" pitchFamily="34" charset="-122"/>
              </a:rPr>
              <a:t>多以信贷风控、数据分析切入</a:t>
            </a:r>
            <a:endParaRPr lang="en-US" altLang="zh-CN" sz="1400" kern="0" spc="60">
              <a:solidFill>
                <a:schemeClr val="dk1"/>
              </a:solidFill>
              <a:latin typeface="Microsoft YaHei" panose="020B0503020204020204" pitchFamily="34" charset="-122"/>
              <a:ea typeface="Microsoft YaHei" panose="020B0503020204020204" pitchFamily="34" charset="-122"/>
              <a:cs typeface="Microsoft YaHei" panose="020B0503020204020204" pitchFamily="34" charset="-122"/>
            </a:endParaRPr>
          </a:p>
        </p:txBody>
      </p:sp>
      <p:sp>
        <p:nvSpPr>
          <p:cNvPr id="15" name="矩形 19">
            <a:extLst>
              <a:ext uri="{FF2B5EF4-FFF2-40B4-BE49-F238E27FC236}">
                <a16:creationId xmlns:a16="http://schemas.microsoft.com/office/drawing/2014/main" id="{551B4716-0A12-4A8E-8622-A22DC7E05114}"/>
              </a:ext>
            </a:extLst>
          </p:cNvPr>
          <p:cNvSpPr/>
          <p:nvPr>
            <p:custDataLst>
              <p:tags r:id="rId8"/>
            </p:custDataLst>
          </p:nvPr>
        </p:nvSpPr>
        <p:spPr>
          <a:xfrm>
            <a:off x="3393897" y="1428750"/>
            <a:ext cx="3036465" cy="1744050"/>
          </a:xfrm>
          <a:prstGeom prst="rect">
            <a:avLst/>
          </a:prstGeom>
        </p:spPr>
        <p:txBody>
          <a:bodyPr wrap="square" anchor="b">
            <a:normAutofit/>
          </a:bodyPr>
          <a:lstStyle/>
          <a:p>
            <a:pPr marL="279400" lvl="1" indent="-279400" algn="l" fontAlgn="ctr">
              <a:lnSpc>
                <a:spcPct val="120000"/>
              </a:lnSpc>
              <a:spcBef>
                <a:spcPts val="0"/>
              </a:spcBef>
              <a:spcAft>
                <a:spcPts val="800"/>
              </a:spcAft>
              <a:buSzPct val="100000"/>
              <a:buFont typeface="Wingdings" panose="05000000000000000000" charset="0"/>
              <a:buChar char="l"/>
            </a:pPr>
            <a:r>
              <a:rPr lang="zh-CN" altLang="en-US" sz="1400" kern="0" spc="60">
                <a:solidFill>
                  <a:schemeClr val="dk1"/>
                </a:solidFill>
                <a:latin typeface="Microsoft YaHei" panose="020B0503020204020204" pitchFamily="34" charset="-122"/>
                <a:ea typeface="Microsoft YaHei" panose="020B0503020204020204" pitchFamily="34" charset="-122"/>
              </a:rPr>
              <a:t>行业经验丰富</a:t>
            </a:r>
            <a:endParaRPr lang="zh-CN" altLang="en-US" sz="1400" kern="0" spc="60" dirty="0">
              <a:solidFill>
                <a:schemeClr val="dk1"/>
              </a:solidFill>
              <a:latin typeface="Microsoft YaHei" panose="020B0503020204020204" pitchFamily="34" charset="-122"/>
              <a:ea typeface="Microsoft YaHei" panose="020B0503020204020204" pitchFamily="34" charset="-122"/>
            </a:endParaRPr>
          </a:p>
          <a:p>
            <a:pPr marL="279400" lvl="1" indent="-279400" algn="l" fontAlgn="ctr">
              <a:lnSpc>
                <a:spcPct val="120000"/>
              </a:lnSpc>
              <a:spcBef>
                <a:spcPts val="0"/>
              </a:spcBef>
              <a:spcAft>
                <a:spcPts val="800"/>
              </a:spcAft>
              <a:buSzPct val="100000"/>
              <a:buFont typeface="Wingdings" panose="05000000000000000000" charset="0"/>
              <a:buChar char="l"/>
            </a:pPr>
            <a:r>
              <a:rPr lang="zh-CN" altLang="en-US" sz="1400" kern="0" spc="60">
                <a:solidFill>
                  <a:schemeClr val="dk1"/>
                </a:solidFill>
                <a:latin typeface="Microsoft YaHei" panose="020B0503020204020204" pitchFamily="34" charset="-122"/>
                <a:ea typeface="Microsoft YaHei" panose="020B0503020204020204" pitchFamily="34" charset="-122"/>
              </a:rPr>
              <a:t>广泛客户基础</a:t>
            </a:r>
            <a:endParaRPr lang="zh-CN" altLang="en-US" sz="1400" kern="0" spc="60" dirty="0">
              <a:solidFill>
                <a:schemeClr val="dk1"/>
              </a:solidFill>
              <a:latin typeface="Microsoft YaHei" panose="020B0503020204020204" pitchFamily="34" charset="-122"/>
              <a:ea typeface="Microsoft YaHei" panose="020B0503020204020204" pitchFamily="34" charset="-122"/>
            </a:endParaRPr>
          </a:p>
          <a:p>
            <a:pPr marL="279400" lvl="1" indent="-279400" algn="l" fontAlgn="ctr">
              <a:lnSpc>
                <a:spcPct val="120000"/>
              </a:lnSpc>
              <a:spcBef>
                <a:spcPts val="0"/>
              </a:spcBef>
              <a:spcAft>
                <a:spcPts val="800"/>
              </a:spcAft>
              <a:buSzPct val="100000"/>
              <a:buFont typeface="Wingdings" panose="05000000000000000000" charset="0"/>
              <a:buChar char="l"/>
            </a:pPr>
            <a:r>
              <a:rPr lang="zh-CN" altLang="en-US" sz="1400" kern="0" spc="60">
                <a:solidFill>
                  <a:schemeClr val="dk1"/>
                </a:solidFill>
                <a:latin typeface="Microsoft YaHei" panose="020B0503020204020204" pitchFamily="34" charset="-122"/>
                <a:ea typeface="Microsoft YaHei" panose="020B0503020204020204" pitchFamily="34" charset="-122"/>
              </a:rPr>
              <a:t>软件一次性授权</a:t>
            </a:r>
            <a:endParaRPr lang="en-US" altLang="zh-CN" sz="1400" kern="0" spc="60">
              <a:solidFill>
                <a:schemeClr val="dk1"/>
              </a:solidFill>
              <a:latin typeface="Microsoft YaHei" panose="020B0503020204020204" pitchFamily="34" charset="-122"/>
              <a:ea typeface="Microsoft YaHei" panose="020B0503020204020204" pitchFamily="34" charset="-122"/>
            </a:endParaRPr>
          </a:p>
          <a:p>
            <a:pPr marL="279400" lvl="1" indent="-279400" algn="l" fontAlgn="ctr">
              <a:lnSpc>
                <a:spcPct val="120000"/>
              </a:lnSpc>
              <a:spcBef>
                <a:spcPts val="0"/>
              </a:spcBef>
              <a:spcAft>
                <a:spcPts val="800"/>
              </a:spcAft>
              <a:buSzPct val="100000"/>
              <a:buFont typeface="Wingdings" panose="05000000000000000000" charset="0"/>
              <a:buChar char="l"/>
            </a:pPr>
            <a:r>
              <a:rPr lang="zh-CN" altLang="en-US" sz="1400" spc="60">
                <a:solidFill>
                  <a:schemeClr val="dk1"/>
                </a:solidFill>
                <a:latin typeface="Microsoft YaHei" panose="020B0503020204020204" pitchFamily="34" charset="-122"/>
                <a:ea typeface="Microsoft YaHei" panose="020B0503020204020204" pitchFamily="34" charset="-122"/>
              </a:rPr>
              <a:t>与大型互联网公司合作，协助中小银行上云</a:t>
            </a:r>
            <a:endParaRPr lang="zh-CN" altLang="en-US" sz="1400" kern="0" spc="60" dirty="0">
              <a:solidFill>
                <a:schemeClr val="dk1"/>
              </a:solidFill>
              <a:latin typeface="Microsoft YaHei" panose="020B0503020204020204" pitchFamily="34" charset="-122"/>
              <a:ea typeface="Microsoft YaHei" panose="020B0503020204020204" pitchFamily="34" charset="-122"/>
            </a:endParaRPr>
          </a:p>
        </p:txBody>
      </p:sp>
      <p:sp>
        <p:nvSpPr>
          <p:cNvPr id="21" name="燕尾形 8">
            <a:extLst>
              <a:ext uri="{FF2B5EF4-FFF2-40B4-BE49-F238E27FC236}">
                <a16:creationId xmlns:a16="http://schemas.microsoft.com/office/drawing/2014/main" id="{B4146CBA-04DE-457B-96F2-4556BE89E1FA}"/>
              </a:ext>
            </a:extLst>
          </p:cNvPr>
          <p:cNvSpPr/>
          <p:nvPr>
            <p:custDataLst>
              <p:tags r:id="rId9"/>
            </p:custDataLst>
          </p:nvPr>
        </p:nvSpPr>
        <p:spPr>
          <a:xfrm>
            <a:off x="8609534" y="3371963"/>
            <a:ext cx="1094690" cy="972463"/>
          </a:xfrm>
          <a:prstGeom prst="chevron">
            <a:avLst/>
          </a:prstGeom>
          <a:solidFill>
            <a:srgbClr val="FFFFFF"/>
          </a:solidFill>
          <a:ln>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zh-CN" altLang="en-US">
              <a:solidFill>
                <a:schemeClr val="dk1"/>
              </a:solidFill>
              <a:latin typeface="Microsoft YaHei" panose="020B0503020204020204" pitchFamily="34" charset="-122"/>
              <a:ea typeface="Microsoft YaHei" panose="020B0503020204020204" pitchFamily="34" charset="-122"/>
              <a:sym typeface="Arial" panose="020B0604020202020204" pitchFamily="34" charset="0"/>
            </a:endParaRPr>
          </a:p>
        </p:txBody>
      </p:sp>
      <p:sp>
        <p:nvSpPr>
          <p:cNvPr id="23" name="燕尾形 12">
            <a:extLst>
              <a:ext uri="{FF2B5EF4-FFF2-40B4-BE49-F238E27FC236}">
                <a16:creationId xmlns:a16="http://schemas.microsoft.com/office/drawing/2014/main" id="{823B146E-8E1E-4F6F-9E80-8C3E5CE31F67}"/>
              </a:ext>
            </a:extLst>
          </p:cNvPr>
          <p:cNvSpPr/>
          <p:nvPr>
            <p:custDataLst>
              <p:tags r:id="rId10"/>
            </p:custDataLst>
          </p:nvPr>
        </p:nvSpPr>
        <p:spPr>
          <a:xfrm>
            <a:off x="9156878" y="3371963"/>
            <a:ext cx="2786457" cy="972463"/>
          </a:xfrm>
          <a:prstGeom prst="chevron">
            <a:avLst/>
          </a:prstGeom>
          <a:solidFill>
            <a:schemeClr val="tx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rmAutofit/>
          </a:bodyPr>
          <a:lstStyle/>
          <a:p>
            <a:pPr marL="0" indent="0" algn="ctr">
              <a:lnSpc>
                <a:spcPct val="100000"/>
              </a:lnSpc>
              <a:spcBef>
                <a:spcPts val="0"/>
              </a:spcBef>
              <a:spcAft>
                <a:spcPts val="0"/>
              </a:spcAft>
              <a:buSzPct val="100000"/>
              <a:buNone/>
            </a:pPr>
            <a:r>
              <a:rPr lang="zh-CN" altLang="en-US" sz="2000" kern="0" spc="200">
                <a:solidFill>
                  <a:schemeClr val="lt2"/>
                </a:solidFill>
                <a:latin typeface="Microsoft YaHei" panose="020B0503020204020204" pitchFamily="34" charset="-122"/>
                <a:ea typeface="Microsoft YaHei" panose="020B0503020204020204" pitchFamily="34" charset="-122"/>
                <a:cs typeface="+mj-cs"/>
              </a:rPr>
              <a:t>银行科技公司</a:t>
            </a:r>
            <a:endParaRPr lang="zh-CN" altLang="en-US" sz="2000" kern="0" spc="200" dirty="0">
              <a:solidFill>
                <a:schemeClr val="lt2"/>
              </a:solidFill>
              <a:latin typeface="Microsoft YaHei" panose="020B0503020204020204" pitchFamily="34" charset="-122"/>
              <a:ea typeface="Microsoft YaHei" panose="020B0503020204020204" pitchFamily="34" charset="-122"/>
              <a:cs typeface="+mj-cs"/>
            </a:endParaRPr>
          </a:p>
        </p:txBody>
      </p:sp>
      <p:sp>
        <p:nvSpPr>
          <p:cNvPr id="25" name="矩形 19">
            <a:extLst>
              <a:ext uri="{FF2B5EF4-FFF2-40B4-BE49-F238E27FC236}">
                <a16:creationId xmlns:a16="http://schemas.microsoft.com/office/drawing/2014/main" id="{4F0FEC25-ECEB-4B55-A64E-33EDD2740B77}"/>
              </a:ext>
            </a:extLst>
          </p:cNvPr>
          <p:cNvSpPr/>
          <p:nvPr>
            <p:custDataLst>
              <p:tags r:id="rId11"/>
            </p:custDataLst>
          </p:nvPr>
        </p:nvSpPr>
        <p:spPr>
          <a:xfrm>
            <a:off x="9155535" y="1487096"/>
            <a:ext cx="3036465" cy="1744050"/>
          </a:xfrm>
          <a:prstGeom prst="rect">
            <a:avLst/>
          </a:prstGeom>
        </p:spPr>
        <p:txBody>
          <a:bodyPr wrap="square" anchor="b">
            <a:normAutofit/>
          </a:bodyPr>
          <a:lstStyle/>
          <a:p>
            <a:pPr marL="279400" lvl="1" indent="-279400" algn="l" fontAlgn="ctr">
              <a:lnSpc>
                <a:spcPct val="120000"/>
              </a:lnSpc>
              <a:spcBef>
                <a:spcPts val="0"/>
              </a:spcBef>
              <a:spcAft>
                <a:spcPts val="800"/>
              </a:spcAft>
              <a:buSzPct val="100000"/>
              <a:buFont typeface="Wingdings" panose="05000000000000000000" charset="0"/>
              <a:buChar char="l"/>
            </a:pPr>
            <a:r>
              <a:rPr lang="zh-CN" altLang="en-US" sz="1400" spc="60">
                <a:solidFill>
                  <a:schemeClr val="dk1"/>
                </a:solidFill>
                <a:latin typeface="Microsoft YaHei" panose="020B0503020204020204" pitchFamily="34" charset="-122"/>
                <a:ea typeface="Microsoft YaHei" panose="020B0503020204020204" pitchFamily="34" charset="-122"/>
              </a:rPr>
              <a:t>深刻理解金融业务</a:t>
            </a:r>
            <a:endParaRPr lang="zh-CN" altLang="en-US" sz="1400" kern="0" spc="60" dirty="0">
              <a:solidFill>
                <a:schemeClr val="dk1"/>
              </a:solidFill>
              <a:latin typeface="Microsoft YaHei" panose="020B0503020204020204" pitchFamily="34" charset="-122"/>
              <a:ea typeface="Microsoft YaHei" panose="020B0503020204020204" pitchFamily="34" charset="-122"/>
            </a:endParaRPr>
          </a:p>
          <a:p>
            <a:pPr marL="279400" lvl="1" indent="-279400" algn="l" fontAlgn="ctr">
              <a:lnSpc>
                <a:spcPct val="120000"/>
              </a:lnSpc>
              <a:spcBef>
                <a:spcPts val="0"/>
              </a:spcBef>
              <a:spcAft>
                <a:spcPts val="800"/>
              </a:spcAft>
              <a:buSzPct val="100000"/>
              <a:buFont typeface="Wingdings" panose="05000000000000000000" charset="0"/>
              <a:buChar char="l"/>
            </a:pPr>
            <a:r>
              <a:rPr lang="zh-CN" altLang="en-US" sz="1400" kern="0" spc="60">
                <a:solidFill>
                  <a:schemeClr val="dk1"/>
                </a:solidFill>
                <a:latin typeface="Microsoft YaHei" panose="020B0503020204020204" pitchFamily="34" charset="-122"/>
                <a:ea typeface="Microsoft YaHei" panose="020B0503020204020204" pitchFamily="34" charset="-122"/>
              </a:rPr>
              <a:t>实践能力强</a:t>
            </a:r>
            <a:endParaRPr lang="en-US" altLang="zh-CN" sz="1400" kern="0" spc="60">
              <a:solidFill>
                <a:schemeClr val="dk1"/>
              </a:solidFill>
              <a:latin typeface="Microsoft YaHei" panose="020B0503020204020204" pitchFamily="34" charset="-122"/>
              <a:ea typeface="Microsoft YaHei" panose="020B0503020204020204" pitchFamily="34" charset="-122"/>
            </a:endParaRPr>
          </a:p>
          <a:p>
            <a:pPr marL="279400" lvl="1" indent="-279400" algn="l" fontAlgn="ctr">
              <a:lnSpc>
                <a:spcPct val="120000"/>
              </a:lnSpc>
              <a:spcBef>
                <a:spcPts val="0"/>
              </a:spcBef>
              <a:spcAft>
                <a:spcPts val="800"/>
              </a:spcAft>
              <a:buSzPct val="100000"/>
              <a:buFont typeface="Wingdings" panose="05000000000000000000" charset="0"/>
              <a:buChar char="l"/>
            </a:pPr>
            <a:r>
              <a:rPr lang="zh-CN" altLang="en-US" sz="1400" spc="60">
                <a:solidFill>
                  <a:schemeClr val="dk1"/>
                </a:solidFill>
                <a:latin typeface="Microsoft YaHei" panose="020B0503020204020204" pitchFamily="34" charset="-122"/>
                <a:ea typeface="Microsoft YaHei" panose="020B0503020204020204" pitchFamily="34" charset="-122"/>
              </a:rPr>
              <a:t>合规意识强，经验丰富</a:t>
            </a:r>
            <a:endParaRPr lang="zh-CN" altLang="en-US" sz="1400" kern="0" spc="60" dirty="0">
              <a:solidFill>
                <a:schemeClr val="dk1"/>
              </a:solidFill>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1280570990"/>
      </p:ext>
    </p:extLst>
  </p:cSld>
  <p:clrMapOvr>
    <a:masterClrMapping/>
  </p:clrMapOvr>
  <p:transition spd="slow"/>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custDataLst>
              <p:tags r:id="rId2"/>
            </p:custDataLst>
          </p:nvPr>
        </p:nvSpPr>
        <p:spPr>
          <a:xfrm>
            <a:off x="3759689" y="1826333"/>
            <a:ext cx="616541" cy="523220"/>
          </a:xfrm>
          <a:prstGeom prst="rect">
            <a:avLst/>
          </a:prstGeom>
          <a:noFill/>
        </p:spPr>
        <p:txBody>
          <a:bodyPr wrap="square" rIns="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3200" b="1" kern="1200" dirty="0">
                <a:solidFill>
                  <a:srgbClr val="00B0F0"/>
                </a:solidFill>
                <a:latin typeface="Arial" panose="020B0604020202020204" pitchFamily="34" charset="0"/>
                <a:ea typeface="Microsoft YaHei" panose="020B0503020204020204" pitchFamily="34" charset="-122"/>
              </a:rPr>
              <a:t>01</a:t>
            </a:r>
          </a:p>
        </p:txBody>
      </p:sp>
      <p:sp>
        <p:nvSpPr>
          <p:cNvPr id="36" name="文本框 35"/>
          <p:cNvSpPr txBox="1"/>
          <p:nvPr>
            <p:custDataLst>
              <p:tags r:id="rId3"/>
            </p:custDataLst>
          </p:nvPr>
        </p:nvSpPr>
        <p:spPr>
          <a:xfrm>
            <a:off x="4376232" y="1821789"/>
            <a:ext cx="4244339" cy="527764"/>
          </a:xfrm>
          <a:prstGeom prst="rect">
            <a:avLst/>
          </a:prstGeom>
          <a:noFill/>
        </p:spPr>
        <p:txBody>
          <a:bodyPr wrap="square" rtlCol="0" anchor="b">
            <a:noAutofit/>
          </a:bodyPr>
          <a:lstStyle/>
          <a:p>
            <a:pPr marL="0" marR="0" lvl="0" indent="0" algn="l" defTabSz="914400" rtl="0" eaLnBrk="1" fontAlgn="auto" latinLnBrk="0" hangingPunct="1">
              <a:lnSpc>
                <a:spcPct val="100000"/>
              </a:lnSpc>
              <a:spcBef>
                <a:spcPts val="0"/>
              </a:spcBef>
              <a:spcAft>
                <a:spcPts val="0"/>
              </a:spcAft>
              <a:buClrTx/>
              <a:buSzPct val="100000"/>
              <a:buFontTx/>
              <a:buNone/>
              <a:tabLst/>
              <a:defRPr/>
            </a:pPr>
            <a:r>
              <a:rPr lang="zh-CN" altLang="en-US" sz="3200" b="1" kern="1200">
                <a:solidFill>
                  <a:srgbClr val="00B0F0"/>
                </a:solidFill>
                <a:latin typeface="Arial" panose="020B0604020202020204" pitchFamily="34" charset="0"/>
                <a:ea typeface="Microsoft YaHei" panose="020B0503020204020204" pitchFamily="34" charset="-122"/>
              </a:rPr>
              <a:t>云的形态</a:t>
            </a:r>
            <a:endParaRPr lang="zh-CN" altLang="en-US" sz="3200" b="1" kern="1200" dirty="0">
              <a:solidFill>
                <a:srgbClr val="00B0F0"/>
              </a:solidFill>
              <a:latin typeface="Arial" panose="020B0604020202020204" pitchFamily="34" charset="0"/>
              <a:ea typeface="Microsoft YaHei" panose="020B0503020204020204" pitchFamily="34" charset="-122"/>
            </a:endParaRPr>
          </a:p>
        </p:txBody>
      </p:sp>
      <p:sp>
        <p:nvSpPr>
          <p:cNvPr id="43" name="文本框 42"/>
          <p:cNvSpPr txBox="1"/>
          <p:nvPr>
            <p:custDataLst>
              <p:tags r:id="rId4"/>
            </p:custDataLst>
          </p:nvPr>
        </p:nvSpPr>
        <p:spPr>
          <a:xfrm>
            <a:off x="4376232" y="2702803"/>
            <a:ext cx="4244339" cy="527764"/>
          </a:xfrm>
          <a:prstGeom prst="rect">
            <a:avLst/>
          </a:prstGeom>
          <a:noFill/>
        </p:spPr>
        <p:txBody>
          <a:bodyPr wrap="square" rtlCol="0" anchor="b">
            <a:noAutofit/>
          </a:bodyPr>
          <a:lstStyle/>
          <a:p>
            <a:pPr marL="0" marR="0" lvl="0" indent="0" algn="l" defTabSz="914400" rtl="0" eaLnBrk="1" fontAlgn="auto" latinLnBrk="0" hangingPunct="1">
              <a:lnSpc>
                <a:spcPct val="100000"/>
              </a:lnSpc>
              <a:spcBef>
                <a:spcPts val="0"/>
              </a:spcBef>
              <a:spcAft>
                <a:spcPts val="0"/>
              </a:spcAft>
              <a:buClrTx/>
              <a:buSzPct val="100000"/>
              <a:buFontTx/>
              <a:buNone/>
              <a:tabLst/>
              <a:defRPr/>
            </a:pPr>
            <a:r>
              <a:rPr lang="zh-CN" altLang="en-US" sz="3200" b="1" kern="1200">
                <a:solidFill>
                  <a:srgbClr val="00B0F0"/>
                </a:solidFill>
                <a:latin typeface="Arial" panose="020B0604020202020204" pitchFamily="34" charset="0"/>
                <a:ea typeface="Microsoft YaHei" panose="020B0503020204020204" pitchFamily="34" charset="-122"/>
                <a:sym typeface="+mn-ea"/>
              </a:rPr>
              <a:t>金融</a:t>
            </a:r>
            <a:r>
              <a:rPr lang="en-US" altLang="zh-CN" sz="3200" b="1" kern="1200">
                <a:solidFill>
                  <a:srgbClr val="00B0F0"/>
                </a:solidFill>
                <a:latin typeface="Arial" panose="020B0604020202020204" pitchFamily="34" charset="0"/>
                <a:ea typeface="Microsoft YaHei" panose="020B0503020204020204" pitchFamily="34" charset="-122"/>
                <a:sym typeface="+mn-ea"/>
              </a:rPr>
              <a:t>SaaS</a:t>
            </a:r>
            <a:r>
              <a:rPr lang="zh-CN" altLang="en-US" sz="3200" b="1" kern="1200">
                <a:solidFill>
                  <a:srgbClr val="00B0F0"/>
                </a:solidFill>
                <a:latin typeface="Arial" panose="020B0604020202020204" pitchFamily="34" charset="0"/>
                <a:ea typeface="Microsoft YaHei" panose="020B0503020204020204" pitchFamily="34" charset="-122"/>
                <a:sym typeface="+mn-ea"/>
              </a:rPr>
              <a:t>市场</a:t>
            </a:r>
            <a:endParaRPr lang="zh-CN" altLang="en-US" sz="3200" b="1" kern="1200" dirty="0">
              <a:solidFill>
                <a:srgbClr val="00B0F0"/>
              </a:solidFill>
              <a:latin typeface="Arial" panose="020B0604020202020204" pitchFamily="34" charset="0"/>
              <a:ea typeface="Microsoft YaHei" panose="020B0503020204020204" pitchFamily="34" charset="-122"/>
              <a:sym typeface="+mn-ea"/>
            </a:endParaRPr>
          </a:p>
        </p:txBody>
      </p:sp>
      <p:sp>
        <p:nvSpPr>
          <p:cNvPr id="42" name="文本框 41"/>
          <p:cNvSpPr txBox="1"/>
          <p:nvPr>
            <p:custDataLst>
              <p:tags r:id="rId5"/>
            </p:custDataLst>
          </p:nvPr>
        </p:nvSpPr>
        <p:spPr>
          <a:xfrm>
            <a:off x="3759689" y="2705055"/>
            <a:ext cx="616585" cy="523240"/>
          </a:xfrm>
          <a:prstGeom prst="rect">
            <a:avLst/>
          </a:prstGeom>
          <a:noFill/>
        </p:spPr>
        <p:txBody>
          <a:bodyPr wrap="square" rIns="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3200" b="1" kern="1200" dirty="0">
                <a:solidFill>
                  <a:srgbClr val="00B0F0"/>
                </a:solidFill>
                <a:latin typeface="Arial" panose="020B0604020202020204" pitchFamily="34" charset="0"/>
                <a:ea typeface="Microsoft YaHei" panose="020B0503020204020204" pitchFamily="34" charset="-122"/>
              </a:rPr>
              <a:t>02</a:t>
            </a:r>
          </a:p>
        </p:txBody>
      </p:sp>
      <p:sp>
        <p:nvSpPr>
          <p:cNvPr id="56" name="文本框 55"/>
          <p:cNvSpPr txBox="1"/>
          <p:nvPr>
            <p:custDataLst>
              <p:tags r:id="rId6"/>
            </p:custDataLst>
          </p:nvPr>
        </p:nvSpPr>
        <p:spPr>
          <a:xfrm>
            <a:off x="3759692" y="3575223"/>
            <a:ext cx="616541" cy="523220"/>
          </a:xfrm>
          <a:prstGeom prst="rect">
            <a:avLst/>
          </a:prstGeom>
          <a:noFill/>
        </p:spPr>
        <p:txBody>
          <a:bodyPr wrap="square" rIns="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3200" b="1" kern="1200" dirty="0">
                <a:solidFill>
                  <a:srgbClr val="FFFF00"/>
                </a:solidFill>
                <a:latin typeface="Arial" panose="020B0604020202020204" pitchFamily="34" charset="0"/>
                <a:ea typeface="Microsoft YaHei" panose="020B0503020204020204" pitchFamily="34" charset="-122"/>
              </a:rPr>
              <a:t>03</a:t>
            </a:r>
          </a:p>
        </p:txBody>
      </p:sp>
      <p:sp>
        <p:nvSpPr>
          <p:cNvPr id="57" name="文本框 56"/>
          <p:cNvSpPr txBox="1"/>
          <p:nvPr>
            <p:custDataLst>
              <p:tags r:id="rId7"/>
            </p:custDataLst>
          </p:nvPr>
        </p:nvSpPr>
        <p:spPr>
          <a:xfrm>
            <a:off x="4376232" y="3577011"/>
            <a:ext cx="4244339" cy="527764"/>
          </a:xfrm>
          <a:prstGeom prst="rect">
            <a:avLst/>
          </a:prstGeom>
          <a:noFill/>
        </p:spPr>
        <p:txBody>
          <a:bodyPr wrap="square" rtlCol="0" anchor="b">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3200" b="1" kern="1200">
                <a:solidFill>
                  <a:srgbClr val="FFFF00"/>
                </a:solidFill>
                <a:latin typeface="Arial" panose="020B0604020202020204" pitchFamily="34" charset="0"/>
                <a:ea typeface="Microsoft YaHei" panose="020B0503020204020204" pitchFamily="34" charset="-122"/>
              </a:rPr>
              <a:t>金融</a:t>
            </a:r>
            <a:r>
              <a:rPr lang="en-US" altLang="zh-CN" sz="3200" b="1" kern="1200">
                <a:solidFill>
                  <a:srgbClr val="FFFF00"/>
                </a:solidFill>
                <a:latin typeface="Arial" panose="020B0604020202020204" pitchFamily="34" charset="0"/>
                <a:ea typeface="Microsoft YaHei" panose="020B0503020204020204" pitchFamily="34" charset="-122"/>
              </a:rPr>
              <a:t>SaaS</a:t>
            </a:r>
            <a:r>
              <a:rPr lang="zh-CN" altLang="en-US" sz="3200" b="1" kern="1200">
                <a:solidFill>
                  <a:srgbClr val="FFFF00"/>
                </a:solidFill>
                <a:latin typeface="Arial" panose="020B0604020202020204" pitchFamily="34" charset="0"/>
                <a:ea typeface="Microsoft YaHei" panose="020B0503020204020204" pitchFamily="34" charset="-122"/>
              </a:rPr>
              <a:t>技术架构</a:t>
            </a:r>
            <a:endParaRPr lang="zh-CN" altLang="en-US" sz="3200" b="1" kern="1200" dirty="0">
              <a:solidFill>
                <a:srgbClr val="FFFF00"/>
              </a:solidFill>
              <a:latin typeface="Arial" panose="020B0604020202020204" pitchFamily="34" charset="0"/>
              <a:ea typeface="Microsoft YaHei" panose="020B0503020204020204" pitchFamily="34" charset="-122"/>
            </a:endParaRPr>
          </a:p>
        </p:txBody>
      </p:sp>
    </p:spTree>
    <p:custDataLst>
      <p:tags r:id="rId1"/>
    </p:custDataLst>
    <p:extLst>
      <p:ext uri="{BB962C8B-B14F-4D97-AF65-F5344CB8AC3E}">
        <p14:creationId xmlns:p14="http://schemas.microsoft.com/office/powerpoint/2010/main" val="1213939649"/>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031175" y="682297"/>
            <a:ext cx="9754882" cy="576263"/>
          </a:xfrm>
        </p:spPr>
        <p:txBody>
          <a:bodyPr>
            <a:noAutofit/>
          </a:bodyPr>
          <a:lstStyle/>
          <a:p>
            <a:r>
              <a:rPr lang="zh-CN" altLang="en-US">
                <a:solidFill>
                  <a:schemeClr val="tx2">
                    <a:lumMod val="75000"/>
                  </a:schemeClr>
                </a:solidFill>
                <a:latin typeface="Microsoft YaHei" panose="020B0503020204020204" pitchFamily="34" charset="-122"/>
                <a:ea typeface="Microsoft YaHei" panose="020B0503020204020204" pitchFamily="34" charset="-122"/>
              </a:rPr>
              <a:t>单体架构</a:t>
            </a:r>
            <a:endParaRPr lang="zh-CN" altLang="en-US" dirty="0">
              <a:solidFill>
                <a:schemeClr val="tx2">
                  <a:lumMod val="75000"/>
                </a:schemeClr>
              </a:solidFill>
              <a:latin typeface="Microsoft YaHei" panose="020B0503020204020204" pitchFamily="34" charset="-122"/>
              <a:ea typeface="Microsoft YaHei" panose="020B0503020204020204" pitchFamily="34" charset="-122"/>
            </a:endParaRPr>
          </a:p>
        </p:txBody>
      </p:sp>
      <p:sp>
        <p:nvSpPr>
          <p:cNvPr id="3" name="TextBox 2">
            <a:extLst>
              <a:ext uri="{FF2B5EF4-FFF2-40B4-BE49-F238E27FC236}">
                <a16:creationId xmlns:a16="http://schemas.microsoft.com/office/drawing/2014/main" id="{008B268A-900E-4F6B-B3DD-0F71B24330B4}"/>
              </a:ext>
            </a:extLst>
          </p:cNvPr>
          <p:cNvSpPr txBox="1"/>
          <p:nvPr/>
        </p:nvSpPr>
        <p:spPr>
          <a:xfrm rot="636455">
            <a:off x="7109165" y="3221393"/>
            <a:ext cx="4616001" cy="2687915"/>
          </a:xfrm>
          <a:prstGeom prst="rect">
            <a:avLst/>
          </a:prstGeom>
          <a:solidFill>
            <a:schemeClr val="bg1">
              <a:lumMod val="95000"/>
            </a:schemeClr>
          </a:solidFill>
          <a:ln w="9525" cap="flat" cmpd="sng" algn="ctr">
            <a:noFill/>
            <a:prstDash val="solid"/>
            <a:round/>
            <a:headEnd type="none" w="med" len="med"/>
            <a:tailEnd type="none" w="med" len="med"/>
          </a:ln>
          <a:effectLst>
            <a:outerShdw blurRad="127000" dist="38100" dir="2700000" algn="ctr">
              <a:srgbClr val="000000">
                <a:alpha val="45000"/>
              </a:srgbClr>
            </a:outerShdw>
          </a:effectLst>
          <a:scene3d>
            <a:camera prst="perspectiveFront" fov="2700000">
              <a:rot lat="20376000" lon="1938000" rev="20112001"/>
            </a:camera>
            <a:lightRig rig="soft" dir="t">
              <a:rot lat="0" lon="0" rev="0"/>
            </a:lightRig>
          </a:scene3d>
          <a:sp3d prstMaterial="translucentPowder">
            <a:bevelT w="203200" h="50800" prst="softRound"/>
          </a:sp3d>
        </p:spPr>
        <p:style>
          <a:lnRef idx="0">
            <a:scrgbClr r="0" g="0" b="0"/>
          </a:lnRef>
          <a:fillRef idx="0">
            <a:scrgbClr r="0" g="0" b="0"/>
          </a:fillRef>
          <a:effectRef idx="0">
            <a:scrgbClr r="0" g="0" b="0"/>
          </a:effectRef>
          <a:fontRef idx="minor">
            <a:schemeClr val="accent2"/>
          </a:fontRef>
        </p:style>
        <p:txBody>
          <a:bodyPr rot="0" spcFirstLastPara="1" vertOverflow="overflow" horzOverflow="overflow" vert="horz" wrap="square" lIns="50800" tIns="50800" rIns="50800" bIns="50800" numCol="1" spcCol="38100" rtlCol="0" anchor="ctr">
            <a:spAutoFit/>
          </a:bodyPr>
          <a:lstStyle/>
          <a:p>
            <a:pPr marL="640080" lvl="1" indent="-457200" algn="l">
              <a:lnSpc>
                <a:spcPct val="150000"/>
              </a:lnSpc>
              <a:buFont typeface="Wingdings" panose="05000000000000000000" pitchFamily="2" charset="2"/>
              <a:buChar char="Ø"/>
            </a:pPr>
            <a:r>
              <a:rPr lang="zh-CN" altLang="en-US" sz="2800">
                <a:latin typeface="SimHei" panose="02010609060101010101" pitchFamily="49" charset="-122"/>
                <a:ea typeface="SimHei" panose="02010609060101010101" pitchFamily="49" charset="-122"/>
              </a:rPr>
              <a:t>间编译时长</a:t>
            </a:r>
            <a:endParaRPr lang="en-US" altLang="zh-CN" sz="2800">
              <a:latin typeface="SimHei" panose="02010609060101010101" pitchFamily="49" charset="-122"/>
              <a:ea typeface="SimHei" panose="02010609060101010101" pitchFamily="49" charset="-122"/>
            </a:endParaRPr>
          </a:p>
          <a:p>
            <a:pPr marL="640080" lvl="1" indent="-457200" algn="l">
              <a:lnSpc>
                <a:spcPct val="150000"/>
              </a:lnSpc>
              <a:buFont typeface="Wingdings" panose="05000000000000000000" pitchFamily="2" charset="2"/>
              <a:buChar char="Ø"/>
            </a:pPr>
            <a:r>
              <a:rPr lang="zh-CN" altLang="en-US" sz="2800">
                <a:latin typeface="SimHei" panose="02010609060101010101" pitchFamily="49" charset="-122"/>
                <a:ea typeface="SimHei" panose="02010609060101010101" pitchFamily="49" charset="-122"/>
              </a:rPr>
              <a:t>回归测试周期长</a:t>
            </a:r>
            <a:endParaRPr lang="en-US" altLang="zh-CN" sz="2800">
              <a:latin typeface="SimHei" panose="02010609060101010101" pitchFamily="49" charset="-122"/>
              <a:ea typeface="SimHei" panose="02010609060101010101" pitchFamily="49" charset="-122"/>
            </a:endParaRPr>
          </a:p>
          <a:p>
            <a:pPr marL="640080" lvl="1" indent="-457200" algn="l">
              <a:lnSpc>
                <a:spcPct val="150000"/>
              </a:lnSpc>
              <a:buFont typeface="Wingdings" panose="05000000000000000000" pitchFamily="2" charset="2"/>
              <a:buChar char="Ø"/>
            </a:pPr>
            <a:r>
              <a:rPr lang="zh-CN" altLang="en-US" sz="2800">
                <a:latin typeface="SimHei" panose="02010609060101010101" pitchFamily="49" charset="-122"/>
                <a:ea typeface="SimHei" panose="02010609060101010101" pitchFamily="49" charset="-122"/>
              </a:rPr>
              <a:t>开发效率低下</a:t>
            </a:r>
            <a:endParaRPr lang="en-US" altLang="zh-CN" sz="2800">
              <a:latin typeface="SimHei" panose="02010609060101010101" pitchFamily="49" charset="-122"/>
              <a:ea typeface="SimHei" panose="02010609060101010101" pitchFamily="49" charset="-122"/>
            </a:endParaRPr>
          </a:p>
          <a:p>
            <a:pPr marL="640080" lvl="1" indent="-457200" algn="l">
              <a:lnSpc>
                <a:spcPct val="150000"/>
              </a:lnSpc>
              <a:buFont typeface="Wingdings" panose="05000000000000000000" pitchFamily="2" charset="2"/>
              <a:buChar char="Ø"/>
            </a:pPr>
            <a:r>
              <a:rPr lang="zh-CN" altLang="en-US" sz="2800">
                <a:latin typeface="SimHei" panose="02010609060101010101" pitchFamily="49" charset="-122"/>
                <a:ea typeface="SimHei" panose="02010609060101010101" pitchFamily="49" charset="-122"/>
              </a:rPr>
              <a:t>技术框架难以更新</a:t>
            </a:r>
            <a:endParaRPr lang="en-US" altLang="zh-CN" sz="2800">
              <a:latin typeface="SimHei" panose="02010609060101010101" pitchFamily="49" charset="-122"/>
              <a:ea typeface="SimHei" panose="02010609060101010101" pitchFamily="49" charset="-122"/>
            </a:endParaRPr>
          </a:p>
        </p:txBody>
      </p:sp>
      <p:sp>
        <p:nvSpPr>
          <p:cNvPr id="9" name="文本占位符 2">
            <a:extLst>
              <a:ext uri="{FF2B5EF4-FFF2-40B4-BE49-F238E27FC236}">
                <a16:creationId xmlns:a16="http://schemas.microsoft.com/office/drawing/2014/main" id="{58E168D5-34B6-4EE3-8DA9-9D24A4D8B47C}"/>
              </a:ext>
            </a:extLst>
          </p:cNvPr>
          <p:cNvSpPr>
            <a:spLocks noGrp="1"/>
          </p:cNvSpPr>
          <p:nvPr>
            <p:ph type="body" idx="1"/>
          </p:nvPr>
        </p:nvSpPr>
        <p:spPr>
          <a:xfrm>
            <a:off x="393670" y="1258560"/>
            <a:ext cx="6947288" cy="3491703"/>
          </a:xfrm>
        </p:spPr>
        <p:txBody>
          <a:bodyPr>
            <a:normAutofit/>
          </a:bodyPr>
          <a:lstStyle/>
          <a:p>
            <a:r>
              <a:rPr lang="zh-CN" altLang="en-US">
                <a:latin typeface="Microsoft YaHei" panose="020B0503020204020204" pitchFamily="34" charset="-122"/>
                <a:ea typeface="Microsoft YaHei" panose="020B0503020204020204" pitchFamily="34" charset="-122"/>
              </a:rPr>
              <a:t>集中式架构又叫单体架构，</a:t>
            </a:r>
            <a:r>
              <a:rPr lang="en-US" altLang="zh-CN">
                <a:latin typeface="Microsoft YaHei" panose="020B0503020204020204" pitchFamily="34" charset="-122"/>
                <a:ea typeface="Microsoft YaHei" panose="020B0503020204020204" pitchFamily="34" charset="-122"/>
              </a:rPr>
              <a:t>Web2.0</a:t>
            </a:r>
            <a:r>
              <a:rPr lang="zh-CN" altLang="en-US">
                <a:latin typeface="Microsoft YaHei" panose="020B0503020204020204" pitchFamily="34" charset="-122"/>
                <a:ea typeface="Microsoft YaHei" panose="020B0503020204020204" pitchFamily="34" charset="-122"/>
              </a:rPr>
              <a:t>之前十分流行。基于</a:t>
            </a:r>
            <a:r>
              <a:rPr lang="en-US" altLang="zh-CN">
                <a:latin typeface="Microsoft YaHei" panose="020B0503020204020204" pitchFamily="34" charset="-122"/>
                <a:ea typeface="Microsoft YaHei" panose="020B0503020204020204" pitchFamily="34" charset="-122"/>
              </a:rPr>
              <a:t>web</a:t>
            </a:r>
            <a:r>
              <a:rPr lang="zh-CN" altLang="en-US">
                <a:latin typeface="Microsoft YaHei" panose="020B0503020204020204" pitchFamily="34" charset="-122"/>
                <a:ea typeface="Microsoft YaHei" panose="020B0503020204020204" pitchFamily="34" charset="-122"/>
              </a:rPr>
              <a:t>的</a:t>
            </a:r>
            <a:r>
              <a:rPr lang="en-US" altLang="zh-CN">
                <a:latin typeface="Microsoft YaHei" panose="020B0503020204020204" pitchFamily="34" charset="-122"/>
                <a:ea typeface="Microsoft YaHei" panose="020B0503020204020204" pitchFamily="34" charset="-122"/>
              </a:rPr>
              <a:t>B/S</a:t>
            </a:r>
            <a:r>
              <a:rPr lang="zh-CN" altLang="en-US">
                <a:latin typeface="Microsoft YaHei" panose="020B0503020204020204" pitchFamily="34" charset="-122"/>
                <a:ea typeface="Microsoft YaHei" panose="020B0503020204020204" pitchFamily="34" charset="-122"/>
              </a:rPr>
              <a:t>架构逐渐取代</a:t>
            </a:r>
            <a:r>
              <a:rPr lang="en-US" altLang="zh-CN">
                <a:latin typeface="Microsoft YaHei" panose="020B0503020204020204" pitchFamily="34" charset="-122"/>
                <a:ea typeface="Microsoft YaHei" panose="020B0503020204020204" pitchFamily="34" charset="-122"/>
              </a:rPr>
              <a:t>C/S</a:t>
            </a:r>
            <a:r>
              <a:rPr lang="zh-CN" altLang="en-US">
                <a:latin typeface="Microsoft YaHei" panose="020B0503020204020204" pitchFamily="34" charset="-122"/>
                <a:ea typeface="Microsoft YaHei" panose="020B0503020204020204" pitchFamily="34" charset="-122"/>
              </a:rPr>
              <a:t>架构，</a:t>
            </a:r>
            <a:r>
              <a:rPr lang="en-US" altLang="zh-CN">
                <a:latin typeface="Microsoft YaHei" panose="020B0503020204020204" pitchFamily="34" charset="-122"/>
                <a:ea typeface="Microsoft YaHei" panose="020B0503020204020204" pitchFamily="34" charset="-122"/>
              </a:rPr>
              <a:t>B/S</a:t>
            </a:r>
            <a:r>
              <a:rPr lang="zh-CN" altLang="en-US">
                <a:latin typeface="Microsoft YaHei" panose="020B0503020204020204" pitchFamily="34" charset="-122"/>
                <a:ea typeface="Microsoft YaHei" panose="020B0503020204020204" pitchFamily="34" charset="-122"/>
              </a:rPr>
              <a:t>架构后端大多为集中式架构，但优雅分层，统一后端开发领域，如</a:t>
            </a:r>
            <a:r>
              <a:rPr lang="en-US" altLang="zh-CN">
                <a:latin typeface="Microsoft YaHei" panose="020B0503020204020204" pitchFamily="34" charset="-122"/>
                <a:ea typeface="Microsoft YaHei" panose="020B0503020204020204" pitchFamily="34" charset="-122"/>
              </a:rPr>
              <a:t>EJB/weblogic</a:t>
            </a:r>
            <a:r>
              <a:rPr lang="zh-CN" altLang="en-US">
                <a:latin typeface="Microsoft YaHei" panose="020B0503020204020204" pitchFamily="34" charset="-122"/>
                <a:ea typeface="Microsoft YaHei" panose="020B0503020204020204" pitchFamily="34" charset="-122"/>
              </a:rPr>
              <a:t>等。典型三层模式：数据访问层、服务层、逻辑控制层</a:t>
            </a:r>
          </a:p>
        </p:txBody>
      </p:sp>
    </p:spTree>
    <p:extLst>
      <p:ext uri="{BB962C8B-B14F-4D97-AF65-F5344CB8AC3E}">
        <p14:creationId xmlns:p14="http://schemas.microsoft.com/office/powerpoint/2010/main" val="4141427981"/>
      </p:ext>
    </p:extLst>
  </p:cSld>
  <p:clrMapOvr>
    <a:masterClrMapping/>
  </p:clrMapOvr>
  <p:transition spd="slow"/>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06435" y="797980"/>
            <a:ext cx="10579130" cy="576263"/>
          </a:xfrm>
        </p:spPr>
        <p:txBody>
          <a:bodyPr>
            <a:noAutofit/>
          </a:bodyPr>
          <a:lstStyle/>
          <a:p>
            <a:r>
              <a:rPr lang="zh-CN" altLang="en-US">
                <a:solidFill>
                  <a:schemeClr val="tx2">
                    <a:lumMod val="75000"/>
                  </a:schemeClr>
                </a:solidFill>
                <a:latin typeface="Microsoft YaHei" panose="020B0503020204020204" pitchFamily="34" charset="-122"/>
                <a:ea typeface="Microsoft YaHei" panose="020B0503020204020204" pitchFamily="34" charset="-122"/>
              </a:rPr>
              <a:t>分布式架构</a:t>
            </a:r>
            <a:endParaRPr lang="zh-CN" altLang="en-US" dirty="0">
              <a:solidFill>
                <a:schemeClr val="tx2">
                  <a:lumMod val="75000"/>
                </a:schemeClr>
              </a:solidFill>
              <a:latin typeface="Microsoft YaHei" panose="020B0503020204020204" pitchFamily="34" charset="-122"/>
              <a:ea typeface="Microsoft YaHei" panose="020B0503020204020204" pitchFamily="34" charset="-122"/>
            </a:endParaRPr>
          </a:p>
        </p:txBody>
      </p:sp>
      <p:sp>
        <p:nvSpPr>
          <p:cNvPr id="9" name="文本占位符 2">
            <a:extLst>
              <a:ext uri="{FF2B5EF4-FFF2-40B4-BE49-F238E27FC236}">
                <a16:creationId xmlns:a16="http://schemas.microsoft.com/office/drawing/2014/main" id="{58E168D5-34B6-4EE3-8DA9-9D24A4D8B47C}"/>
              </a:ext>
            </a:extLst>
          </p:cNvPr>
          <p:cNvSpPr>
            <a:spLocks noGrp="1"/>
          </p:cNvSpPr>
          <p:nvPr>
            <p:ph type="body" idx="1"/>
          </p:nvPr>
        </p:nvSpPr>
        <p:spPr>
          <a:xfrm>
            <a:off x="483821" y="1623047"/>
            <a:ext cx="8698815" cy="2034553"/>
          </a:xfrm>
        </p:spPr>
        <p:txBody>
          <a:bodyPr>
            <a:normAutofit/>
          </a:bodyPr>
          <a:lstStyle/>
          <a:p>
            <a:r>
              <a:rPr lang="zh-CN" altLang="en-US">
                <a:latin typeface="Microsoft YaHei" panose="020B0503020204020204" pitchFamily="34" charset="-122"/>
                <a:ea typeface="Microsoft YaHei" panose="020B0503020204020204" pitchFamily="34" charset="-122"/>
              </a:rPr>
              <a:t>互联网快速发展，集中式架构无法短时间内提升系统的吞吐量，分布式系统理论上支持吞吐量的无限扩展。</a:t>
            </a:r>
            <a:endParaRPr lang="en-US" altLang="zh-CN">
              <a:latin typeface="Microsoft YaHei" panose="020B0503020204020204" pitchFamily="34" charset="-122"/>
              <a:ea typeface="Microsoft YaHei" panose="020B0503020204020204" pitchFamily="34" charset="-122"/>
            </a:endParaRPr>
          </a:p>
        </p:txBody>
      </p:sp>
      <p:sp>
        <p:nvSpPr>
          <p:cNvPr id="5" name="TextBox 4">
            <a:extLst>
              <a:ext uri="{FF2B5EF4-FFF2-40B4-BE49-F238E27FC236}">
                <a16:creationId xmlns:a16="http://schemas.microsoft.com/office/drawing/2014/main" id="{17C61D85-29F7-4AD5-9C98-D3EE560CB97F}"/>
              </a:ext>
            </a:extLst>
          </p:cNvPr>
          <p:cNvSpPr txBox="1"/>
          <p:nvPr/>
        </p:nvSpPr>
        <p:spPr>
          <a:xfrm>
            <a:off x="7069270" y="3926102"/>
            <a:ext cx="5122730" cy="2133918"/>
          </a:xfrm>
          <a:prstGeom prst="rect">
            <a:avLst/>
          </a:prstGeom>
          <a:solidFill>
            <a:schemeClr val="accent1">
              <a:alpha val="50000"/>
            </a:schemeClr>
          </a:solidFill>
          <a:ln>
            <a:solidFill>
              <a:srgbClr val="0099FF"/>
            </a:solidFill>
          </a:ln>
          <a:effectLst>
            <a:softEdge rad="127000"/>
          </a:effectLst>
          <a:scene3d>
            <a:camera prst="isometricTopUp"/>
            <a:lightRig rig="threePt" dir="t"/>
          </a:scene3d>
        </p:spPr>
        <p:style>
          <a:lnRef idx="0">
            <a:scrgbClr r="0" g="0" b="0"/>
          </a:lnRef>
          <a:fillRef idx="0">
            <a:scrgbClr r="0" g="0" b="0"/>
          </a:fillRef>
          <a:effectRef idx="0">
            <a:scrgbClr r="0" g="0" b="0"/>
          </a:effectRef>
          <a:fontRef idx="minor">
            <a:schemeClr val="lt1"/>
          </a:fontRef>
        </p:style>
        <p:txBody>
          <a:bodyPr rot="0" spcFirstLastPara="1" vertOverflow="overflow" horzOverflow="overflow" vert="horz" wrap="square" lIns="50800" tIns="50800" rIns="50800" bIns="50800" numCol="1" spcCol="38100" rtlCol="0" anchor="ctr">
            <a:spAutoFit/>
          </a:bodyPr>
          <a:lstStyle/>
          <a:p>
            <a:pPr marL="182880" lvl="1" indent="0" algn="l">
              <a:lnSpc>
                <a:spcPct val="150000"/>
              </a:lnSpc>
            </a:pPr>
            <a:r>
              <a:rPr lang="zh-CN" altLang="en-US" sz="3200">
                <a:latin typeface="SimHei" panose="02010609060101010101" pitchFamily="49" charset="-122"/>
                <a:ea typeface="SimHei" panose="02010609060101010101" pitchFamily="49" charset="-122"/>
              </a:rPr>
              <a:t>结果</a:t>
            </a:r>
            <a:r>
              <a:rPr lang="zh-CN" altLang="en-US" sz="2800">
                <a:latin typeface="SimHei" panose="02010609060101010101" pitchFamily="49" charset="-122"/>
                <a:ea typeface="SimHei" panose="02010609060101010101" pitchFamily="49" charset="-122"/>
              </a:rPr>
              <a:t>：</a:t>
            </a:r>
            <a:endParaRPr lang="en-US" altLang="zh-CN" sz="2800">
              <a:latin typeface="SimHei" panose="02010609060101010101" pitchFamily="49" charset="-122"/>
              <a:ea typeface="SimHei" panose="02010609060101010101" pitchFamily="49" charset="-122"/>
            </a:endParaRPr>
          </a:p>
          <a:p>
            <a:pPr marL="182880" lvl="1" indent="0" algn="l">
              <a:lnSpc>
                <a:spcPct val="150000"/>
              </a:lnSpc>
            </a:pPr>
            <a:r>
              <a:rPr lang="zh-CN" altLang="en-US" sz="2800">
                <a:latin typeface="SimHei" panose="02010609060101010101" pitchFamily="49" charset="-122"/>
                <a:ea typeface="SimHei" panose="02010609060101010101" pitchFamily="49" charset="-122"/>
              </a:rPr>
              <a:t>放弃昂贵的小型机，大量廉价</a:t>
            </a:r>
            <a:r>
              <a:rPr lang="en-US" altLang="zh-CN" sz="2800">
                <a:latin typeface="SimHei" panose="02010609060101010101" pitchFamily="49" charset="-122"/>
                <a:ea typeface="SimHei" panose="02010609060101010101" pitchFamily="49" charset="-122"/>
              </a:rPr>
              <a:t>PC</a:t>
            </a:r>
            <a:r>
              <a:rPr lang="zh-CN" altLang="en-US" sz="2800">
                <a:latin typeface="SimHei" panose="02010609060101010101" pitchFamily="49" charset="-122"/>
                <a:ea typeface="SimHei" panose="02010609060101010101" pitchFamily="49" charset="-122"/>
              </a:rPr>
              <a:t>服务器被采用</a:t>
            </a:r>
            <a:endParaRPr lang="en-US" altLang="zh-CN" sz="2800">
              <a:latin typeface="SimHei" panose="02010609060101010101" pitchFamily="49" charset="-122"/>
              <a:ea typeface="SimHei" panose="02010609060101010101" pitchFamily="49" charset="-122"/>
            </a:endParaRPr>
          </a:p>
        </p:txBody>
      </p:sp>
    </p:spTree>
    <p:extLst>
      <p:ext uri="{BB962C8B-B14F-4D97-AF65-F5344CB8AC3E}">
        <p14:creationId xmlns:p14="http://schemas.microsoft.com/office/powerpoint/2010/main" val="570088773"/>
      </p:ext>
    </p:extLst>
  </p:cSld>
  <p:clrMapOvr>
    <a:masterClrMapping/>
  </p:clrMapOvr>
  <p:transition spd="slow"/>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941663" y="746672"/>
            <a:ext cx="10308674" cy="576263"/>
          </a:xfrm>
        </p:spPr>
        <p:txBody>
          <a:bodyPr>
            <a:noAutofit/>
          </a:bodyPr>
          <a:lstStyle/>
          <a:p>
            <a:r>
              <a:rPr lang="zh-CN" altLang="en-US">
                <a:solidFill>
                  <a:schemeClr val="tx2">
                    <a:lumMod val="75000"/>
                  </a:schemeClr>
                </a:solidFill>
                <a:latin typeface="Microsoft YaHei" panose="020B0503020204020204" pitchFamily="34" charset="-122"/>
                <a:ea typeface="Microsoft YaHei" panose="020B0503020204020204" pitchFamily="34" charset="-122"/>
              </a:rPr>
              <a:t>容器技术</a:t>
            </a:r>
            <a:endParaRPr lang="zh-CN" altLang="en-US" dirty="0">
              <a:solidFill>
                <a:schemeClr val="tx2">
                  <a:lumMod val="75000"/>
                </a:schemeClr>
              </a:solidFill>
              <a:latin typeface="Microsoft YaHei" panose="020B0503020204020204" pitchFamily="34" charset="-122"/>
              <a:ea typeface="Microsoft YaHei" panose="020B0503020204020204" pitchFamily="34" charset="-122"/>
            </a:endParaRPr>
          </a:p>
        </p:txBody>
      </p:sp>
      <p:sp>
        <p:nvSpPr>
          <p:cNvPr id="9" name="文本占位符 2">
            <a:extLst>
              <a:ext uri="{FF2B5EF4-FFF2-40B4-BE49-F238E27FC236}">
                <a16:creationId xmlns:a16="http://schemas.microsoft.com/office/drawing/2014/main" id="{58E168D5-34B6-4EE3-8DA9-9D24A4D8B47C}"/>
              </a:ext>
            </a:extLst>
          </p:cNvPr>
          <p:cNvSpPr>
            <a:spLocks noGrp="1"/>
          </p:cNvSpPr>
          <p:nvPr>
            <p:ph type="body" idx="1"/>
          </p:nvPr>
        </p:nvSpPr>
        <p:spPr>
          <a:xfrm>
            <a:off x="503140" y="1397666"/>
            <a:ext cx="7990477" cy="2780248"/>
          </a:xfrm>
        </p:spPr>
        <p:txBody>
          <a:bodyPr>
            <a:normAutofit/>
          </a:bodyPr>
          <a:lstStyle/>
          <a:p>
            <a:r>
              <a:rPr lang="zh-CN" altLang="en-US">
                <a:latin typeface="Microsoft YaHei" panose="020B0503020204020204" pitchFamily="34" charset="-122"/>
                <a:ea typeface="Microsoft YaHei" panose="020B0503020204020204" pitchFamily="34" charset="-122"/>
              </a:rPr>
              <a:t>不同语言依赖各自运行环境，自动化运维复杂度高，分布式技术无法解决此类问题。</a:t>
            </a:r>
            <a:endParaRPr lang="en-US" altLang="zh-CN">
              <a:latin typeface="Microsoft YaHei" panose="020B0503020204020204" pitchFamily="34" charset="-122"/>
              <a:ea typeface="Microsoft YaHei" panose="020B0503020204020204" pitchFamily="34" charset="-122"/>
            </a:endParaRPr>
          </a:p>
          <a:p>
            <a:r>
              <a:rPr lang="zh-CN" altLang="en-US">
                <a:latin typeface="Microsoft YaHei" panose="020B0503020204020204" pitchFamily="34" charset="-122"/>
                <a:ea typeface="Microsoft YaHei" panose="020B0503020204020204" pitchFamily="34" charset="-122"/>
              </a:rPr>
              <a:t>容器技术支持将应用和依赖封装到可移植环境，类似集装箱的封装</a:t>
            </a:r>
            <a:endParaRPr lang="en-US" altLang="zh-CN">
              <a:latin typeface="Microsoft YaHei" panose="020B0503020204020204" pitchFamily="34" charset="-122"/>
              <a:ea typeface="Microsoft YaHei" panose="020B0503020204020204" pitchFamily="34" charset="-122"/>
            </a:endParaRPr>
          </a:p>
        </p:txBody>
      </p:sp>
      <p:sp>
        <p:nvSpPr>
          <p:cNvPr id="5" name="TextBox 4">
            <a:extLst>
              <a:ext uri="{FF2B5EF4-FFF2-40B4-BE49-F238E27FC236}">
                <a16:creationId xmlns:a16="http://schemas.microsoft.com/office/drawing/2014/main" id="{17C61D85-29F7-4AD5-9C98-D3EE560CB97F}"/>
              </a:ext>
            </a:extLst>
          </p:cNvPr>
          <p:cNvSpPr txBox="1"/>
          <p:nvPr/>
        </p:nvSpPr>
        <p:spPr>
          <a:xfrm>
            <a:off x="7537018" y="3179191"/>
            <a:ext cx="5122730" cy="2780248"/>
          </a:xfrm>
          <a:prstGeom prst="rect">
            <a:avLst/>
          </a:prstGeom>
          <a:solidFill>
            <a:schemeClr val="accent6">
              <a:lumMod val="75000"/>
              <a:alpha val="50000"/>
            </a:schemeClr>
          </a:solidFill>
          <a:ln>
            <a:solidFill>
              <a:srgbClr val="0099FF"/>
            </a:solidFill>
          </a:ln>
          <a:effectLst>
            <a:softEdge rad="127000"/>
          </a:effectLst>
          <a:scene3d>
            <a:camera prst="isometricRightUp"/>
            <a:lightRig rig="threePt" dir="t"/>
          </a:scene3d>
        </p:spPr>
        <p:style>
          <a:lnRef idx="0">
            <a:scrgbClr r="0" g="0" b="0"/>
          </a:lnRef>
          <a:fillRef idx="0">
            <a:scrgbClr r="0" g="0" b="0"/>
          </a:fillRef>
          <a:effectRef idx="0">
            <a:scrgbClr r="0" g="0" b="0"/>
          </a:effectRef>
          <a:fontRef idx="minor">
            <a:schemeClr val="lt1"/>
          </a:fontRef>
        </p:style>
        <p:txBody>
          <a:bodyPr rot="0" spcFirstLastPara="1" vertOverflow="overflow" horzOverflow="overflow" vert="horz" wrap="square" lIns="50800" tIns="50800" rIns="50800" bIns="50800" numCol="1" spcCol="38100" rtlCol="0" anchor="ctr">
            <a:spAutoFit/>
          </a:bodyPr>
          <a:lstStyle/>
          <a:p>
            <a:pPr marL="182880" lvl="1" indent="0" algn="l">
              <a:lnSpc>
                <a:spcPct val="150000"/>
              </a:lnSpc>
            </a:pPr>
            <a:r>
              <a:rPr lang="zh-CN" altLang="en-US" sz="3200">
                <a:latin typeface="SimHei" panose="02010609060101010101" pitchFamily="49" charset="-122"/>
                <a:ea typeface="SimHei" panose="02010609060101010101" pitchFamily="49" charset="-122"/>
              </a:rPr>
              <a:t>结果</a:t>
            </a:r>
            <a:r>
              <a:rPr lang="zh-CN" altLang="en-US" sz="2800">
                <a:latin typeface="SimHei" panose="02010609060101010101" pitchFamily="49" charset="-122"/>
                <a:ea typeface="SimHei" panose="02010609060101010101" pitchFamily="49" charset="-122"/>
              </a:rPr>
              <a:t>：</a:t>
            </a:r>
            <a:endParaRPr lang="en-US" altLang="zh-CN" sz="2800">
              <a:latin typeface="SimHei" panose="02010609060101010101" pitchFamily="49" charset="-122"/>
              <a:ea typeface="SimHei" panose="02010609060101010101" pitchFamily="49" charset="-122"/>
            </a:endParaRPr>
          </a:p>
          <a:p>
            <a:pPr marL="182880" lvl="1" indent="0" algn="l">
              <a:lnSpc>
                <a:spcPct val="150000"/>
              </a:lnSpc>
            </a:pPr>
            <a:r>
              <a:rPr lang="zh-CN" altLang="en-US" sz="2800">
                <a:latin typeface="SimHei" panose="02010609060101010101" pitchFamily="49" charset="-122"/>
                <a:ea typeface="SimHei" panose="02010609060101010101" pitchFamily="49" charset="-122"/>
              </a:rPr>
              <a:t>标准化的开发和运维，异构环境被透明化</a:t>
            </a:r>
            <a:endParaRPr lang="en-US" altLang="zh-CN" sz="2800">
              <a:latin typeface="SimHei" panose="02010609060101010101" pitchFamily="49" charset="-122"/>
              <a:ea typeface="SimHei" panose="02010609060101010101" pitchFamily="49" charset="-122"/>
            </a:endParaRPr>
          </a:p>
          <a:p>
            <a:pPr marL="182880" lvl="1" indent="0" algn="l">
              <a:lnSpc>
                <a:spcPct val="150000"/>
              </a:lnSpc>
            </a:pPr>
            <a:r>
              <a:rPr lang="zh-CN" altLang="en-US" sz="2800">
                <a:latin typeface="SimHei" panose="02010609060101010101" pitchFamily="49" charset="-122"/>
                <a:ea typeface="SimHei" panose="02010609060101010101" pitchFamily="49" charset="-122"/>
              </a:rPr>
              <a:t>微服务架构到来</a:t>
            </a:r>
            <a:endParaRPr lang="en-US" altLang="zh-CN" sz="2800">
              <a:latin typeface="SimHei" panose="02010609060101010101" pitchFamily="49" charset="-122"/>
              <a:ea typeface="SimHei" panose="02010609060101010101" pitchFamily="49" charset="-122"/>
            </a:endParaRPr>
          </a:p>
        </p:txBody>
      </p:sp>
    </p:spTree>
    <p:extLst>
      <p:ext uri="{BB962C8B-B14F-4D97-AF65-F5344CB8AC3E}">
        <p14:creationId xmlns:p14="http://schemas.microsoft.com/office/powerpoint/2010/main" val="143533965"/>
      </p:ext>
    </p:extLst>
  </p:cSld>
  <p:clrMapOvr>
    <a:masterClrMapping/>
  </p:clrMapOvr>
  <p:transition spd="slow"/>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160604" y="720996"/>
            <a:ext cx="9870792" cy="576263"/>
          </a:xfrm>
        </p:spPr>
        <p:txBody>
          <a:bodyPr>
            <a:noAutofit/>
          </a:bodyPr>
          <a:lstStyle/>
          <a:p>
            <a:r>
              <a:rPr lang="zh-CN" altLang="en-US">
                <a:solidFill>
                  <a:schemeClr val="tx2">
                    <a:lumMod val="75000"/>
                  </a:schemeClr>
                </a:solidFill>
                <a:latin typeface="Microsoft YaHei" panose="020B0503020204020204" pitchFamily="34" charset="-122"/>
                <a:ea typeface="Microsoft YaHei" panose="020B0503020204020204" pitchFamily="34" charset="-122"/>
              </a:rPr>
              <a:t>微服务架构</a:t>
            </a:r>
            <a:endParaRPr lang="zh-CN" altLang="en-US" dirty="0">
              <a:solidFill>
                <a:schemeClr val="tx2">
                  <a:lumMod val="75000"/>
                </a:schemeClr>
              </a:solidFill>
              <a:latin typeface="Microsoft YaHei" panose="020B0503020204020204" pitchFamily="34" charset="-122"/>
              <a:ea typeface="Microsoft YaHei" panose="020B0503020204020204" pitchFamily="34" charset="-122"/>
            </a:endParaRPr>
          </a:p>
        </p:txBody>
      </p:sp>
      <p:sp>
        <p:nvSpPr>
          <p:cNvPr id="9" name="文本占位符 2">
            <a:extLst>
              <a:ext uri="{FF2B5EF4-FFF2-40B4-BE49-F238E27FC236}">
                <a16:creationId xmlns:a16="http://schemas.microsoft.com/office/drawing/2014/main" id="{58E168D5-34B6-4EE3-8DA9-9D24A4D8B47C}"/>
              </a:ext>
            </a:extLst>
          </p:cNvPr>
          <p:cNvSpPr>
            <a:spLocks noGrp="1"/>
          </p:cNvSpPr>
          <p:nvPr>
            <p:ph type="body" idx="1"/>
          </p:nvPr>
        </p:nvSpPr>
        <p:spPr>
          <a:xfrm>
            <a:off x="483821" y="1460153"/>
            <a:ext cx="9040106" cy="2051280"/>
          </a:xfrm>
        </p:spPr>
        <p:txBody>
          <a:bodyPr>
            <a:normAutofit/>
          </a:bodyPr>
          <a:lstStyle/>
          <a:p>
            <a:r>
              <a:rPr lang="zh-CN" altLang="en-US">
                <a:latin typeface="Microsoft YaHei" panose="020B0503020204020204" pitchFamily="34" charset="-122"/>
                <a:ea typeface="Microsoft YaHei" panose="020B0503020204020204" pitchFamily="34" charset="-122"/>
              </a:rPr>
              <a:t>服务运行在被隔离的进程中，轻量级机制实现服务间通讯，围绕业务能力构建且可通过全自动化部署机制独立部署，支持不同语言开发，不同数据存储技术</a:t>
            </a:r>
            <a:endParaRPr lang="en-US" altLang="zh-CN">
              <a:latin typeface="Microsoft YaHei" panose="020B0503020204020204" pitchFamily="34" charset="-122"/>
              <a:ea typeface="Microsoft YaHei" panose="020B0503020204020204" pitchFamily="34" charset="-122"/>
            </a:endParaRPr>
          </a:p>
        </p:txBody>
      </p:sp>
      <p:sp>
        <p:nvSpPr>
          <p:cNvPr id="5" name="TextBox 4">
            <a:extLst>
              <a:ext uri="{FF2B5EF4-FFF2-40B4-BE49-F238E27FC236}">
                <a16:creationId xmlns:a16="http://schemas.microsoft.com/office/drawing/2014/main" id="{17C61D85-29F7-4AD5-9C98-D3EE560CB97F}"/>
              </a:ext>
            </a:extLst>
          </p:cNvPr>
          <p:cNvSpPr txBox="1"/>
          <p:nvPr/>
        </p:nvSpPr>
        <p:spPr>
          <a:xfrm>
            <a:off x="7760646" y="3674327"/>
            <a:ext cx="4148857" cy="2780248"/>
          </a:xfrm>
          <a:prstGeom prst="rect">
            <a:avLst/>
          </a:prstGeom>
          <a:solidFill>
            <a:schemeClr val="accent5">
              <a:lumMod val="40000"/>
              <a:lumOff val="60000"/>
              <a:alpha val="50000"/>
            </a:schemeClr>
          </a:solidFill>
          <a:ln>
            <a:noFill/>
          </a:ln>
          <a:effectLst>
            <a:outerShdw blurRad="44450" dist="27940" dir="5400000" algn="ctr">
              <a:srgbClr val="000000">
                <a:alpha val="32000"/>
              </a:srgbClr>
            </a:outerShdw>
            <a:softEdge rad="127000"/>
          </a:effectLst>
          <a:scene3d>
            <a:camera prst="orthographicFront">
              <a:rot lat="0" lon="0" rev="0"/>
            </a:camera>
            <a:lightRig rig="balanced" dir="t">
              <a:rot lat="0" lon="0" rev="8700000"/>
            </a:lightRig>
          </a:scene3d>
          <a:sp3d>
            <a:bevelT w="190500" h="38100" prst="softRound"/>
          </a:sp3d>
        </p:spPr>
        <p:style>
          <a:lnRef idx="0">
            <a:scrgbClr r="0" g="0" b="0"/>
          </a:lnRef>
          <a:fillRef idx="0">
            <a:scrgbClr r="0" g="0" b="0"/>
          </a:fillRef>
          <a:effectRef idx="0">
            <a:scrgbClr r="0" g="0" b="0"/>
          </a:effectRef>
          <a:fontRef idx="minor">
            <a:schemeClr val="lt1"/>
          </a:fontRef>
        </p:style>
        <p:txBody>
          <a:bodyPr rot="0" spcFirstLastPara="1" vertOverflow="overflow" horzOverflow="overflow" vert="horz" wrap="square" lIns="50800" tIns="50800" rIns="50800" bIns="50800" numCol="1" spcCol="38100" rtlCol="0" anchor="ctr">
            <a:spAutoFit/>
          </a:bodyPr>
          <a:lstStyle/>
          <a:p>
            <a:pPr marL="640080" lvl="1" indent="-457200" algn="l">
              <a:lnSpc>
                <a:spcPct val="150000"/>
              </a:lnSpc>
              <a:buFont typeface="Wingdings" panose="05000000000000000000" pitchFamily="2" charset="2"/>
              <a:buChar char="v"/>
            </a:pPr>
            <a:r>
              <a:rPr lang="zh-CN" altLang="en-US" sz="3200">
                <a:latin typeface="SimHei" panose="02010609060101010101" pitchFamily="49" charset="-122"/>
                <a:ea typeface="SimHei" panose="02010609060101010101" pitchFamily="49" charset="-122"/>
              </a:rPr>
              <a:t>可扩展</a:t>
            </a:r>
            <a:endParaRPr lang="en-US" altLang="zh-CN" sz="2800">
              <a:latin typeface="SimHei" panose="02010609060101010101" pitchFamily="49" charset="-122"/>
              <a:ea typeface="SimHei" panose="02010609060101010101" pitchFamily="49" charset="-122"/>
            </a:endParaRPr>
          </a:p>
          <a:p>
            <a:pPr marL="640080" lvl="1" indent="-457200" algn="l">
              <a:lnSpc>
                <a:spcPct val="150000"/>
              </a:lnSpc>
              <a:buFont typeface="Wingdings" panose="05000000000000000000" pitchFamily="2" charset="2"/>
              <a:buChar char="v"/>
            </a:pPr>
            <a:r>
              <a:rPr lang="zh-CN" altLang="en-US" sz="2800">
                <a:latin typeface="SimHei" panose="02010609060101010101" pitchFamily="49" charset="-122"/>
                <a:ea typeface="SimHei" panose="02010609060101010101" pitchFamily="49" charset="-122"/>
              </a:rPr>
              <a:t>可升级</a:t>
            </a:r>
            <a:endParaRPr lang="en-US" altLang="zh-CN" sz="2800">
              <a:latin typeface="SimHei" panose="02010609060101010101" pitchFamily="49" charset="-122"/>
              <a:ea typeface="SimHei" panose="02010609060101010101" pitchFamily="49" charset="-122"/>
            </a:endParaRPr>
          </a:p>
          <a:p>
            <a:pPr marL="640080" lvl="1" indent="-457200" algn="l">
              <a:lnSpc>
                <a:spcPct val="150000"/>
              </a:lnSpc>
              <a:buFont typeface="Wingdings" panose="05000000000000000000" pitchFamily="2" charset="2"/>
              <a:buChar char="v"/>
            </a:pPr>
            <a:r>
              <a:rPr lang="zh-CN" altLang="en-US" sz="2800">
                <a:latin typeface="SimHei" panose="02010609060101010101" pitchFamily="49" charset="-122"/>
                <a:ea typeface="SimHei" panose="02010609060101010101" pitchFamily="49" charset="-122"/>
              </a:rPr>
              <a:t>易维护</a:t>
            </a:r>
            <a:endParaRPr lang="en-US" altLang="zh-CN" sz="2800">
              <a:latin typeface="SimHei" panose="02010609060101010101" pitchFamily="49" charset="-122"/>
              <a:ea typeface="SimHei" panose="02010609060101010101" pitchFamily="49" charset="-122"/>
            </a:endParaRPr>
          </a:p>
          <a:p>
            <a:pPr marL="640080" lvl="1" indent="-457200" algn="l">
              <a:lnSpc>
                <a:spcPct val="150000"/>
              </a:lnSpc>
              <a:buFont typeface="Wingdings" panose="05000000000000000000" pitchFamily="2" charset="2"/>
              <a:buChar char="v"/>
            </a:pPr>
            <a:r>
              <a:rPr lang="zh-CN" altLang="en-US" sz="2800">
                <a:latin typeface="SimHei" panose="02010609060101010101" pitchFamily="49" charset="-122"/>
                <a:ea typeface="SimHei" panose="02010609060101010101" pitchFamily="49" charset="-122"/>
              </a:rPr>
              <a:t>故障和资源隔离</a:t>
            </a:r>
            <a:endParaRPr lang="en-US" altLang="zh-CN" sz="2800">
              <a:latin typeface="SimHei" panose="02010609060101010101" pitchFamily="49" charset="-122"/>
              <a:ea typeface="SimHei" panose="02010609060101010101" pitchFamily="49" charset="-122"/>
            </a:endParaRPr>
          </a:p>
        </p:txBody>
      </p:sp>
    </p:spTree>
    <p:extLst>
      <p:ext uri="{BB962C8B-B14F-4D97-AF65-F5344CB8AC3E}">
        <p14:creationId xmlns:p14="http://schemas.microsoft.com/office/powerpoint/2010/main" val="2742439162"/>
      </p:ext>
    </p:extLst>
  </p:cSld>
  <p:clrMapOvr>
    <a:masterClrMapping/>
  </p:clrMapOvr>
  <p:transition spd="slow"/>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263450" y="709489"/>
            <a:ext cx="8369299" cy="576263"/>
          </a:xfrm>
        </p:spPr>
        <p:txBody>
          <a:bodyPr>
            <a:noAutofit/>
          </a:bodyPr>
          <a:lstStyle/>
          <a:p>
            <a:r>
              <a:rPr lang="zh-CN" altLang="en-US">
                <a:solidFill>
                  <a:schemeClr val="tx2">
                    <a:lumMod val="75000"/>
                  </a:schemeClr>
                </a:solidFill>
                <a:latin typeface="Microsoft YaHei" panose="020B0503020204020204" pitchFamily="34" charset="-122"/>
                <a:ea typeface="Microsoft YaHei" panose="020B0503020204020204" pitchFamily="34" charset="-122"/>
              </a:rPr>
              <a:t>金融</a:t>
            </a:r>
            <a:r>
              <a:rPr lang="en-US" altLang="zh-CN">
                <a:solidFill>
                  <a:schemeClr val="tx2">
                    <a:lumMod val="75000"/>
                  </a:schemeClr>
                </a:solidFill>
                <a:latin typeface="Microsoft YaHei" panose="020B0503020204020204" pitchFamily="34" charset="-122"/>
                <a:ea typeface="Microsoft YaHei" panose="020B0503020204020204" pitchFamily="34" charset="-122"/>
              </a:rPr>
              <a:t>SaaS</a:t>
            </a:r>
            <a:r>
              <a:rPr lang="zh-CN" altLang="en-US">
                <a:solidFill>
                  <a:schemeClr val="tx2">
                    <a:lumMod val="75000"/>
                  </a:schemeClr>
                </a:solidFill>
                <a:latin typeface="Microsoft YaHei" panose="020B0503020204020204" pitchFamily="34" charset="-122"/>
                <a:ea typeface="Microsoft YaHei" panose="020B0503020204020204" pitchFamily="34" charset="-122"/>
              </a:rPr>
              <a:t>产品架构</a:t>
            </a:r>
            <a:endParaRPr lang="zh-CN" altLang="en-US" dirty="0">
              <a:solidFill>
                <a:schemeClr val="tx2">
                  <a:lumMod val="75000"/>
                </a:schemeClr>
              </a:solidFill>
              <a:latin typeface="Microsoft YaHei" panose="020B0503020204020204" pitchFamily="34" charset="-122"/>
              <a:ea typeface="Microsoft YaHei" panose="020B0503020204020204" pitchFamily="34" charset="-122"/>
            </a:endParaRPr>
          </a:p>
        </p:txBody>
      </p:sp>
      <p:pic>
        <p:nvPicPr>
          <p:cNvPr id="16" name="Picture 15">
            <a:extLst>
              <a:ext uri="{FF2B5EF4-FFF2-40B4-BE49-F238E27FC236}">
                <a16:creationId xmlns:a16="http://schemas.microsoft.com/office/drawing/2014/main" id="{A084CFBA-4B0B-4411-BB78-96F848625684}"/>
              </a:ext>
            </a:extLst>
          </p:cNvPr>
          <p:cNvPicPr>
            <a:picLocks noChangeAspect="1"/>
          </p:cNvPicPr>
          <p:nvPr/>
        </p:nvPicPr>
        <p:blipFill>
          <a:blip r:embed="rId3"/>
          <a:stretch>
            <a:fillRect/>
          </a:stretch>
        </p:blipFill>
        <p:spPr>
          <a:xfrm>
            <a:off x="946597" y="1285752"/>
            <a:ext cx="10708783" cy="5398383"/>
          </a:xfrm>
          <a:prstGeom prst="rect">
            <a:avLst/>
          </a:prstGeom>
        </p:spPr>
      </p:pic>
    </p:spTree>
    <p:extLst>
      <p:ext uri="{BB962C8B-B14F-4D97-AF65-F5344CB8AC3E}">
        <p14:creationId xmlns:p14="http://schemas.microsoft.com/office/powerpoint/2010/main" val="2279358447"/>
      </p:ext>
    </p:extLst>
  </p:cSld>
  <p:clrMapOvr>
    <a:masterClrMapping/>
  </p:clrMapOvr>
  <p:transition spd="slow"/>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Rectangle 23">
            <a:extLst>
              <a:ext uri="{FF2B5EF4-FFF2-40B4-BE49-F238E27FC236}">
                <a16:creationId xmlns:a16="http://schemas.microsoft.com/office/drawing/2014/main" id="{0E22BEEF-37DB-1A4E-851D-3E74BBA8C460}"/>
              </a:ext>
            </a:extLst>
          </p:cNvPr>
          <p:cNvSpPr/>
          <p:nvPr/>
        </p:nvSpPr>
        <p:spPr>
          <a:xfrm>
            <a:off x="428439" y="1732601"/>
            <a:ext cx="11462241" cy="1384300"/>
          </a:xfrm>
          <a:prstGeom prst="rect">
            <a:avLst/>
          </a:prstGeom>
          <a:solidFill>
            <a:schemeClr val="bg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CN" sz="3200" b="0" i="0" u="none" strike="noStrike" cap="none" spc="0" normalizeH="0" baseline="0">
              <a:ln>
                <a:noFill/>
              </a:ln>
              <a:solidFill>
                <a:srgbClr val="FFFFFF"/>
              </a:solidFill>
              <a:effectLst/>
              <a:uFillTx/>
              <a:latin typeface="+mn-lt"/>
              <a:ea typeface="+mn-ea"/>
              <a:cs typeface="+mn-cs"/>
              <a:sym typeface="Helvetica Light"/>
            </a:endParaRPr>
          </a:p>
        </p:txBody>
      </p:sp>
      <p:sp>
        <p:nvSpPr>
          <p:cNvPr id="2" name="标题 1"/>
          <p:cNvSpPr>
            <a:spLocks noGrp="1"/>
          </p:cNvSpPr>
          <p:nvPr>
            <p:ph type="title"/>
          </p:nvPr>
        </p:nvSpPr>
        <p:spPr>
          <a:xfrm>
            <a:off x="1289208" y="623600"/>
            <a:ext cx="8369299" cy="576263"/>
          </a:xfrm>
        </p:spPr>
        <p:txBody>
          <a:bodyPr>
            <a:noAutofit/>
          </a:bodyPr>
          <a:lstStyle/>
          <a:p>
            <a:r>
              <a:rPr lang="zh-CN" altLang="en-US">
                <a:solidFill>
                  <a:schemeClr val="tx2">
                    <a:lumMod val="75000"/>
                  </a:schemeClr>
                </a:solidFill>
                <a:latin typeface="Microsoft YaHei" panose="020B0503020204020204" pitchFamily="34" charset="-122"/>
                <a:ea typeface="Microsoft YaHei" panose="020B0503020204020204" pitchFamily="34" charset="-122"/>
              </a:rPr>
              <a:t>金融</a:t>
            </a:r>
            <a:r>
              <a:rPr lang="en-US" altLang="zh-CN">
                <a:solidFill>
                  <a:schemeClr val="tx2">
                    <a:lumMod val="75000"/>
                  </a:schemeClr>
                </a:solidFill>
                <a:latin typeface="Microsoft YaHei" panose="020B0503020204020204" pitchFamily="34" charset="-122"/>
                <a:ea typeface="Microsoft YaHei" panose="020B0503020204020204" pitchFamily="34" charset="-122"/>
              </a:rPr>
              <a:t>SaaS</a:t>
            </a:r>
            <a:r>
              <a:rPr lang="zh-CN" altLang="en-US">
                <a:solidFill>
                  <a:schemeClr val="tx2">
                    <a:lumMod val="75000"/>
                  </a:schemeClr>
                </a:solidFill>
                <a:latin typeface="Microsoft YaHei" panose="020B0503020204020204" pitchFamily="34" charset="-122"/>
                <a:ea typeface="Microsoft YaHei" panose="020B0503020204020204" pitchFamily="34" charset="-122"/>
              </a:rPr>
              <a:t>全局技术架构</a:t>
            </a:r>
            <a:endParaRPr lang="zh-CN" altLang="en-US" dirty="0">
              <a:solidFill>
                <a:schemeClr val="tx2">
                  <a:lumMod val="75000"/>
                </a:schemeClr>
              </a:solidFill>
              <a:latin typeface="Microsoft YaHei" panose="020B0503020204020204" pitchFamily="34" charset="-122"/>
              <a:ea typeface="Microsoft YaHei" panose="020B0503020204020204" pitchFamily="34" charset="-122"/>
            </a:endParaRPr>
          </a:p>
        </p:txBody>
      </p:sp>
      <p:pic>
        <p:nvPicPr>
          <p:cNvPr id="4" name="图片 3">
            <a:extLst>
              <a:ext uri="{FF2B5EF4-FFF2-40B4-BE49-F238E27FC236}">
                <a16:creationId xmlns:a16="http://schemas.microsoft.com/office/drawing/2014/main" id="{F90FD0AF-C3D0-4167-8B05-7A934823D6B4}"/>
              </a:ext>
            </a:extLst>
          </p:cNvPr>
          <p:cNvPicPr>
            <a:picLocks noChangeAspect="1"/>
          </p:cNvPicPr>
          <p:nvPr/>
        </p:nvPicPr>
        <p:blipFill>
          <a:blip r:embed="rId3"/>
          <a:stretch>
            <a:fillRect/>
          </a:stretch>
        </p:blipFill>
        <p:spPr>
          <a:xfrm>
            <a:off x="379160" y="3169586"/>
            <a:ext cx="11560800" cy="1936212"/>
          </a:xfrm>
          <a:prstGeom prst="rect">
            <a:avLst/>
          </a:prstGeom>
        </p:spPr>
      </p:pic>
      <p:pic>
        <p:nvPicPr>
          <p:cNvPr id="6" name="图片 2">
            <a:extLst>
              <a:ext uri="{FF2B5EF4-FFF2-40B4-BE49-F238E27FC236}">
                <a16:creationId xmlns:a16="http://schemas.microsoft.com/office/drawing/2014/main" id="{B348B11B-6B75-4618-A883-3E41A924B014}"/>
              </a:ext>
            </a:extLst>
          </p:cNvPr>
          <p:cNvPicPr>
            <a:picLocks noChangeAspect="1"/>
          </p:cNvPicPr>
          <p:nvPr/>
        </p:nvPicPr>
        <p:blipFill>
          <a:blip r:embed="rId4"/>
          <a:stretch>
            <a:fillRect/>
          </a:stretch>
        </p:blipFill>
        <p:spPr>
          <a:xfrm>
            <a:off x="409843" y="5188886"/>
            <a:ext cx="11499432" cy="1401114"/>
          </a:xfrm>
          <a:prstGeom prst="rect">
            <a:avLst/>
          </a:prstGeom>
        </p:spPr>
      </p:pic>
      <p:sp>
        <p:nvSpPr>
          <p:cNvPr id="3" name="Rectangle 2">
            <a:extLst>
              <a:ext uri="{FF2B5EF4-FFF2-40B4-BE49-F238E27FC236}">
                <a16:creationId xmlns:a16="http://schemas.microsoft.com/office/drawing/2014/main" id="{77BB9318-FC85-2443-889B-C5680BF619AD}"/>
              </a:ext>
            </a:extLst>
          </p:cNvPr>
          <p:cNvSpPr/>
          <p:nvPr/>
        </p:nvSpPr>
        <p:spPr>
          <a:xfrm>
            <a:off x="1917700" y="2019584"/>
            <a:ext cx="1257300" cy="318036"/>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lang="en-CN" sz="1400">
                <a:solidFill>
                  <a:srgbClr val="FFFFFF"/>
                </a:solidFill>
              </a:rPr>
              <a:t>用户中心</a:t>
            </a:r>
            <a:endParaRPr kumimoji="0" lang="en-CN" sz="1400" b="0" i="0" u="none" strike="noStrike" cap="none" spc="0" normalizeH="0" baseline="0">
              <a:ln>
                <a:noFill/>
              </a:ln>
              <a:solidFill>
                <a:srgbClr val="FFFFFF"/>
              </a:solidFill>
              <a:effectLst/>
              <a:uFillTx/>
              <a:latin typeface="+mn-lt"/>
              <a:ea typeface="+mn-ea"/>
              <a:cs typeface="+mn-cs"/>
              <a:sym typeface="Helvetica Light"/>
            </a:endParaRPr>
          </a:p>
        </p:txBody>
      </p:sp>
      <p:sp>
        <p:nvSpPr>
          <p:cNvPr id="7" name="Rectangle 6">
            <a:extLst>
              <a:ext uri="{FF2B5EF4-FFF2-40B4-BE49-F238E27FC236}">
                <a16:creationId xmlns:a16="http://schemas.microsoft.com/office/drawing/2014/main" id="{85B44FE0-592D-3649-936A-A0F04F750A4E}"/>
              </a:ext>
            </a:extLst>
          </p:cNvPr>
          <p:cNvSpPr/>
          <p:nvPr/>
        </p:nvSpPr>
        <p:spPr>
          <a:xfrm>
            <a:off x="3225800" y="2019584"/>
            <a:ext cx="1257300" cy="318036"/>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lang="en-CN" sz="1400">
                <a:solidFill>
                  <a:srgbClr val="FFFFFF"/>
                </a:solidFill>
              </a:rPr>
              <a:t>账号系统</a:t>
            </a:r>
            <a:endParaRPr kumimoji="0" lang="en-CN" sz="1400" b="0" i="0" u="none" strike="noStrike" cap="none" spc="0" normalizeH="0" baseline="0">
              <a:ln>
                <a:noFill/>
              </a:ln>
              <a:solidFill>
                <a:srgbClr val="FFFFFF"/>
              </a:solidFill>
              <a:effectLst/>
              <a:uFillTx/>
              <a:latin typeface="+mn-lt"/>
              <a:ea typeface="+mn-ea"/>
              <a:cs typeface="+mn-cs"/>
              <a:sym typeface="Helvetica Light"/>
            </a:endParaRPr>
          </a:p>
        </p:txBody>
      </p:sp>
      <p:sp>
        <p:nvSpPr>
          <p:cNvPr id="8" name="Rectangle 7">
            <a:extLst>
              <a:ext uri="{FF2B5EF4-FFF2-40B4-BE49-F238E27FC236}">
                <a16:creationId xmlns:a16="http://schemas.microsoft.com/office/drawing/2014/main" id="{595113C5-94D4-5A45-93C9-768BF5E18F36}"/>
              </a:ext>
            </a:extLst>
          </p:cNvPr>
          <p:cNvSpPr/>
          <p:nvPr/>
        </p:nvSpPr>
        <p:spPr>
          <a:xfrm>
            <a:off x="4533900" y="2025666"/>
            <a:ext cx="1257300" cy="318036"/>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CN" sz="1400" b="0" i="0" u="none" strike="noStrike" cap="none" spc="0" normalizeH="0" baseline="0">
                <a:ln>
                  <a:noFill/>
                </a:ln>
                <a:solidFill>
                  <a:srgbClr val="FFFFFF"/>
                </a:solidFill>
                <a:effectLst/>
                <a:uFillTx/>
                <a:latin typeface="+mn-lt"/>
                <a:ea typeface="+mn-ea"/>
                <a:cs typeface="+mn-cs"/>
                <a:sym typeface="Helvetica Light"/>
              </a:rPr>
              <a:t>交易中心</a:t>
            </a:r>
          </a:p>
        </p:txBody>
      </p:sp>
      <p:sp>
        <p:nvSpPr>
          <p:cNvPr id="9" name="Rectangle 8">
            <a:extLst>
              <a:ext uri="{FF2B5EF4-FFF2-40B4-BE49-F238E27FC236}">
                <a16:creationId xmlns:a16="http://schemas.microsoft.com/office/drawing/2014/main" id="{8F05C138-E9FE-6647-80A2-DD5F9F68C86B}"/>
              </a:ext>
            </a:extLst>
          </p:cNvPr>
          <p:cNvSpPr/>
          <p:nvPr/>
        </p:nvSpPr>
        <p:spPr>
          <a:xfrm>
            <a:off x="5842000" y="2019584"/>
            <a:ext cx="1257300" cy="318036"/>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CN" sz="1400" b="0" i="0" u="none" strike="noStrike" cap="none" spc="0" normalizeH="0" baseline="0">
                <a:ln>
                  <a:noFill/>
                </a:ln>
                <a:solidFill>
                  <a:srgbClr val="FFFFFF"/>
                </a:solidFill>
                <a:effectLst/>
                <a:uFillTx/>
                <a:latin typeface="+mn-lt"/>
                <a:ea typeface="+mn-ea"/>
                <a:cs typeface="+mn-cs"/>
                <a:sym typeface="Helvetica Light"/>
              </a:rPr>
              <a:t>支付中心</a:t>
            </a:r>
          </a:p>
        </p:txBody>
      </p:sp>
      <p:sp>
        <p:nvSpPr>
          <p:cNvPr id="10" name="Rectangle 9">
            <a:extLst>
              <a:ext uri="{FF2B5EF4-FFF2-40B4-BE49-F238E27FC236}">
                <a16:creationId xmlns:a16="http://schemas.microsoft.com/office/drawing/2014/main" id="{CE7F1D8C-A108-B943-B408-DED420DB48A4}"/>
              </a:ext>
            </a:extLst>
          </p:cNvPr>
          <p:cNvSpPr/>
          <p:nvPr/>
        </p:nvSpPr>
        <p:spPr>
          <a:xfrm>
            <a:off x="5842000" y="2440345"/>
            <a:ext cx="1257300" cy="318036"/>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CN" sz="1400" b="0" i="0" u="none" strike="noStrike" cap="none" spc="0" normalizeH="0" baseline="0">
                <a:ln>
                  <a:noFill/>
                </a:ln>
                <a:solidFill>
                  <a:srgbClr val="FFFFFF"/>
                </a:solidFill>
                <a:effectLst/>
                <a:uFillTx/>
                <a:latin typeface="+mn-lt"/>
                <a:ea typeface="+mn-ea"/>
                <a:cs typeface="+mn-cs"/>
                <a:sym typeface="Helvetica Light"/>
              </a:rPr>
              <a:t>机构管理</a:t>
            </a:r>
          </a:p>
        </p:txBody>
      </p:sp>
      <p:sp>
        <p:nvSpPr>
          <p:cNvPr id="11" name="Rectangle 10">
            <a:extLst>
              <a:ext uri="{FF2B5EF4-FFF2-40B4-BE49-F238E27FC236}">
                <a16:creationId xmlns:a16="http://schemas.microsoft.com/office/drawing/2014/main" id="{CD721931-AA43-5940-8352-539ADC799F99}"/>
              </a:ext>
            </a:extLst>
          </p:cNvPr>
          <p:cNvSpPr/>
          <p:nvPr/>
        </p:nvSpPr>
        <p:spPr>
          <a:xfrm>
            <a:off x="7200900" y="2019584"/>
            <a:ext cx="1257300" cy="318036"/>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CN" sz="1400" b="0" i="0" u="none" strike="noStrike" cap="none" spc="0" normalizeH="0" baseline="0">
                <a:ln>
                  <a:noFill/>
                </a:ln>
                <a:solidFill>
                  <a:srgbClr val="FFFFFF"/>
                </a:solidFill>
                <a:effectLst/>
                <a:uFillTx/>
                <a:latin typeface="+mn-lt"/>
                <a:ea typeface="+mn-ea"/>
                <a:cs typeface="+mn-cs"/>
                <a:sym typeface="Helvetica Light"/>
              </a:rPr>
              <a:t>产品管理</a:t>
            </a:r>
          </a:p>
        </p:txBody>
      </p:sp>
      <p:sp>
        <p:nvSpPr>
          <p:cNvPr id="12" name="Rectangle 11">
            <a:extLst>
              <a:ext uri="{FF2B5EF4-FFF2-40B4-BE49-F238E27FC236}">
                <a16:creationId xmlns:a16="http://schemas.microsoft.com/office/drawing/2014/main" id="{D6A53216-E5F6-C344-BD46-B40898561A74}"/>
              </a:ext>
            </a:extLst>
          </p:cNvPr>
          <p:cNvSpPr/>
          <p:nvPr/>
        </p:nvSpPr>
        <p:spPr>
          <a:xfrm>
            <a:off x="609600" y="2434186"/>
            <a:ext cx="1257300" cy="318036"/>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CN" sz="1400" b="0" i="0" u="none" strike="noStrike" cap="none" spc="0" normalizeH="0" baseline="0">
                <a:ln>
                  <a:noFill/>
                </a:ln>
                <a:solidFill>
                  <a:srgbClr val="FFFFFF"/>
                </a:solidFill>
                <a:effectLst/>
                <a:uFillTx/>
                <a:latin typeface="+mn-lt"/>
                <a:ea typeface="+mn-ea"/>
                <a:cs typeface="+mn-cs"/>
                <a:sym typeface="Helvetica Light"/>
              </a:rPr>
              <a:t>流程控制中心</a:t>
            </a:r>
          </a:p>
        </p:txBody>
      </p:sp>
      <p:sp>
        <p:nvSpPr>
          <p:cNvPr id="13" name="Rectangle 12">
            <a:extLst>
              <a:ext uri="{FF2B5EF4-FFF2-40B4-BE49-F238E27FC236}">
                <a16:creationId xmlns:a16="http://schemas.microsoft.com/office/drawing/2014/main" id="{0978A3C3-44D3-9946-8E91-EAF45E73FC5D}"/>
              </a:ext>
            </a:extLst>
          </p:cNvPr>
          <p:cNvSpPr/>
          <p:nvPr/>
        </p:nvSpPr>
        <p:spPr>
          <a:xfrm>
            <a:off x="1917700" y="2440345"/>
            <a:ext cx="1257300" cy="318036"/>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CN" sz="1400" b="0" i="0" u="none" strike="noStrike" cap="none" spc="0" normalizeH="0" baseline="0">
                <a:ln>
                  <a:noFill/>
                </a:ln>
                <a:solidFill>
                  <a:srgbClr val="FFFFFF"/>
                </a:solidFill>
                <a:effectLst/>
                <a:uFillTx/>
                <a:latin typeface="+mn-lt"/>
                <a:ea typeface="+mn-ea"/>
                <a:cs typeface="+mn-cs"/>
                <a:sym typeface="Helvetica Light"/>
              </a:rPr>
              <a:t>生物识别平台</a:t>
            </a:r>
          </a:p>
        </p:txBody>
      </p:sp>
      <p:sp>
        <p:nvSpPr>
          <p:cNvPr id="14" name="Rectangle 13">
            <a:extLst>
              <a:ext uri="{FF2B5EF4-FFF2-40B4-BE49-F238E27FC236}">
                <a16:creationId xmlns:a16="http://schemas.microsoft.com/office/drawing/2014/main" id="{F8CB994B-C31F-B142-A66A-0B128282A3C6}"/>
              </a:ext>
            </a:extLst>
          </p:cNvPr>
          <p:cNvSpPr/>
          <p:nvPr/>
        </p:nvSpPr>
        <p:spPr>
          <a:xfrm>
            <a:off x="3225800" y="2434186"/>
            <a:ext cx="1257300" cy="318036"/>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lang="en-CN" sz="1400">
                <a:solidFill>
                  <a:srgbClr val="FFFFFF"/>
                </a:solidFill>
              </a:rPr>
              <a:t>影像</a:t>
            </a:r>
            <a:r>
              <a:rPr kumimoji="0" lang="en-CN" sz="1400" b="0" i="0" u="none" strike="noStrike" cap="none" spc="0" normalizeH="0" baseline="0">
                <a:ln>
                  <a:noFill/>
                </a:ln>
                <a:solidFill>
                  <a:srgbClr val="FFFFFF"/>
                </a:solidFill>
                <a:effectLst/>
                <a:uFillTx/>
                <a:latin typeface="+mn-lt"/>
                <a:ea typeface="+mn-ea"/>
                <a:cs typeface="+mn-cs"/>
                <a:sym typeface="Helvetica Light"/>
              </a:rPr>
              <a:t>处理系统</a:t>
            </a:r>
          </a:p>
        </p:txBody>
      </p:sp>
      <p:sp>
        <p:nvSpPr>
          <p:cNvPr id="15" name="Rectangle 14">
            <a:extLst>
              <a:ext uri="{FF2B5EF4-FFF2-40B4-BE49-F238E27FC236}">
                <a16:creationId xmlns:a16="http://schemas.microsoft.com/office/drawing/2014/main" id="{2B5C8F5A-DE8A-7940-8481-709FDC9E159C}"/>
              </a:ext>
            </a:extLst>
          </p:cNvPr>
          <p:cNvSpPr/>
          <p:nvPr/>
        </p:nvSpPr>
        <p:spPr>
          <a:xfrm>
            <a:off x="4533900" y="2434186"/>
            <a:ext cx="1257300" cy="318036"/>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CN" sz="1400" b="0" i="0" u="none" strike="noStrike" cap="none" spc="0" normalizeH="0" baseline="0">
                <a:ln>
                  <a:noFill/>
                </a:ln>
                <a:solidFill>
                  <a:srgbClr val="FFFFFF"/>
                </a:solidFill>
                <a:effectLst/>
                <a:uFillTx/>
                <a:latin typeface="+mn-lt"/>
                <a:ea typeface="+mn-ea"/>
                <a:cs typeface="+mn-cs"/>
                <a:sym typeface="Helvetica Light"/>
              </a:rPr>
              <a:t>NLP</a:t>
            </a:r>
          </a:p>
        </p:txBody>
      </p:sp>
      <p:sp>
        <p:nvSpPr>
          <p:cNvPr id="16" name="Rectangle 15">
            <a:extLst>
              <a:ext uri="{FF2B5EF4-FFF2-40B4-BE49-F238E27FC236}">
                <a16:creationId xmlns:a16="http://schemas.microsoft.com/office/drawing/2014/main" id="{3F0B7759-2205-114D-B2AC-9ED4E5129F33}"/>
              </a:ext>
            </a:extLst>
          </p:cNvPr>
          <p:cNvSpPr/>
          <p:nvPr/>
        </p:nvSpPr>
        <p:spPr>
          <a:xfrm>
            <a:off x="609600" y="2022673"/>
            <a:ext cx="1257300" cy="318036"/>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CN" sz="1400" b="0" i="0" u="none" strike="noStrike" cap="none" spc="0" normalizeH="0" baseline="0">
                <a:ln>
                  <a:noFill/>
                </a:ln>
                <a:solidFill>
                  <a:srgbClr val="FFFFFF"/>
                </a:solidFill>
                <a:effectLst/>
                <a:uFillTx/>
                <a:latin typeface="+mn-lt"/>
                <a:ea typeface="+mn-ea"/>
                <a:cs typeface="+mn-cs"/>
                <a:sym typeface="Helvetica Light"/>
              </a:rPr>
              <a:t>统一接入网关</a:t>
            </a:r>
          </a:p>
        </p:txBody>
      </p:sp>
      <p:sp>
        <p:nvSpPr>
          <p:cNvPr id="19" name="Rectangle 18">
            <a:extLst>
              <a:ext uri="{FF2B5EF4-FFF2-40B4-BE49-F238E27FC236}">
                <a16:creationId xmlns:a16="http://schemas.microsoft.com/office/drawing/2014/main" id="{053D853D-8EB9-EA46-A2F4-310AAC05CA41}"/>
              </a:ext>
            </a:extLst>
          </p:cNvPr>
          <p:cNvSpPr/>
          <p:nvPr/>
        </p:nvSpPr>
        <p:spPr>
          <a:xfrm>
            <a:off x="8559800" y="2452872"/>
            <a:ext cx="1257300" cy="318036"/>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lang="en-CN" sz="1400">
                <a:solidFill>
                  <a:srgbClr val="FFFFFF"/>
                </a:solidFill>
              </a:rPr>
              <a:t>流量控制中心</a:t>
            </a:r>
            <a:endParaRPr kumimoji="0" lang="en-CN" sz="1400" b="0" i="0" u="none" strike="noStrike" cap="none" spc="0" normalizeH="0" baseline="0">
              <a:ln>
                <a:noFill/>
              </a:ln>
              <a:solidFill>
                <a:srgbClr val="FFFFFF"/>
              </a:solidFill>
              <a:effectLst/>
              <a:uFillTx/>
              <a:latin typeface="+mn-lt"/>
              <a:ea typeface="+mn-ea"/>
              <a:cs typeface="+mn-cs"/>
              <a:sym typeface="Helvetica Light"/>
            </a:endParaRPr>
          </a:p>
        </p:txBody>
      </p:sp>
      <p:sp>
        <p:nvSpPr>
          <p:cNvPr id="20" name="Rectangle 19">
            <a:extLst>
              <a:ext uri="{FF2B5EF4-FFF2-40B4-BE49-F238E27FC236}">
                <a16:creationId xmlns:a16="http://schemas.microsoft.com/office/drawing/2014/main" id="{039D0845-4E01-DC40-8C3A-D035FFA5CC38}"/>
              </a:ext>
            </a:extLst>
          </p:cNvPr>
          <p:cNvSpPr/>
          <p:nvPr/>
        </p:nvSpPr>
        <p:spPr>
          <a:xfrm>
            <a:off x="7200900" y="2440345"/>
            <a:ext cx="1257300" cy="318036"/>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CN" sz="1400" b="0" i="0" u="none" strike="noStrike" cap="none" spc="0" normalizeH="0" baseline="0">
                <a:ln>
                  <a:noFill/>
                </a:ln>
                <a:solidFill>
                  <a:srgbClr val="FFFFFF"/>
                </a:solidFill>
                <a:effectLst/>
                <a:uFillTx/>
                <a:latin typeface="+mn-lt"/>
                <a:ea typeface="+mn-ea"/>
                <a:cs typeface="+mn-cs"/>
                <a:sym typeface="Helvetica Light"/>
              </a:rPr>
              <a:t>清结算中心</a:t>
            </a:r>
          </a:p>
        </p:txBody>
      </p:sp>
      <p:sp>
        <p:nvSpPr>
          <p:cNvPr id="21" name="Rectangle 20">
            <a:extLst>
              <a:ext uri="{FF2B5EF4-FFF2-40B4-BE49-F238E27FC236}">
                <a16:creationId xmlns:a16="http://schemas.microsoft.com/office/drawing/2014/main" id="{3183EF63-DD89-2048-9164-6FB08A71589B}"/>
              </a:ext>
            </a:extLst>
          </p:cNvPr>
          <p:cNvSpPr/>
          <p:nvPr/>
        </p:nvSpPr>
        <p:spPr>
          <a:xfrm>
            <a:off x="8561254" y="2024274"/>
            <a:ext cx="1257300" cy="318036"/>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lang="en-CN" sz="1400">
                <a:solidFill>
                  <a:srgbClr val="FFFFFF"/>
                </a:solidFill>
              </a:rPr>
              <a:t>BI分析</a:t>
            </a:r>
            <a:endParaRPr kumimoji="0" lang="en-CN" sz="1400" b="0" i="0" u="none" strike="noStrike" cap="none" spc="0" normalizeH="0" baseline="0">
              <a:ln>
                <a:noFill/>
              </a:ln>
              <a:solidFill>
                <a:srgbClr val="FFFFFF"/>
              </a:solidFill>
              <a:effectLst/>
              <a:uFillTx/>
              <a:latin typeface="+mn-lt"/>
              <a:ea typeface="+mn-ea"/>
              <a:cs typeface="+mn-cs"/>
              <a:sym typeface="Helvetica Light"/>
            </a:endParaRPr>
          </a:p>
        </p:txBody>
      </p:sp>
      <p:sp>
        <p:nvSpPr>
          <p:cNvPr id="22" name="Rectangle 21">
            <a:extLst>
              <a:ext uri="{FF2B5EF4-FFF2-40B4-BE49-F238E27FC236}">
                <a16:creationId xmlns:a16="http://schemas.microsoft.com/office/drawing/2014/main" id="{0B72535A-B334-BC45-9E8A-ECA07EBC2C77}"/>
              </a:ext>
            </a:extLst>
          </p:cNvPr>
          <p:cNvSpPr/>
          <p:nvPr/>
        </p:nvSpPr>
        <p:spPr>
          <a:xfrm>
            <a:off x="9920154" y="2025066"/>
            <a:ext cx="1257300" cy="318036"/>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CN" sz="1400" b="0" i="0" u="none" strike="noStrike" cap="none" spc="0" normalizeH="0" baseline="0">
                <a:ln>
                  <a:noFill/>
                </a:ln>
                <a:solidFill>
                  <a:srgbClr val="FFFFFF"/>
                </a:solidFill>
                <a:effectLst/>
                <a:uFillTx/>
                <a:latin typeface="+mn-lt"/>
                <a:ea typeface="+mn-ea"/>
                <a:cs typeface="+mn-cs"/>
                <a:sym typeface="Helvetica Light"/>
              </a:rPr>
              <a:t>安全管控中心</a:t>
            </a:r>
          </a:p>
        </p:txBody>
      </p:sp>
      <p:sp>
        <p:nvSpPr>
          <p:cNvPr id="23" name="Rectangle 22">
            <a:extLst>
              <a:ext uri="{FF2B5EF4-FFF2-40B4-BE49-F238E27FC236}">
                <a16:creationId xmlns:a16="http://schemas.microsoft.com/office/drawing/2014/main" id="{1CFBABA1-92F4-9F48-99C7-FFD74BB40BED}"/>
              </a:ext>
            </a:extLst>
          </p:cNvPr>
          <p:cNvSpPr/>
          <p:nvPr/>
        </p:nvSpPr>
        <p:spPr>
          <a:xfrm>
            <a:off x="9918700" y="2452872"/>
            <a:ext cx="1257300" cy="256480"/>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lang="en-CN" sz="1000">
                <a:solidFill>
                  <a:srgbClr val="FFFFFF"/>
                </a:solidFill>
              </a:rPr>
              <a:t>智能风险决策管理</a:t>
            </a:r>
            <a:endParaRPr kumimoji="0" lang="en-CN" sz="1000" b="0" i="0" u="none" strike="noStrike" cap="none" spc="0" normalizeH="0" baseline="0">
              <a:ln>
                <a:noFill/>
              </a:ln>
              <a:solidFill>
                <a:srgbClr val="FFFFFF"/>
              </a:solidFill>
              <a:effectLst/>
              <a:uFillTx/>
              <a:latin typeface="+mn-lt"/>
              <a:ea typeface="+mn-ea"/>
              <a:cs typeface="+mn-cs"/>
              <a:sym typeface="Helvetica Light"/>
            </a:endParaRPr>
          </a:p>
        </p:txBody>
      </p:sp>
      <p:sp>
        <p:nvSpPr>
          <p:cNvPr id="25" name="Rectangle 24">
            <a:extLst>
              <a:ext uri="{FF2B5EF4-FFF2-40B4-BE49-F238E27FC236}">
                <a16:creationId xmlns:a16="http://schemas.microsoft.com/office/drawing/2014/main" id="{4CC7C4DD-E80F-5D4B-B3A2-BC34B5B973DF}"/>
              </a:ext>
            </a:extLst>
          </p:cNvPr>
          <p:cNvSpPr/>
          <p:nvPr/>
        </p:nvSpPr>
        <p:spPr>
          <a:xfrm>
            <a:off x="11337100" y="1942567"/>
            <a:ext cx="402920" cy="964367"/>
          </a:xfrm>
          <a:prstGeom prst="rect">
            <a:avLst/>
          </a:prstGeom>
          <a:solidFill>
            <a:schemeClr val="bg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CN" sz="1400" b="0" i="0" u="none" strike="noStrike" cap="none" spc="0" normalizeH="0" baseline="0">
                <a:ln>
                  <a:noFill/>
                </a:ln>
                <a:solidFill>
                  <a:schemeClr val="tx1"/>
                </a:solidFill>
                <a:effectLst/>
                <a:uFillTx/>
                <a:latin typeface="+mn-lt"/>
                <a:ea typeface="+mn-ea"/>
                <a:cs typeface="+mn-cs"/>
                <a:sym typeface="Helvetica Light"/>
              </a:rPr>
              <a:t>业务中台</a:t>
            </a:r>
          </a:p>
        </p:txBody>
      </p:sp>
      <p:pic>
        <p:nvPicPr>
          <p:cNvPr id="27" name="Picture 26">
            <a:extLst>
              <a:ext uri="{FF2B5EF4-FFF2-40B4-BE49-F238E27FC236}">
                <a16:creationId xmlns:a16="http://schemas.microsoft.com/office/drawing/2014/main" id="{78EF794E-796D-734F-BB58-9AC2BC813473}"/>
              </a:ext>
            </a:extLst>
          </p:cNvPr>
          <p:cNvPicPr>
            <a:picLocks noChangeAspect="1"/>
          </p:cNvPicPr>
          <p:nvPr/>
        </p:nvPicPr>
        <p:blipFill>
          <a:blip r:embed="rId5"/>
          <a:stretch>
            <a:fillRect/>
          </a:stretch>
        </p:blipFill>
        <p:spPr>
          <a:xfrm>
            <a:off x="428439" y="1232298"/>
            <a:ext cx="6670861" cy="368300"/>
          </a:xfrm>
          <a:prstGeom prst="rect">
            <a:avLst/>
          </a:prstGeom>
        </p:spPr>
      </p:pic>
      <p:pic>
        <p:nvPicPr>
          <p:cNvPr id="28" name="Picture 27">
            <a:extLst>
              <a:ext uri="{FF2B5EF4-FFF2-40B4-BE49-F238E27FC236}">
                <a16:creationId xmlns:a16="http://schemas.microsoft.com/office/drawing/2014/main" id="{8BBCDF20-C7AF-FA41-890D-34A5708BA6B3}"/>
              </a:ext>
            </a:extLst>
          </p:cNvPr>
          <p:cNvPicPr>
            <a:picLocks noChangeAspect="1"/>
          </p:cNvPicPr>
          <p:nvPr/>
        </p:nvPicPr>
        <p:blipFill>
          <a:blip r:embed="rId6"/>
          <a:stretch>
            <a:fillRect/>
          </a:stretch>
        </p:blipFill>
        <p:spPr>
          <a:xfrm>
            <a:off x="7178861" y="1214795"/>
            <a:ext cx="3997139" cy="393700"/>
          </a:xfrm>
          <a:prstGeom prst="rect">
            <a:avLst/>
          </a:prstGeom>
        </p:spPr>
      </p:pic>
      <p:sp>
        <p:nvSpPr>
          <p:cNvPr id="29" name="Rectangle 28">
            <a:extLst>
              <a:ext uri="{FF2B5EF4-FFF2-40B4-BE49-F238E27FC236}">
                <a16:creationId xmlns:a16="http://schemas.microsoft.com/office/drawing/2014/main" id="{9356419E-2785-2541-8C2E-99129384B503}"/>
              </a:ext>
            </a:extLst>
          </p:cNvPr>
          <p:cNvSpPr/>
          <p:nvPr/>
        </p:nvSpPr>
        <p:spPr>
          <a:xfrm>
            <a:off x="11255561" y="1261030"/>
            <a:ext cx="402920" cy="256480"/>
          </a:xfrm>
          <a:prstGeom prst="rect">
            <a:avLst/>
          </a:prstGeom>
          <a:solidFill>
            <a:schemeClr val="bg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lang="en-CN" sz="1000">
                <a:solidFill>
                  <a:schemeClr val="tx1"/>
                </a:solidFill>
              </a:rPr>
              <a:t>应用</a:t>
            </a:r>
            <a:endParaRPr kumimoji="0" lang="en-CN" sz="1000" b="0" i="0" u="none" strike="noStrike" cap="none" spc="0" normalizeH="0" baseline="0">
              <a:ln>
                <a:noFill/>
              </a:ln>
              <a:solidFill>
                <a:schemeClr val="tx1"/>
              </a:solidFill>
              <a:effectLst/>
              <a:uFillTx/>
              <a:latin typeface="+mn-lt"/>
              <a:ea typeface="+mn-ea"/>
              <a:cs typeface="+mn-cs"/>
              <a:sym typeface="Helvetica Light"/>
            </a:endParaRPr>
          </a:p>
        </p:txBody>
      </p:sp>
    </p:spTree>
    <p:extLst>
      <p:ext uri="{BB962C8B-B14F-4D97-AF65-F5344CB8AC3E}">
        <p14:creationId xmlns:p14="http://schemas.microsoft.com/office/powerpoint/2010/main" val="3863965969"/>
      </p:ext>
    </p:extLst>
  </p:cSld>
  <p:clrMapOvr>
    <a:masterClrMapping/>
  </p:clrMapOvr>
  <p:transition spd="slow"/>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495270" y="664413"/>
            <a:ext cx="8369299" cy="576263"/>
          </a:xfrm>
        </p:spPr>
        <p:txBody>
          <a:bodyPr>
            <a:noAutofit/>
          </a:bodyPr>
          <a:lstStyle/>
          <a:p>
            <a:r>
              <a:rPr lang="zh-CN" altLang="en-US">
                <a:solidFill>
                  <a:schemeClr val="tx2">
                    <a:lumMod val="75000"/>
                  </a:schemeClr>
                </a:solidFill>
                <a:latin typeface="Microsoft YaHei" panose="020B0503020204020204" pitchFamily="34" charset="-122"/>
                <a:ea typeface="Microsoft YaHei" panose="020B0503020204020204" pitchFamily="34" charset="-122"/>
              </a:rPr>
              <a:t>例子：基于业务设计风控流程</a:t>
            </a:r>
            <a:endParaRPr lang="zh-CN" altLang="en-US" dirty="0">
              <a:solidFill>
                <a:schemeClr val="tx2">
                  <a:lumMod val="75000"/>
                </a:schemeClr>
              </a:solidFill>
              <a:latin typeface="Microsoft YaHei" panose="020B0503020204020204" pitchFamily="34" charset="-122"/>
              <a:ea typeface="Microsoft YaHei" panose="020B0503020204020204" pitchFamily="34" charset="-122"/>
            </a:endParaRPr>
          </a:p>
        </p:txBody>
      </p:sp>
      <p:pic>
        <p:nvPicPr>
          <p:cNvPr id="5" name="Picture 4">
            <a:extLst>
              <a:ext uri="{FF2B5EF4-FFF2-40B4-BE49-F238E27FC236}">
                <a16:creationId xmlns:a16="http://schemas.microsoft.com/office/drawing/2014/main" id="{5177130D-AAEA-43A6-9E70-9F64233805B8}"/>
              </a:ext>
            </a:extLst>
          </p:cNvPr>
          <p:cNvPicPr>
            <a:picLocks noChangeAspect="1"/>
          </p:cNvPicPr>
          <p:nvPr/>
        </p:nvPicPr>
        <p:blipFill>
          <a:blip r:embed="rId3"/>
          <a:stretch>
            <a:fillRect/>
          </a:stretch>
        </p:blipFill>
        <p:spPr>
          <a:xfrm>
            <a:off x="66675" y="1592486"/>
            <a:ext cx="12125325" cy="5076825"/>
          </a:xfrm>
          <a:prstGeom prst="rect">
            <a:avLst/>
          </a:prstGeom>
        </p:spPr>
      </p:pic>
    </p:spTree>
    <p:extLst>
      <p:ext uri="{BB962C8B-B14F-4D97-AF65-F5344CB8AC3E}">
        <p14:creationId xmlns:p14="http://schemas.microsoft.com/office/powerpoint/2010/main" val="309338260"/>
      </p:ext>
    </p:extLst>
  </p:cSld>
  <p:clrMapOvr>
    <a:masterClrMapping/>
  </p:clrMapOvr>
  <p:transition spd="slow"/>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587494" y="638206"/>
            <a:ext cx="8369299" cy="576263"/>
          </a:xfrm>
        </p:spPr>
        <p:txBody>
          <a:bodyPr>
            <a:noAutofit/>
          </a:bodyPr>
          <a:lstStyle/>
          <a:p>
            <a:r>
              <a:rPr lang="zh-CN" altLang="en-US">
                <a:solidFill>
                  <a:schemeClr val="tx2">
                    <a:lumMod val="75000"/>
                  </a:schemeClr>
                </a:solidFill>
                <a:latin typeface="Microsoft YaHei" panose="020B0503020204020204" pitchFamily="34" charset="-122"/>
                <a:ea typeface="Microsoft YaHei" panose="020B0503020204020204" pitchFamily="34" charset="-122"/>
              </a:rPr>
              <a:t>例子：金融</a:t>
            </a:r>
            <a:r>
              <a:rPr lang="en-US" altLang="zh-CN">
                <a:solidFill>
                  <a:schemeClr val="tx2">
                    <a:lumMod val="75000"/>
                  </a:schemeClr>
                </a:solidFill>
                <a:latin typeface="Microsoft YaHei" panose="020B0503020204020204" pitchFamily="34" charset="-122"/>
                <a:ea typeface="Microsoft YaHei" panose="020B0503020204020204" pitchFamily="34" charset="-122"/>
              </a:rPr>
              <a:t>SaaS</a:t>
            </a:r>
            <a:r>
              <a:rPr lang="zh-CN" altLang="en-US">
                <a:solidFill>
                  <a:schemeClr val="tx2">
                    <a:lumMod val="75000"/>
                  </a:schemeClr>
                </a:solidFill>
                <a:latin typeface="Microsoft YaHei" panose="020B0503020204020204" pitchFamily="34" charset="-122"/>
                <a:ea typeface="Microsoft YaHei" panose="020B0503020204020204" pitchFamily="34" charset="-122"/>
              </a:rPr>
              <a:t>信贷产品技术架构</a:t>
            </a:r>
            <a:endParaRPr lang="zh-CN" altLang="en-US" dirty="0">
              <a:solidFill>
                <a:schemeClr val="tx2">
                  <a:lumMod val="75000"/>
                </a:schemeClr>
              </a:solidFill>
              <a:latin typeface="Microsoft YaHei" panose="020B0503020204020204" pitchFamily="34" charset="-122"/>
              <a:ea typeface="Microsoft YaHei" panose="020B0503020204020204" pitchFamily="34" charset="-122"/>
            </a:endParaRPr>
          </a:p>
        </p:txBody>
      </p:sp>
      <p:sp>
        <p:nvSpPr>
          <p:cNvPr id="5" name="立方体 7">
            <a:extLst>
              <a:ext uri="{FF2B5EF4-FFF2-40B4-BE49-F238E27FC236}">
                <a16:creationId xmlns:a16="http://schemas.microsoft.com/office/drawing/2014/main" id="{5E3AE265-A3D4-4987-BA0D-DF8317F45279}"/>
              </a:ext>
            </a:extLst>
          </p:cNvPr>
          <p:cNvSpPr/>
          <p:nvPr/>
        </p:nvSpPr>
        <p:spPr>
          <a:xfrm>
            <a:off x="535327" y="1985711"/>
            <a:ext cx="604110" cy="1976979"/>
          </a:xfrm>
          <a:prstGeom prst="cube">
            <a:avLst>
              <a:gd name="adj" fmla="val 7803"/>
            </a:avLst>
          </a:prstGeom>
          <a:solidFill>
            <a:srgbClr val="16A3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kumimoji="1" lang="zh-CN" altLang="en-US" sz="1000">
                <a:latin typeface="黑体" panose="02010609060101010101" pitchFamily="49" charset="-122"/>
                <a:ea typeface="黑体" panose="02010609060101010101" pitchFamily="49" charset="-122"/>
              </a:rPr>
              <a:t>业务系统支持层</a:t>
            </a:r>
            <a:endParaRPr kumimoji="1" lang="zh-CN" altLang="en-US" sz="1000" dirty="0">
              <a:latin typeface="黑体" panose="02010609060101010101" pitchFamily="49" charset="-122"/>
              <a:ea typeface="黑体" panose="02010609060101010101" pitchFamily="49" charset="-122"/>
            </a:endParaRPr>
          </a:p>
        </p:txBody>
      </p:sp>
      <p:sp>
        <p:nvSpPr>
          <p:cNvPr id="6" name="立方体 9">
            <a:extLst>
              <a:ext uri="{FF2B5EF4-FFF2-40B4-BE49-F238E27FC236}">
                <a16:creationId xmlns:a16="http://schemas.microsoft.com/office/drawing/2014/main" id="{6C55D3A5-356F-4E19-8731-D6A716F0713F}"/>
              </a:ext>
            </a:extLst>
          </p:cNvPr>
          <p:cNvSpPr/>
          <p:nvPr/>
        </p:nvSpPr>
        <p:spPr>
          <a:xfrm>
            <a:off x="529205" y="4020455"/>
            <a:ext cx="610232" cy="1238018"/>
          </a:xfrm>
          <a:prstGeom prst="cube">
            <a:avLst>
              <a:gd name="adj" fmla="val 11667"/>
            </a:avLst>
          </a:prstGeom>
          <a:solidFill>
            <a:srgbClr val="16A3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kumimoji="1" lang="zh-CN" altLang="en-US" sz="800">
                <a:latin typeface="黑体" panose="02010609060101010101" pitchFamily="49" charset="-122"/>
                <a:ea typeface="黑体" panose="02010609060101010101" pitchFamily="49" charset="-122"/>
              </a:rPr>
              <a:t>数据中台</a:t>
            </a:r>
            <a:endParaRPr kumimoji="1" lang="en-US" altLang="zh-CN" sz="800">
              <a:latin typeface="黑体" panose="02010609060101010101" pitchFamily="49" charset="-122"/>
              <a:ea typeface="黑体" panose="02010609060101010101" pitchFamily="49" charset="-122"/>
            </a:endParaRPr>
          </a:p>
        </p:txBody>
      </p:sp>
      <p:sp>
        <p:nvSpPr>
          <p:cNvPr id="7" name="立方体 12">
            <a:extLst>
              <a:ext uri="{FF2B5EF4-FFF2-40B4-BE49-F238E27FC236}">
                <a16:creationId xmlns:a16="http://schemas.microsoft.com/office/drawing/2014/main" id="{BCAA717E-DF37-4442-AA2C-F167850F34A4}"/>
              </a:ext>
            </a:extLst>
          </p:cNvPr>
          <p:cNvSpPr/>
          <p:nvPr/>
        </p:nvSpPr>
        <p:spPr>
          <a:xfrm>
            <a:off x="529205" y="5466478"/>
            <a:ext cx="612014" cy="1212043"/>
          </a:xfrm>
          <a:prstGeom prst="cube">
            <a:avLst>
              <a:gd name="adj" fmla="val 11667"/>
            </a:avLst>
          </a:prstGeom>
          <a:solidFill>
            <a:srgbClr val="16A3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kumimoji="1" lang="zh-CN" altLang="en-US" sz="800">
                <a:latin typeface="黑体" panose="02010609060101010101" pitchFamily="49" charset="-122"/>
                <a:ea typeface="黑体" panose="02010609060101010101" pitchFamily="49" charset="-122"/>
              </a:rPr>
              <a:t>数据层</a:t>
            </a:r>
            <a:endParaRPr kumimoji="1" lang="en-US" altLang="zh-CN" sz="800">
              <a:latin typeface="黑体" panose="02010609060101010101" pitchFamily="49" charset="-122"/>
              <a:ea typeface="黑体" panose="02010609060101010101" pitchFamily="49" charset="-122"/>
            </a:endParaRPr>
          </a:p>
        </p:txBody>
      </p:sp>
      <p:sp>
        <p:nvSpPr>
          <p:cNvPr id="8" name="矩形 16">
            <a:extLst>
              <a:ext uri="{FF2B5EF4-FFF2-40B4-BE49-F238E27FC236}">
                <a16:creationId xmlns:a16="http://schemas.microsoft.com/office/drawing/2014/main" id="{834E276C-0E76-4653-A654-C400C94A61B9}"/>
              </a:ext>
            </a:extLst>
          </p:cNvPr>
          <p:cNvSpPr/>
          <p:nvPr/>
        </p:nvSpPr>
        <p:spPr>
          <a:xfrm>
            <a:off x="1775158" y="2737214"/>
            <a:ext cx="2512618" cy="556054"/>
          </a:xfrm>
          <a:prstGeom prst="rect">
            <a:avLst/>
          </a:prstGeom>
          <a:solidFill>
            <a:schemeClr val="bg1"/>
          </a:solidFill>
          <a:ln w="6350">
            <a:solidFill>
              <a:srgbClr val="1F74A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kumimoji="1" lang="zh-CN" altLang="en-US">
              <a:latin typeface="黑体" panose="02010609060101010101" pitchFamily="49" charset="-122"/>
              <a:ea typeface="黑体" panose="02010609060101010101" pitchFamily="49" charset="-122"/>
            </a:endParaRPr>
          </a:p>
        </p:txBody>
      </p:sp>
      <p:pic>
        <p:nvPicPr>
          <p:cNvPr id="9" name="图形 18" descr="Cmd 终端">
            <a:extLst>
              <a:ext uri="{FF2B5EF4-FFF2-40B4-BE49-F238E27FC236}">
                <a16:creationId xmlns:a16="http://schemas.microsoft.com/office/drawing/2014/main" id="{4F27BD4A-4E8D-4A31-A8F7-98F5115CD85C}"/>
              </a:ext>
            </a:extLst>
          </p:cNvPr>
          <p:cNvPicPr>
            <a:picLocks noChangeAspect="1"/>
          </p:cNvPicPr>
          <p:nvPr/>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898449" y="2861355"/>
            <a:ext cx="288000" cy="288000"/>
          </a:xfrm>
          <a:prstGeom prst="rect">
            <a:avLst/>
          </a:prstGeom>
        </p:spPr>
      </p:pic>
      <p:sp>
        <p:nvSpPr>
          <p:cNvPr id="10" name="文本框 19">
            <a:extLst>
              <a:ext uri="{FF2B5EF4-FFF2-40B4-BE49-F238E27FC236}">
                <a16:creationId xmlns:a16="http://schemas.microsoft.com/office/drawing/2014/main" id="{B9CEEABD-3CE2-4A71-8CFF-64C44266F2D1}"/>
              </a:ext>
            </a:extLst>
          </p:cNvPr>
          <p:cNvSpPr txBox="1"/>
          <p:nvPr/>
        </p:nvSpPr>
        <p:spPr>
          <a:xfrm>
            <a:off x="2087431" y="2841997"/>
            <a:ext cx="2080757" cy="307777"/>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kumimoji="1" lang="zh-CN" altLang="en-US" sz="1400">
                <a:solidFill>
                  <a:srgbClr val="1F74AD"/>
                </a:solidFill>
                <a:latin typeface="黑体" panose="02010609060101010101" pitchFamily="49" charset="-122"/>
                <a:ea typeface="黑体" panose="02010609060101010101" pitchFamily="49" charset="-122"/>
              </a:rPr>
              <a:t>智能风险决策管理系统</a:t>
            </a:r>
            <a:endParaRPr kumimoji="1" lang="zh-CN" altLang="en-US" sz="1400" dirty="0">
              <a:solidFill>
                <a:srgbClr val="1F74AD"/>
              </a:solidFill>
              <a:latin typeface="黑体" panose="02010609060101010101" pitchFamily="49" charset="-122"/>
              <a:ea typeface="黑体" panose="02010609060101010101" pitchFamily="49" charset="-122"/>
            </a:endParaRPr>
          </a:p>
        </p:txBody>
      </p:sp>
      <p:sp>
        <p:nvSpPr>
          <p:cNvPr id="11" name="矩形 20">
            <a:extLst>
              <a:ext uri="{FF2B5EF4-FFF2-40B4-BE49-F238E27FC236}">
                <a16:creationId xmlns:a16="http://schemas.microsoft.com/office/drawing/2014/main" id="{81215374-1003-4593-AF04-9462223BAB81}"/>
              </a:ext>
            </a:extLst>
          </p:cNvPr>
          <p:cNvSpPr/>
          <p:nvPr/>
        </p:nvSpPr>
        <p:spPr>
          <a:xfrm>
            <a:off x="1775158" y="1985711"/>
            <a:ext cx="2510886" cy="556054"/>
          </a:xfrm>
          <a:prstGeom prst="rect">
            <a:avLst/>
          </a:prstGeom>
          <a:solidFill>
            <a:schemeClr val="accent4">
              <a:lumMod val="60000"/>
              <a:lumOff val="40000"/>
            </a:schemeClr>
          </a:solidFill>
          <a:ln w="6350">
            <a:solidFill>
              <a:srgbClr val="1F74A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kumimoji="1" lang="zh-CN" altLang="en-US">
              <a:latin typeface="黑体" panose="02010609060101010101" pitchFamily="49" charset="-122"/>
              <a:ea typeface="黑体" panose="02010609060101010101" pitchFamily="49" charset="-122"/>
            </a:endParaRPr>
          </a:p>
        </p:txBody>
      </p:sp>
      <p:sp>
        <p:nvSpPr>
          <p:cNvPr id="12" name="文本框 22">
            <a:extLst>
              <a:ext uri="{FF2B5EF4-FFF2-40B4-BE49-F238E27FC236}">
                <a16:creationId xmlns:a16="http://schemas.microsoft.com/office/drawing/2014/main" id="{067CCD5E-600B-42C0-9A9C-5447B9EBD582}"/>
              </a:ext>
            </a:extLst>
          </p:cNvPr>
          <p:cNvSpPr txBox="1"/>
          <p:nvPr/>
        </p:nvSpPr>
        <p:spPr>
          <a:xfrm>
            <a:off x="2278016" y="2118873"/>
            <a:ext cx="1272780" cy="307777"/>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kumimoji="1" lang="zh-CN" altLang="en-US" sz="1400">
                <a:solidFill>
                  <a:srgbClr val="1F74AD"/>
                </a:solidFill>
                <a:latin typeface="黑体" panose="02010609060101010101" pitchFamily="49" charset="-122"/>
                <a:ea typeface="黑体" panose="02010609060101010101" pitchFamily="49" charset="-122"/>
              </a:rPr>
              <a:t>数据服务</a:t>
            </a:r>
            <a:endParaRPr kumimoji="1" lang="zh-CN" altLang="en-US" sz="1400" dirty="0">
              <a:solidFill>
                <a:srgbClr val="1F74AD"/>
              </a:solidFill>
              <a:latin typeface="黑体" panose="02010609060101010101" pitchFamily="49" charset="-122"/>
              <a:ea typeface="黑体" panose="02010609060101010101" pitchFamily="49" charset="-122"/>
            </a:endParaRPr>
          </a:p>
        </p:txBody>
      </p:sp>
      <p:sp>
        <p:nvSpPr>
          <p:cNvPr id="13" name="矩形 30">
            <a:extLst>
              <a:ext uri="{FF2B5EF4-FFF2-40B4-BE49-F238E27FC236}">
                <a16:creationId xmlns:a16="http://schemas.microsoft.com/office/drawing/2014/main" id="{9D5EC044-408E-4E1E-9C54-AD560D55DAA0}"/>
              </a:ext>
            </a:extLst>
          </p:cNvPr>
          <p:cNvSpPr/>
          <p:nvPr/>
        </p:nvSpPr>
        <p:spPr>
          <a:xfrm>
            <a:off x="1781229" y="4711390"/>
            <a:ext cx="2506547" cy="556054"/>
          </a:xfrm>
          <a:prstGeom prst="rect">
            <a:avLst/>
          </a:prstGeom>
          <a:solidFill>
            <a:srgbClr val="FFC003"/>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kumimoji="1" lang="zh-CN" altLang="en-US">
              <a:latin typeface="黑体" panose="02010609060101010101" pitchFamily="49" charset="-122"/>
              <a:ea typeface="黑体" panose="02010609060101010101" pitchFamily="49" charset="-122"/>
            </a:endParaRPr>
          </a:p>
        </p:txBody>
      </p:sp>
      <p:sp>
        <p:nvSpPr>
          <p:cNvPr id="14" name="文本框 32">
            <a:extLst>
              <a:ext uri="{FF2B5EF4-FFF2-40B4-BE49-F238E27FC236}">
                <a16:creationId xmlns:a16="http://schemas.microsoft.com/office/drawing/2014/main" id="{1BB04155-2AC1-4D77-B0FE-5117A3EEC4CC}"/>
              </a:ext>
            </a:extLst>
          </p:cNvPr>
          <p:cNvSpPr txBox="1"/>
          <p:nvPr/>
        </p:nvSpPr>
        <p:spPr>
          <a:xfrm>
            <a:off x="2348063" y="4820841"/>
            <a:ext cx="1667457" cy="307777"/>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kumimoji="1" lang="zh-CN" altLang="en-US" sz="1400" dirty="0">
                <a:solidFill>
                  <a:srgbClr val="716555"/>
                </a:solidFill>
                <a:latin typeface="黑体" panose="02010609060101010101" pitchFamily="49" charset="-122"/>
                <a:ea typeface="黑体" panose="02010609060101010101" pitchFamily="49" charset="-122"/>
              </a:rPr>
              <a:t>指标管理系统</a:t>
            </a:r>
          </a:p>
        </p:txBody>
      </p:sp>
      <p:sp>
        <p:nvSpPr>
          <p:cNvPr id="15" name="矩形 33">
            <a:extLst>
              <a:ext uri="{FF2B5EF4-FFF2-40B4-BE49-F238E27FC236}">
                <a16:creationId xmlns:a16="http://schemas.microsoft.com/office/drawing/2014/main" id="{E86275BA-0E30-401F-958B-A5543FF80609}"/>
              </a:ext>
            </a:extLst>
          </p:cNvPr>
          <p:cNvSpPr/>
          <p:nvPr/>
        </p:nvSpPr>
        <p:spPr>
          <a:xfrm>
            <a:off x="4423448" y="4706985"/>
            <a:ext cx="2261321" cy="551488"/>
          </a:xfrm>
          <a:prstGeom prst="rect">
            <a:avLst/>
          </a:prstGeom>
          <a:solidFill>
            <a:srgbClr val="FFC003"/>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kumimoji="1" lang="zh-CN" altLang="en-US">
              <a:latin typeface="黑体" panose="02010609060101010101" pitchFamily="49" charset="-122"/>
              <a:ea typeface="黑体" panose="02010609060101010101" pitchFamily="49" charset="-122"/>
            </a:endParaRPr>
          </a:p>
        </p:txBody>
      </p:sp>
      <p:sp>
        <p:nvSpPr>
          <p:cNvPr id="17" name="文本框 34">
            <a:extLst>
              <a:ext uri="{FF2B5EF4-FFF2-40B4-BE49-F238E27FC236}">
                <a16:creationId xmlns:a16="http://schemas.microsoft.com/office/drawing/2014/main" id="{9BB6387E-B2A0-487D-A66F-AEC056198768}"/>
              </a:ext>
            </a:extLst>
          </p:cNvPr>
          <p:cNvSpPr txBox="1"/>
          <p:nvPr/>
        </p:nvSpPr>
        <p:spPr>
          <a:xfrm>
            <a:off x="5161440" y="4842440"/>
            <a:ext cx="1319825" cy="307777"/>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kumimoji="1" lang="zh-CN" altLang="en-US" sz="1400" dirty="0">
                <a:solidFill>
                  <a:srgbClr val="716555"/>
                </a:solidFill>
                <a:latin typeface="黑体" panose="02010609060101010101" pitchFamily="49" charset="-122"/>
                <a:ea typeface="黑体" panose="02010609060101010101" pitchFamily="49" charset="-122"/>
              </a:rPr>
              <a:t>模型管理系统</a:t>
            </a:r>
          </a:p>
        </p:txBody>
      </p:sp>
      <p:sp>
        <p:nvSpPr>
          <p:cNvPr id="18" name="矩形 35">
            <a:extLst>
              <a:ext uri="{FF2B5EF4-FFF2-40B4-BE49-F238E27FC236}">
                <a16:creationId xmlns:a16="http://schemas.microsoft.com/office/drawing/2014/main" id="{F591104E-34A9-4DF8-B5A0-F9FDF51FE6D4}"/>
              </a:ext>
            </a:extLst>
          </p:cNvPr>
          <p:cNvSpPr/>
          <p:nvPr/>
        </p:nvSpPr>
        <p:spPr>
          <a:xfrm>
            <a:off x="6809539" y="4702419"/>
            <a:ext cx="2470258" cy="556054"/>
          </a:xfrm>
          <a:prstGeom prst="rect">
            <a:avLst/>
          </a:prstGeom>
          <a:solidFill>
            <a:srgbClr val="FFC003"/>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kumimoji="1" lang="zh-CN" altLang="en-US">
              <a:latin typeface="黑体" panose="02010609060101010101" pitchFamily="49" charset="-122"/>
              <a:ea typeface="黑体" panose="02010609060101010101" pitchFamily="49" charset="-122"/>
            </a:endParaRPr>
          </a:p>
        </p:txBody>
      </p:sp>
      <p:sp>
        <p:nvSpPr>
          <p:cNvPr id="19" name="文本框 36">
            <a:extLst>
              <a:ext uri="{FF2B5EF4-FFF2-40B4-BE49-F238E27FC236}">
                <a16:creationId xmlns:a16="http://schemas.microsoft.com/office/drawing/2014/main" id="{D0A68243-40FD-4121-AA1D-DCD9533EC6D7}"/>
              </a:ext>
            </a:extLst>
          </p:cNvPr>
          <p:cNvSpPr txBox="1"/>
          <p:nvPr/>
        </p:nvSpPr>
        <p:spPr>
          <a:xfrm>
            <a:off x="7306263" y="4867261"/>
            <a:ext cx="1897380" cy="307777"/>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kumimoji="1" lang="zh-CN" altLang="en-US" sz="1400" dirty="0">
                <a:solidFill>
                  <a:srgbClr val="716555"/>
                </a:solidFill>
                <a:latin typeface="黑体" panose="02010609060101010101" pitchFamily="49" charset="-122"/>
                <a:ea typeface="黑体" panose="02010609060101010101" pitchFamily="49" charset="-122"/>
              </a:rPr>
              <a:t>指标模型监控系统</a:t>
            </a:r>
          </a:p>
        </p:txBody>
      </p:sp>
      <p:pic>
        <p:nvPicPr>
          <p:cNvPr id="20" name="图形 46" descr="Ui Ux">
            <a:extLst>
              <a:ext uri="{FF2B5EF4-FFF2-40B4-BE49-F238E27FC236}">
                <a16:creationId xmlns:a16="http://schemas.microsoft.com/office/drawing/2014/main" id="{83185E7E-A3AE-4F90-92DA-C84F58C712C9}"/>
              </a:ext>
            </a:extLst>
          </p:cNvPr>
          <p:cNvPicPr>
            <a:picLocks noChangeAspect="1"/>
          </p:cNvPicPr>
          <p:nvPr/>
        </p:nvPicPr>
        <p:blipFill>
          <a:blip r:embed="rId5"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4602195" y="4864067"/>
            <a:ext cx="358427" cy="288000"/>
          </a:xfrm>
          <a:prstGeom prst="rect">
            <a:avLst/>
          </a:prstGeom>
        </p:spPr>
      </p:pic>
      <p:pic>
        <p:nvPicPr>
          <p:cNvPr id="21" name="图形 48" descr="Web 设计">
            <a:extLst>
              <a:ext uri="{FF2B5EF4-FFF2-40B4-BE49-F238E27FC236}">
                <a16:creationId xmlns:a16="http://schemas.microsoft.com/office/drawing/2014/main" id="{2CD85AF4-F270-4EC2-A23B-7ACC636C080C}"/>
              </a:ext>
            </a:extLst>
          </p:cNvPr>
          <p:cNvPicPr>
            <a:picLocks noChangeAspect="1"/>
          </p:cNvPicPr>
          <p:nvPr/>
        </p:nvPicPr>
        <p:blipFill>
          <a:blip r:embed="rId7" cstate="print">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910665" y="4840618"/>
            <a:ext cx="288000" cy="288000"/>
          </a:xfrm>
          <a:prstGeom prst="rect">
            <a:avLst/>
          </a:prstGeom>
        </p:spPr>
      </p:pic>
      <p:sp>
        <p:nvSpPr>
          <p:cNvPr id="22" name="矩形 49">
            <a:extLst>
              <a:ext uri="{FF2B5EF4-FFF2-40B4-BE49-F238E27FC236}">
                <a16:creationId xmlns:a16="http://schemas.microsoft.com/office/drawing/2014/main" id="{40961951-3554-4669-94B3-C8A34F027EB7}"/>
              </a:ext>
            </a:extLst>
          </p:cNvPr>
          <p:cNvSpPr/>
          <p:nvPr/>
        </p:nvSpPr>
        <p:spPr>
          <a:xfrm>
            <a:off x="1775090" y="6317303"/>
            <a:ext cx="4538617" cy="361218"/>
          </a:xfrm>
          <a:prstGeom prst="rect">
            <a:avLst/>
          </a:prstGeom>
          <a:solidFill>
            <a:srgbClr val="FF0000"/>
          </a:solidFill>
          <a:ln w="6350">
            <a:solidFill>
              <a:srgbClr val="1F74A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kumimoji="1" lang="zh-CN" altLang="en-US" sz="1400" dirty="0">
                <a:solidFill>
                  <a:srgbClr val="FFFF00"/>
                </a:solidFill>
                <a:latin typeface="黑体" panose="02010609060101010101" pitchFamily="49" charset="-122"/>
                <a:ea typeface="黑体" panose="02010609060101010101" pitchFamily="49" charset="-122"/>
              </a:rPr>
              <a:t>数据采集</a:t>
            </a:r>
            <a:endParaRPr kumimoji="1" lang="en-US" altLang="zh-CN" sz="1400" dirty="0">
              <a:solidFill>
                <a:srgbClr val="FFFF00"/>
              </a:solidFill>
              <a:latin typeface="黑体" panose="02010609060101010101" pitchFamily="49" charset="-122"/>
              <a:ea typeface="黑体" panose="02010609060101010101" pitchFamily="49" charset="-122"/>
            </a:endParaRPr>
          </a:p>
        </p:txBody>
      </p:sp>
      <p:sp>
        <p:nvSpPr>
          <p:cNvPr id="28" name="矩形 49">
            <a:extLst>
              <a:ext uri="{FF2B5EF4-FFF2-40B4-BE49-F238E27FC236}">
                <a16:creationId xmlns:a16="http://schemas.microsoft.com/office/drawing/2014/main" id="{67DFFEB5-87A4-41F1-8D67-4B7E9B9728B9}"/>
              </a:ext>
            </a:extLst>
          </p:cNvPr>
          <p:cNvSpPr/>
          <p:nvPr/>
        </p:nvSpPr>
        <p:spPr>
          <a:xfrm>
            <a:off x="1778083" y="5891890"/>
            <a:ext cx="4535624" cy="361218"/>
          </a:xfrm>
          <a:prstGeom prst="rect">
            <a:avLst/>
          </a:prstGeom>
          <a:solidFill>
            <a:srgbClr val="FF0000"/>
          </a:solidFill>
          <a:ln w="6350">
            <a:solidFill>
              <a:srgbClr val="1F74A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kumimoji="1" lang="zh-CN" altLang="en-US" sz="1400">
                <a:solidFill>
                  <a:srgbClr val="FFFF00"/>
                </a:solidFill>
                <a:latin typeface="黑体" panose="02010609060101010101" pitchFamily="49" charset="-122"/>
                <a:ea typeface="黑体" panose="02010609060101010101" pitchFamily="49" charset="-122"/>
              </a:rPr>
              <a:t>清洗加工</a:t>
            </a:r>
            <a:r>
              <a:rPr kumimoji="1" lang="en-US" altLang="zh-CN" sz="1400">
                <a:solidFill>
                  <a:srgbClr val="FFFF00"/>
                </a:solidFill>
                <a:latin typeface="黑体" panose="02010609060101010101" pitchFamily="49" charset="-122"/>
                <a:ea typeface="黑体" panose="02010609060101010101" pitchFamily="49" charset="-122"/>
              </a:rPr>
              <a:t>&amp;</a:t>
            </a:r>
            <a:r>
              <a:rPr kumimoji="1" lang="zh-CN" altLang="en-US" sz="1400">
                <a:solidFill>
                  <a:srgbClr val="FFFF00"/>
                </a:solidFill>
                <a:latin typeface="黑体" panose="02010609060101010101" pitchFamily="49" charset="-122"/>
                <a:ea typeface="黑体" panose="02010609060101010101" pitchFamily="49" charset="-122"/>
              </a:rPr>
              <a:t>数据持久化</a:t>
            </a:r>
            <a:endParaRPr kumimoji="1" lang="en-US" altLang="zh-CN" sz="1400" dirty="0">
              <a:solidFill>
                <a:srgbClr val="FFFF00"/>
              </a:solidFill>
              <a:latin typeface="黑体" panose="02010609060101010101" pitchFamily="49" charset="-122"/>
              <a:ea typeface="黑体" panose="02010609060101010101" pitchFamily="49" charset="-122"/>
            </a:endParaRPr>
          </a:p>
        </p:txBody>
      </p:sp>
      <p:sp>
        <p:nvSpPr>
          <p:cNvPr id="29" name="矩形 49">
            <a:extLst>
              <a:ext uri="{FF2B5EF4-FFF2-40B4-BE49-F238E27FC236}">
                <a16:creationId xmlns:a16="http://schemas.microsoft.com/office/drawing/2014/main" id="{C9CACBC8-7847-42C5-A4D9-9F0B77D945C2}"/>
              </a:ext>
            </a:extLst>
          </p:cNvPr>
          <p:cNvSpPr/>
          <p:nvPr/>
        </p:nvSpPr>
        <p:spPr>
          <a:xfrm>
            <a:off x="6379503" y="5466477"/>
            <a:ext cx="2891381" cy="1212044"/>
          </a:xfrm>
          <a:prstGeom prst="rect">
            <a:avLst/>
          </a:prstGeom>
          <a:solidFill>
            <a:srgbClr val="FF0000"/>
          </a:solidFill>
          <a:ln w="6350">
            <a:solidFill>
              <a:srgbClr val="1F74A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kumimoji="1" lang="zh-CN" altLang="en-US" sz="1400">
                <a:solidFill>
                  <a:srgbClr val="FFFF00"/>
                </a:solidFill>
                <a:latin typeface="黑体" panose="02010609060101010101" pitchFamily="49" charset="-122"/>
                <a:ea typeface="黑体" panose="02010609060101010101" pitchFamily="49" charset="-122"/>
              </a:rPr>
              <a:t>数据源管理</a:t>
            </a:r>
            <a:endParaRPr kumimoji="1" lang="en-US" altLang="zh-CN" sz="1400">
              <a:solidFill>
                <a:srgbClr val="FFFF00"/>
              </a:solidFill>
              <a:latin typeface="黑体" panose="02010609060101010101" pitchFamily="49" charset="-122"/>
              <a:ea typeface="黑体" panose="02010609060101010101" pitchFamily="49" charset="-122"/>
            </a:endParaRPr>
          </a:p>
          <a:p>
            <a:pPr algn="ctr"/>
            <a:r>
              <a:rPr kumimoji="1" lang="en-US" altLang="zh-CN" sz="1400">
                <a:solidFill>
                  <a:srgbClr val="FFFF00"/>
                </a:solidFill>
                <a:latin typeface="黑体" panose="02010609060101010101" pitchFamily="49" charset="-122"/>
                <a:ea typeface="黑体" panose="02010609060101010101" pitchFamily="49" charset="-122"/>
              </a:rPr>
              <a:t>&amp;</a:t>
            </a:r>
          </a:p>
          <a:p>
            <a:pPr algn="ctr"/>
            <a:r>
              <a:rPr kumimoji="1" lang="zh-CN" altLang="en-US" sz="1400">
                <a:solidFill>
                  <a:srgbClr val="FFFF00"/>
                </a:solidFill>
                <a:latin typeface="黑体" panose="02010609060101010101" pitchFamily="49" charset="-122"/>
                <a:ea typeface="黑体" panose="02010609060101010101" pitchFamily="49" charset="-122"/>
              </a:rPr>
              <a:t>配置</a:t>
            </a:r>
            <a:endParaRPr kumimoji="1" lang="en-US" altLang="zh-CN" sz="1400" dirty="0">
              <a:solidFill>
                <a:srgbClr val="FFFF00"/>
              </a:solidFill>
              <a:latin typeface="黑体" panose="02010609060101010101" pitchFamily="49" charset="-122"/>
              <a:ea typeface="黑体" panose="02010609060101010101" pitchFamily="49" charset="-122"/>
            </a:endParaRPr>
          </a:p>
        </p:txBody>
      </p:sp>
      <p:sp>
        <p:nvSpPr>
          <p:cNvPr id="30" name="矩形 49">
            <a:extLst>
              <a:ext uri="{FF2B5EF4-FFF2-40B4-BE49-F238E27FC236}">
                <a16:creationId xmlns:a16="http://schemas.microsoft.com/office/drawing/2014/main" id="{F1809636-D06B-4BDA-9E47-44A749CEBF7F}"/>
              </a:ext>
            </a:extLst>
          </p:cNvPr>
          <p:cNvSpPr/>
          <p:nvPr/>
        </p:nvSpPr>
        <p:spPr>
          <a:xfrm>
            <a:off x="1778083" y="5466477"/>
            <a:ext cx="4535624" cy="361218"/>
          </a:xfrm>
          <a:prstGeom prst="rect">
            <a:avLst/>
          </a:prstGeom>
          <a:solidFill>
            <a:srgbClr val="FF0000"/>
          </a:solidFill>
          <a:ln w="6350">
            <a:solidFill>
              <a:srgbClr val="1F74A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kumimoji="1" lang="zh-CN" altLang="en-US" sz="1400">
                <a:solidFill>
                  <a:srgbClr val="FFFF00"/>
                </a:solidFill>
                <a:latin typeface="黑体" panose="02010609060101010101" pitchFamily="49" charset="-122"/>
                <a:ea typeface="黑体" panose="02010609060101010101" pitchFamily="49" charset="-122"/>
              </a:rPr>
              <a:t>数据网关</a:t>
            </a:r>
            <a:r>
              <a:rPr kumimoji="1" lang="en-US" altLang="zh-CN" sz="1400">
                <a:solidFill>
                  <a:srgbClr val="FFFF00"/>
                </a:solidFill>
                <a:latin typeface="黑体" panose="02010609060101010101" pitchFamily="49" charset="-122"/>
                <a:ea typeface="黑体" panose="02010609060101010101" pitchFamily="49" charset="-122"/>
              </a:rPr>
              <a:t>(</a:t>
            </a:r>
            <a:r>
              <a:rPr kumimoji="1" lang="zh-CN" altLang="en-US" sz="1400">
                <a:solidFill>
                  <a:srgbClr val="FFFF00"/>
                </a:solidFill>
                <a:latin typeface="黑体" panose="02010609060101010101" pitchFamily="49" charset="-122"/>
                <a:ea typeface="黑体" panose="02010609060101010101" pitchFamily="49" charset="-122"/>
              </a:rPr>
              <a:t>标准化</a:t>
            </a:r>
            <a:r>
              <a:rPr kumimoji="1" lang="en-US" altLang="zh-CN" sz="1400">
                <a:solidFill>
                  <a:srgbClr val="FFFF00"/>
                </a:solidFill>
                <a:latin typeface="黑体" panose="02010609060101010101" pitchFamily="49" charset="-122"/>
                <a:ea typeface="黑体" panose="02010609060101010101" pitchFamily="49" charset="-122"/>
              </a:rPr>
              <a:t>)</a:t>
            </a:r>
            <a:endParaRPr kumimoji="1" lang="en-US" altLang="zh-CN" sz="1400" dirty="0">
              <a:solidFill>
                <a:srgbClr val="FFFF00"/>
              </a:solidFill>
              <a:latin typeface="黑体" panose="02010609060101010101" pitchFamily="49" charset="-122"/>
              <a:ea typeface="黑体" panose="02010609060101010101" pitchFamily="49" charset="-122"/>
            </a:endParaRPr>
          </a:p>
        </p:txBody>
      </p:sp>
      <p:sp>
        <p:nvSpPr>
          <p:cNvPr id="31" name="矩形 16">
            <a:extLst>
              <a:ext uri="{FF2B5EF4-FFF2-40B4-BE49-F238E27FC236}">
                <a16:creationId xmlns:a16="http://schemas.microsoft.com/office/drawing/2014/main" id="{849F3B84-F19C-3A40-9B80-A792F39689B7}"/>
              </a:ext>
            </a:extLst>
          </p:cNvPr>
          <p:cNvSpPr/>
          <p:nvPr/>
        </p:nvSpPr>
        <p:spPr>
          <a:xfrm>
            <a:off x="1775158" y="3405998"/>
            <a:ext cx="2510886" cy="556054"/>
          </a:xfrm>
          <a:prstGeom prst="rect">
            <a:avLst/>
          </a:prstGeom>
          <a:solidFill>
            <a:schemeClr val="accent1">
              <a:lumMod val="20000"/>
              <a:lumOff val="80000"/>
            </a:schemeClr>
          </a:solidFill>
          <a:ln w="6350">
            <a:solidFill>
              <a:srgbClr val="1F74A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kumimoji="1" lang="zh-CN" altLang="en-US">
              <a:latin typeface="黑体" panose="02010609060101010101" pitchFamily="49" charset="-122"/>
              <a:ea typeface="黑体" panose="02010609060101010101" pitchFamily="49" charset="-122"/>
            </a:endParaRPr>
          </a:p>
        </p:txBody>
      </p:sp>
      <p:sp>
        <p:nvSpPr>
          <p:cNvPr id="32" name="文本框 19">
            <a:extLst>
              <a:ext uri="{FF2B5EF4-FFF2-40B4-BE49-F238E27FC236}">
                <a16:creationId xmlns:a16="http://schemas.microsoft.com/office/drawing/2014/main" id="{9821B580-43EB-8B45-9FFF-7CD16829FDC7}"/>
              </a:ext>
            </a:extLst>
          </p:cNvPr>
          <p:cNvSpPr txBox="1"/>
          <p:nvPr/>
        </p:nvSpPr>
        <p:spPr>
          <a:xfrm>
            <a:off x="2283623" y="3542090"/>
            <a:ext cx="914960" cy="307777"/>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kumimoji="1" lang="zh-CN" altLang="en-US" sz="1400">
                <a:solidFill>
                  <a:srgbClr val="1F74AD"/>
                </a:solidFill>
                <a:latin typeface="黑体" panose="02010609060101010101" pitchFamily="49" charset="-122"/>
                <a:ea typeface="黑体" panose="02010609060101010101" pitchFamily="49" charset="-122"/>
              </a:rPr>
              <a:t>决策引擎</a:t>
            </a:r>
            <a:endParaRPr kumimoji="1" lang="zh-CN" altLang="en-US" sz="1400" dirty="0">
              <a:solidFill>
                <a:srgbClr val="1F74AD"/>
              </a:solidFill>
              <a:latin typeface="黑体" panose="02010609060101010101" pitchFamily="49" charset="-122"/>
              <a:ea typeface="黑体" panose="02010609060101010101" pitchFamily="49" charset="-122"/>
            </a:endParaRPr>
          </a:p>
        </p:txBody>
      </p:sp>
      <p:pic>
        <p:nvPicPr>
          <p:cNvPr id="33" name="Graphic 5" descr="Database">
            <a:extLst>
              <a:ext uri="{FF2B5EF4-FFF2-40B4-BE49-F238E27FC236}">
                <a16:creationId xmlns:a16="http://schemas.microsoft.com/office/drawing/2014/main" id="{303AD8A3-EA77-684D-8E14-26EA9591B5E3}"/>
              </a:ext>
            </a:extLst>
          </p:cNvPr>
          <p:cNvPicPr>
            <a:picLocks noChangeAspect="1"/>
          </p:cNvPicPr>
          <p:nvPr/>
        </p:nvPicPr>
        <p:blipFill>
          <a:blip r:embed="rId9" cstate="print">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2486836" y="5910177"/>
            <a:ext cx="457200" cy="357149"/>
          </a:xfrm>
          <a:prstGeom prst="rect">
            <a:avLst/>
          </a:prstGeom>
          <a:solidFill>
            <a:srgbClr val="FF0000"/>
          </a:solidFill>
        </p:spPr>
      </p:pic>
      <p:sp>
        <p:nvSpPr>
          <p:cNvPr id="34" name="矩形 16">
            <a:extLst>
              <a:ext uri="{FF2B5EF4-FFF2-40B4-BE49-F238E27FC236}">
                <a16:creationId xmlns:a16="http://schemas.microsoft.com/office/drawing/2014/main" id="{BEF8BF12-6B37-1544-B47B-9F52C46B7F59}"/>
              </a:ext>
            </a:extLst>
          </p:cNvPr>
          <p:cNvSpPr/>
          <p:nvPr/>
        </p:nvSpPr>
        <p:spPr>
          <a:xfrm>
            <a:off x="6816314" y="2741112"/>
            <a:ext cx="2463134" cy="553409"/>
          </a:xfrm>
          <a:prstGeom prst="rect">
            <a:avLst/>
          </a:prstGeom>
          <a:solidFill>
            <a:schemeClr val="accent1">
              <a:lumMod val="20000"/>
              <a:lumOff val="80000"/>
            </a:schemeClr>
          </a:solidFill>
          <a:ln w="6350">
            <a:solidFill>
              <a:srgbClr val="1F74A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kumimoji="1" lang="zh-CN" altLang="en-US">
              <a:latin typeface="黑体" panose="02010609060101010101" pitchFamily="49" charset="-122"/>
              <a:ea typeface="黑体" panose="02010609060101010101" pitchFamily="49" charset="-122"/>
            </a:endParaRPr>
          </a:p>
        </p:txBody>
      </p:sp>
      <p:sp>
        <p:nvSpPr>
          <p:cNvPr id="35" name="文本框 19">
            <a:extLst>
              <a:ext uri="{FF2B5EF4-FFF2-40B4-BE49-F238E27FC236}">
                <a16:creationId xmlns:a16="http://schemas.microsoft.com/office/drawing/2014/main" id="{7E5186CA-98ED-F642-AC6E-F641DFC66433}"/>
              </a:ext>
            </a:extLst>
          </p:cNvPr>
          <p:cNvSpPr txBox="1"/>
          <p:nvPr/>
        </p:nvSpPr>
        <p:spPr>
          <a:xfrm>
            <a:off x="7625742" y="2854416"/>
            <a:ext cx="1398446" cy="307777"/>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kumimoji="1" lang="zh-CN" altLang="en-US" sz="1400">
                <a:solidFill>
                  <a:srgbClr val="1F74AD"/>
                </a:solidFill>
                <a:latin typeface="黑体" panose="02010609060101010101" pitchFamily="49" charset="-122"/>
                <a:ea typeface="黑体" panose="02010609060101010101" pitchFamily="49" charset="-122"/>
              </a:rPr>
              <a:t>  数</a:t>
            </a:r>
            <a:r>
              <a:rPr kumimoji="1" lang="zh-CN" altLang="en-US" sz="1400" dirty="0">
                <a:solidFill>
                  <a:srgbClr val="1F74AD"/>
                </a:solidFill>
                <a:latin typeface="黑体" panose="02010609060101010101" pitchFamily="49" charset="-122"/>
                <a:ea typeface="黑体" panose="02010609060101010101" pitchFamily="49" charset="-122"/>
              </a:rPr>
              <a:t>据市场</a:t>
            </a:r>
          </a:p>
        </p:txBody>
      </p:sp>
      <p:pic>
        <p:nvPicPr>
          <p:cNvPr id="36" name="Graphic 17" descr="Web design">
            <a:extLst>
              <a:ext uri="{FF2B5EF4-FFF2-40B4-BE49-F238E27FC236}">
                <a16:creationId xmlns:a16="http://schemas.microsoft.com/office/drawing/2014/main" id="{DE2009D7-D05C-AE43-A25D-555365A0735B}"/>
              </a:ext>
            </a:extLst>
          </p:cNvPr>
          <p:cNvPicPr>
            <a:picLocks noChangeAspect="1"/>
          </p:cNvPicPr>
          <p:nvPr/>
        </p:nvPicPr>
        <p:blipFill>
          <a:blip r:embed="rId11" cstate="print">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6898563" y="2816159"/>
            <a:ext cx="644930" cy="422483"/>
          </a:xfrm>
          <a:prstGeom prst="rect">
            <a:avLst/>
          </a:prstGeom>
        </p:spPr>
      </p:pic>
      <p:sp>
        <p:nvSpPr>
          <p:cNvPr id="37" name="矩形 23">
            <a:extLst>
              <a:ext uri="{FF2B5EF4-FFF2-40B4-BE49-F238E27FC236}">
                <a16:creationId xmlns:a16="http://schemas.microsoft.com/office/drawing/2014/main" id="{1CFC9E6A-6BCA-4B7F-8C7B-9C611CE2E3B8}"/>
              </a:ext>
            </a:extLst>
          </p:cNvPr>
          <p:cNvSpPr/>
          <p:nvPr/>
        </p:nvSpPr>
        <p:spPr>
          <a:xfrm>
            <a:off x="6809540" y="3402505"/>
            <a:ext cx="2467970" cy="565479"/>
          </a:xfrm>
          <a:prstGeom prst="rect">
            <a:avLst/>
          </a:prstGeom>
          <a:solidFill>
            <a:srgbClr val="00B050"/>
          </a:solidFill>
          <a:ln w="6350">
            <a:solidFill>
              <a:srgbClr val="1F74A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kumimoji="1" lang="zh-CN" altLang="en-US">
              <a:latin typeface="黑体" panose="02010609060101010101" pitchFamily="49" charset="-122"/>
              <a:ea typeface="黑体" panose="02010609060101010101" pitchFamily="49" charset="-122"/>
            </a:endParaRPr>
          </a:p>
        </p:txBody>
      </p:sp>
      <p:sp>
        <p:nvSpPr>
          <p:cNvPr id="38" name="文本框 25">
            <a:extLst>
              <a:ext uri="{FF2B5EF4-FFF2-40B4-BE49-F238E27FC236}">
                <a16:creationId xmlns:a16="http://schemas.microsoft.com/office/drawing/2014/main" id="{CE093017-9C7B-4DAD-AE7E-35730F9B365E}"/>
              </a:ext>
            </a:extLst>
          </p:cNvPr>
          <p:cNvSpPr txBox="1"/>
          <p:nvPr/>
        </p:nvSpPr>
        <p:spPr>
          <a:xfrm>
            <a:off x="7575258" y="3527569"/>
            <a:ext cx="1294768" cy="307777"/>
          </a:xfrm>
          <a:prstGeom prst="rect">
            <a:avLst/>
          </a:prstGeom>
          <a:solidFill>
            <a:srgbClr val="00B050"/>
          </a:solid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kumimoji="1" lang="zh-CN" altLang="en-US" sz="1400">
                <a:solidFill>
                  <a:srgbClr val="1F74AD"/>
                </a:solidFill>
                <a:latin typeface="黑体" panose="02010609060101010101" pitchFamily="49" charset="-122"/>
                <a:ea typeface="黑体" panose="02010609060101010101" pitchFamily="49" charset="-122"/>
              </a:rPr>
              <a:t>算力平台</a:t>
            </a:r>
            <a:endParaRPr kumimoji="1" lang="zh-CN" altLang="en-US" sz="1400" dirty="0">
              <a:solidFill>
                <a:srgbClr val="1F74AD"/>
              </a:solidFill>
              <a:latin typeface="黑体" panose="02010609060101010101" pitchFamily="49" charset="-122"/>
              <a:ea typeface="黑体" panose="02010609060101010101" pitchFamily="49" charset="-122"/>
            </a:endParaRPr>
          </a:p>
        </p:txBody>
      </p:sp>
      <p:pic>
        <p:nvPicPr>
          <p:cNvPr id="39" name="图形 29" descr="计算机">
            <a:extLst>
              <a:ext uri="{FF2B5EF4-FFF2-40B4-BE49-F238E27FC236}">
                <a16:creationId xmlns:a16="http://schemas.microsoft.com/office/drawing/2014/main" id="{1F48137C-9A53-47A7-BFB7-50DE6678A237}"/>
              </a:ext>
            </a:extLst>
          </p:cNvPr>
          <p:cNvPicPr>
            <a:picLocks noChangeAspect="1"/>
          </p:cNvPicPr>
          <p:nvPr/>
        </p:nvPicPr>
        <p:blipFill>
          <a:blip r:embed="rId13" cstate="print">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1918620" y="3555173"/>
            <a:ext cx="288000" cy="288000"/>
          </a:xfrm>
          <a:prstGeom prst="rect">
            <a:avLst/>
          </a:prstGeom>
          <a:solidFill>
            <a:schemeClr val="accent3">
              <a:lumMod val="20000"/>
              <a:lumOff val="80000"/>
            </a:schemeClr>
          </a:solidFill>
          <a:ln>
            <a:solidFill>
              <a:schemeClr val="accent1"/>
            </a:solidFill>
          </a:ln>
        </p:spPr>
      </p:pic>
      <p:pic>
        <p:nvPicPr>
          <p:cNvPr id="40" name="Graphic 13" descr="Head with gears">
            <a:extLst>
              <a:ext uri="{FF2B5EF4-FFF2-40B4-BE49-F238E27FC236}">
                <a16:creationId xmlns:a16="http://schemas.microsoft.com/office/drawing/2014/main" id="{FDDD85FE-9458-9F46-A640-53EC3675AEBC}"/>
              </a:ext>
            </a:extLst>
          </p:cNvPr>
          <p:cNvPicPr>
            <a:picLocks noChangeAspect="1"/>
          </p:cNvPicPr>
          <p:nvPr/>
        </p:nvPicPr>
        <p:blipFill>
          <a:blip r:embed="rId15" cstate="print">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6946532" y="3461175"/>
            <a:ext cx="457200" cy="440567"/>
          </a:xfrm>
          <a:prstGeom prst="rect">
            <a:avLst/>
          </a:prstGeom>
          <a:solidFill>
            <a:srgbClr val="69A35B"/>
          </a:solidFill>
        </p:spPr>
      </p:pic>
      <p:sp>
        <p:nvSpPr>
          <p:cNvPr id="41" name="Smiley Face 40">
            <a:extLst>
              <a:ext uri="{FF2B5EF4-FFF2-40B4-BE49-F238E27FC236}">
                <a16:creationId xmlns:a16="http://schemas.microsoft.com/office/drawing/2014/main" id="{55130101-D447-4A55-8826-32F36DB8FE78}"/>
              </a:ext>
            </a:extLst>
          </p:cNvPr>
          <p:cNvSpPr/>
          <p:nvPr/>
        </p:nvSpPr>
        <p:spPr>
          <a:xfrm>
            <a:off x="1914643" y="2130065"/>
            <a:ext cx="280495" cy="282037"/>
          </a:xfrm>
          <a:prstGeom prst="smileyFace">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42" name="矩形 23">
            <a:extLst>
              <a:ext uri="{FF2B5EF4-FFF2-40B4-BE49-F238E27FC236}">
                <a16:creationId xmlns:a16="http://schemas.microsoft.com/office/drawing/2014/main" id="{8B42FBC1-678C-4046-81A3-87F5D6FB3293}"/>
              </a:ext>
            </a:extLst>
          </p:cNvPr>
          <p:cNvSpPr/>
          <p:nvPr/>
        </p:nvSpPr>
        <p:spPr>
          <a:xfrm>
            <a:off x="4422948" y="1985745"/>
            <a:ext cx="2261819" cy="556054"/>
          </a:xfrm>
          <a:prstGeom prst="rect">
            <a:avLst/>
          </a:prstGeom>
          <a:solidFill>
            <a:schemeClr val="accent5">
              <a:lumMod val="40000"/>
              <a:lumOff val="60000"/>
            </a:schemeClr>
          </a:solidFill>
          <a:ln w="6350">
            <a:solidFill>
              <a:srgbClr val="1F74A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kumimoji="1" lang="zh-CN" altLang="en-US">
              <a:latin typeface="黑体" panose="02010609060101010101" pitchFamily="49" charset="-122"/>
              <a:ea typeface="黑体" panose="02010609060101010101" pitchFamily="49" charset="-122"/>
            </a:endParaRPr>
          </a:p>
        </p:txBody>
      </p:sp>
      <p:sp>
        <p:nvSpPr>
          <p:cNvPr id="43" name="文本框 25">
            <a:extLst>
              <a:ext uri="{FF2B5EF4-FFF2-40B4-BE49-F238E27FC236}">
                <a16:creationId xmlns:a16="http://schemas.microsoft.com/office/drawing/2014/main" id="{F7F83BD4-A1EE-40B1-9BE8-7E4D2F930186}"/>
              </a:ext>
            </a:extLst>
          </p:cNvPr>
          <p:cNvSpPr txBox="1"/>
          <p:nvPr/>
        </p:nvSpPr>
        <p:spPr>
          <a:xfrm>
            <a:off x="4860140" y="2128060"/>
            <a:ext cx="1236752" cy="307777"/>
          </a:xfrm>
          <a:prstGeom prst="rect">
            <a:avLst/>
          </a:prstGeom>
          <a:solidFill>
            <a:schemeClr val="accent5">
              <a:lumMod val="40000"/>
              <a:lumOff val="60000"/>
            </a:schemeClr>
          </a:solid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kumimoji="1" lang="zh-CN" altLang="en-US" sz="1400">
                <a:solidFill>
                  <a:srgbClr val="1F74AD"/>
                </a:solidFill>
                <a:latin typeface="黑体" panose="02010609060101010101" pitchFamily="49" charset="-122"/>
                <a:ea typeface="黑体" panose="02010609060101010101" pitchFamily="49" charset="-122"/>
              </a:rPr>
              <a:t>报告服务</a:t>
            </a:r>
            <a:endParaRPr kumimoji="1" lang="zh-CN" altLang="en-US" sz="1400" dirty="0">
              <a:solidFill>
                <a:srgbClr val="1F74AD"/>
              </a:solidFill>
              <a:latin typeface="黑体" panose="02010609060101010101" pitchFamily="49" charset="-122"/>
              <a:ea typeface="黑体" panose="02010609060101010101" pitchFamily="49" charset="-122"/>
            </a:endParaRPr>
          </a:p>
        </p:txBody>
      </p:sp>
      <p:pic>
        <p:nvPicPr>
          <p:cNvPr id="44" name="图形 29" descr="计算机">
            <a:extLst>
              <a:ext uri="{FF2B5EF4-FFF2-40B4-BE49-F238E27FC236}">
                <a16:creationId xmlns:a16="http://schemas.microsoft.com/office/drawing/2014/main" id="{7AF1EB92-0B82-4A1F-A61B-8E18F65B1F00}"/>
              </a:ext>
            </a:extLst>
          </p:cNvPr>
          <p:cNvPicPr>
            <a:picLocks noChangeAspect="1"/>
          </p:cNvPicPr>
          <p:nvPr/>
        </p:nvPicPr>
        <p:blipFill>
          <a:blip r:embed="rId13" cstate="print">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4554516" y="2137948"/>
            <a:ext cx="288000" cy="288000"/>
          </a:xfrm>
          <a:prstGeom prst="rect">
            <a:avLst/>
          </a:prstGeom>
          <a:solidFill>
            <a:schemeClr val="accent5">
              <a:lumMod val="40000"/>
              <a:lumOff val="60000"/>
            </a:schemeClr>
          </a:solidFill>
          <a:ln>
            <a:solidFill>
              <a:schemeClr val="accent1"/>
            </a:solidFill>
          </a:ln>
        </p:spPr>
      </p:pic>
      <p:pic>
        <p:nvPicPr>
          <p:cNvPr id="45" name="图形 27" descr="浏览器窗口">
            <a:extLst>
              <a:ext uri="{FF2B5EF4-FFF2-40B4-BE49-F238E27FC236}">
                <a16:creationId xmlns:a16="http://schemas.microsoft.com/office/drawing/2014/main" id="{5A17D774-62A7-4D1B-B176-8633D23DE4BA}"/>
              </a:ext>
            </a:extLst>
          </p:cNvPr>
          <p:cNvPicPr>
            <a:picLocks noChangeAspect="1"/>
          </p:cNvPicPr>
          <p:nvPr/>
        </p:nvPicPr>
        <p:blipFill>
          <a:blip r:embed="rId17" cstate="print">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6912010" y="5886117"/>
            <a:ext cx="288000" cy="288000"/>
          </a:xfrm>
          <a:prstGeom prst="rect">
            <a:avLst/>
          </a:prstGeom>
          <a:solidFill>
            <a:srgbClr val="FF0000"/>
          </a:solidFill>
        </p:spPr>
      </p:pic>
      <p:cxnSp>
        <p:nvCxnSpPr>
          <p:cNvPr id="46" name="Straight Connector 45">
            <a:extLst>
              <a:ext uri="{FF2B5EF4-FFF2-40B4-BE49-F238E27FC236}">
                <a16:creationId xmlns:a16="http://schemas.microsoft.com/office/drawing/2014/main" id="{157C9C9B-A8CA-4945-AEEF-1623AD458B09}"/>
              </a:ext>
            </a:extLst>
          </p:cNvPr>
          <p:cNvCxnSpPr/>
          <p:nvPr/>
        </p:nvCxnSpPr>
        <p:spPr>
          <a:xfrm flipH="1">
            <a:off x="9380404" y="1893249"/>
            <a:ext cx="11567" cy="4916373"/>
          </a:xfrm>
          <a:prstGeom prst="line">
            <a:avLst/>
          </a:prstGeom>
        </p:spPr>
        <p:style>
          <a:lnRef idx="1">
            <a:schemeClr val="accent1"/>
          </a:lnRef>
          <a:fillRef idx="0">
            <a:schemeClr val="accent1"/>
          </a:fillRef>
          <a:effectRef idx="0">
            <a:schemeClr val="accent1"/>
          </a:effectRef>
          <a:fontRef idx="minor">
            <a:schemeClr val="tx1"/>
          </a:fontRef>
        </p:style>
      </p:cxnSp>
      <p:sp>
        <p:nvSpPr>
          <p:cNvPr id="47" name="矩形 16">
            <a:extLst>
              <a:ext uri="{FF2B5EF4-FFF2-40B4-BE49-F238E27FC236}">
                <a16:creationId xmlns:a16="http://schemas.microsoft.com/office/drawing/2014/main" id="{BEF8BF12-6B37-1544-B47B-9F52C46B7F59}"/>
              </a:ext>
            </a:extLst>
          </p:cNvPr>
          <p:cNvSpPr/>
          <p:nvPr/>
        </p:nvSpPr>
        <p:spPr>
          <a:xfrm>
            <a:off x="9549395" y="3001046"/>
            <a:ext cx="1851009" cy="553409"/>
          </a:xfrm>
          <a:prstGeom prst="rect">
            <a:avLst/>
          </a:prstGeom>
          <a:solidFill>
            <a:schemeClr val="accent4">
              <a:lumMod val="40000"/>
              <a:lumOff val="60000"/>
            </a:schemeClr>
          </a:solidFill>
          <a:ln w="6350">
            <a:solidFill>
              <a:srgbClr val="1F74A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kumimoji="1" lang="zh-CN" altLang="en-US">
              <a:latin typeface="黑体" panose="02010609060101010101" pitchFamily="49" charset="-122"/>
              <a:ea typeface="黑体" panose="02010609060101010101" pitchFamily="49" charset="-122"/>
            </a:endParaRPr>
          </a:p>
        </p:txBody>
      </p:sp>
      <p:sp>
        <p:nvSpPr>
          <p:cNvPr id="48" name="文本框 19">
            <a:extLst>
              <a:ext uri="{FF2B5EF4-FFF2-40B4-BE49-F238E27FC236}">
                <a16:creationId xmlns:a16="http://schemas.microsoft.com/office/drawing/2014/main" id="{7E5186CA-98ED-F642-AC6E-F641DFC66433}"/>
              </a:ext>
            </a:extLst>
          </p:cNvPr>
          <p:cNvSpPr txBox="1"/>
          <p:nvPr/>
        </p:nvSpPr>
        <p:spPr>
          <a:xfrm>
            <a:off x="10049311" y="3123861"/>
            <a:ext cx="1295878" cy="307777"/>
          </a:xfrm>
          <a:prstGeom prst="rect">
            <a:avLst/>
          </a:prstGeom>
          <a:solidFill>
            <a:schemeClr val="accent4">
              <a:lumMod val="40000"/>
              <a:lumOff val="60000"/>
            </a:schemeClr>
          </a:solid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kumimoji="1" lang="zh-CN" altLang="en-US" sz="1400">
                <a:solidFill>
                  <a:srgbClr val="1F74AD"/>
                </a:solidFill>
                <a:latin typeface="黑体" panose="02010609060101010101" pitchFamily="49" charset="-122"/>
                <a:ea typeface="黑体" panose="02010609060101010101" pitchFamily="49" charset="-122"/>
              </a:rPr>
              <a:t>客户管理系统</a:t>
            </a:r>
            <a:endParaRPr kumimoji="1" lang="zh-CN" altLang="en-US" sz="1400" dirty="0">
              <a:solidFill>
                <a:srgbClr val="1F74AD"/>
              </a:solidFill>
              <a:latin typeface="黑体" panose="02010609060101010101" pitchFamily="49" charset="-122"/>
              <a:ea typeface="黑体" panose="02010609060101010101" pitchFamily="49" charset="-122"/>
            </a:endParaRPr>
          </a:p>
        </p:txBody>
      </p:sp>
      <p:sp>
        <p:nvSpPr>
          <p:cNvPr id="49" name="矩形 16">
            <a:extLst>
              <a:ext uri="{FF2B5EF4-FFF2-40B4-BE49-F238E27FC236}">
                <a16:creationId xmlns:a16="http://schemas.microsoft.com/office/drawing/2014/main" id="{BEF8BF12-6B37-1544-B47B-9F52C46B7F59}"/>
              </a:ext>
            </a:extLst>
          </p:cNvPr>
          <p:cNvSpPr/>
          <p:nvPr/>
        </p:nvSpPr>
        <p:spPr>
          <a:xfrm>
            <a:off x="9548469" y="3811081"/>
            <a:ext cx="1843690" cy="553409"/>
          </a:xfrm>
          <a:prstGeom prst="rect">
            <a:avLst/>
          </a:prstGeom>
          <a:solidFill>
            <a:schemeClr val="accent4">
              <a:lumMod val="60000"/>
              <a:lumOff val="40000"/>
            </a:schemeClr>
          </a:solidFill>
          <a:ln w="6350">
            <a:solidFill>
              <a:srgbClr val="1F74A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kumimoji="1" lang="zh-CN" altLang="en-US">
              <a:latin typeface="黑体" panose="02010609060101010101" pitchFamily="49" charset="-122"/>
              <a:ea typeface="黑体" panose="02010609060101010101" pitchFamily="49" charset="-122"/>
            </a:endParaRPr>
          </a:p>
        </p:txBody>
      </p:sp>
      <p:sp>
        <p:nvSpPr>
          <p:cNvPr id="50" name="文本框 19">
            <a:extLst>
              <a:ext uri="{FF2B5EF4-FFF2-40B4-BE49-F238E27FC236}">
                <a16:creationId xmlns:a16="http://schemas.microsoft.com/office/drawing/2014/main" id="{7E5186CA-98ED-F642-AC6E-F641DFC66433}"/>
              </a:ext>
            </a:extLst>
          </p:cNvPr>
          <p:cNvSpPr txBox="1"/>
          <p:nvPr/>
        </p:nvSpPr>
        <p:spPr>
          <a:xfrm>
            <a:off x="9948777" y="3909468"/>
            <a:ext cx="1396412" cy="307777"/>
          </a:xfrm>
          <a:prstGeom prst="rect">
            <a:avLst/>
          </a:prstGeom>
          <a:solidFill>
            <a:schemeClr val="accent4">
              <a:lumMod val="60000"/>
              <a:lumOff val="40000"/>
            </a:schemeClr>
          </a:solid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kumimoji="1" lang="zh-CN" altLang="en-US" sz="1400">
                <a:solidFill>
                  <a:srgbClr val="1F74AD"/>
                </a:solidFill>
                <a:latin typeface="黑体" panose="02010609060101010101" pitchFamily="49" charset="-122"/>
                <a:ea typeface="黑体" panose="02010609060101010101" pitchFamily="49" charset="-122"/>
              </a:rPr>
              <a:t>机器学习平台</a:t>
            </a:r>
            <a:endParaRPr kumimoji="1" lang="zh-CN" altLang="en-US" sz="1400" dirty="0">
              <a:solidFill>
                <a:srgbClr val="1F74AD"/>
              </a:solidFill>
              <a:latin typeface="黑体" panose="02010609060101010101" pitchFamily="49" charset="-122"/>
              <a:ea typeface="黑体" panose="02010609060101010101" pitchFamily="49" charset="-122"/>
            </a:endParaRPr>
          </a:p>
        </p:txBody>
      </p:sp>
      <p:sp>
        <p:nvSpPr>
          <p:cNvPr id="51" name="矩形 16">
            <a:extLst>
              <a:ext uri="{FF2B5EF4-FFF2-40B4-BE49-F238E27FC236}">
                <a16:creationId xmlns:a16="http://schemas.microsoft.com/office/drawing/2014/main" id="{BEF8BF12-6B37-1544-B47B-9F52C46B7F59}"/>
              </a:ext>
            </a:extLst>
          </p:cNvPr>
          <p:cNvSpPr/>
          <p:nvPr/>
        </p:nvSpPr>
        <p:spPr>
          <a:xfrm>
            <a:off x="9548469" y="5353490"/>
            <a:ext cx="1850030" cy="553409"/>
          </a:xfrm>
          <a:prstGeom prst="rect">
            <a:avLst/>
          </a:prstGeom>
          <a:solidFill>
            <a:schemeClr val="accent1">
              <a:lumMod val="20000"/>
              <a:lumOff val="80000"/>
            </a:schemeClr>
          </a:solidFill>
          <a:ln w="6350">
            <a:solidFill>
              <a:srgbClr val="1F74A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kumimoji="1" lang="zh-CN" altLang="en-US">
              <a:latin typeface="黑体" panose="02010609060101010101" pitchFamily="49" charset="-122"/>
              <a:ea typeface="黑体" panose="02010609060101010101" pitchFamily="49" charset="-122"/>
            </a:endParaRPr>
          </a:p>
        </p:txBody>
      </p:sp>
      <p:sp>
        <p:nvSpPr>
          <p:cNvPr id="52" name="文本框 19">
            <a:extLst>
              <a:ext uri="{FF2B5EF4-FFF2-40B4-BE49-F238E27FC236}">
                <a16:creationId xmlns:a16="http://schemas.microsoft.com/office/drawing/2014/main" id="{7E5186CA-98ED-F642-AC6E-F641DFC66433}"/>
              </a:ext>
            </a:extLst>
          </p:cNvPr>
          <p:cNvSpPr txBox="1"/>
          <p:nvPr/>
        </p:nvSpPr>
        <p:spPr>
          <a:xfrm>
            <a:off x="9956793" y="5443047"/>
            <a:ext cx="1441706" cy="307777"/>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kumimoji="1" lang="zh-CN" altLang="en-US" sz="1400">
                <a:solidFill>
                  <a:srgbClr val="1F74AD"/>
                </a:solidFill>
                <a:latin typeface="黑体" panose="02010609060101010101" pitchFamily="49" charset="-122"/>
                <a:ea typeface="黑体" panose="02010609060101010101" pitchFamily="49" charset="-122"/>
              </a:rPr>
              <a:t>运营管理中心</a:t>
            </a:r>
            <a:endParaRPr kumimoji="1" lang="zh-CN" altLang="en-US" sz="1400" dirty="0">
              <a:solidFill>
                <a:srgbClr val="1F74AD"/>
              </a:solidFill>
              <a:latin typeface="黑体" panose="02010609060101010101" pitchFamily="49" charset="-122"/>
              <a:ea typeface="黑体" panose="02010609060101010101" pitchFamily="49" charset="-122"/>
            </a:endParaRPr>
          </a:p>
        </p:txBody>
      </p:sp>
      <p:pic>
        <p:nvPicPr>
          <p:cNvPr id="53" name="Graphic 17" descr="Web design">
            <a:extLst>
              <a:ext uri="{FF2B5EF4-FFF2-40B4-BE49-F238E27FC236}">
                <a16:creationId xmlns:a16="http://schemas.microsoft.com/office/drawing/2014/main" id="{DE2009D7-D05C-AE43-A25D-555365A0735B}"/>
              </a:ext>
            </a:extLst>
          </p:cNvPr>
          <p:cNvPicPr>
            <a:picLocks noChangeAspect="1"/>
          </p:cNvPicPr>
          <p:nvPr/>
        </p:nvPicPr>
        <p:blipFill>
          <a:blip r:embed="rId11" cstate="print">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9630687" y="5420243"/>
            <a:ext cx="353829" cy="343207"/>
          </a:xfrm>
          <a:prstGeom prst="rect">
            <a:avLst/>
          </a:prstGeom>
        </p:spPr>
      </p:pic>
      <p:pic>
        <p:nvPicPr>
          <p:cNvPr id="54" name="图形 46" descr="Ui Ux">
            <a:extLst>
              <a:ext uri="{FF2B5EF4-FFF2-40B4-BE49-F238E27FC236}">
                <a16:creationId xmlns:a16="http://schemas.microsoft.com/office/drawing/2014/main" id="{5307751B-1BFE-4029-98DC-7CC370F13393}"/>
              </a:ext>
            </a:extLst>
          </p:cNvPr>
          <p:cNvPicPr>
            <a:picLocks noChangeAspect="1"/>
          </p:cNvPicPr>
          <p:nvPr/>
        </p:nvPicPr>
        <p:blipFill>
          <a:blip r:embed="rId5"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9672338" y="3944966"/>
            <a:ext cx="288000" cy="288000"/>
          </a:xfrm>
          <a:prstGeom prst="rect">
            <a:avLst/>
          </a:prstGeom>
          <a:solidFill>
            <a:schemeClr val="accent4">
              <a:lumMod val="60000"/>
              <a:lumOff val="40000"/>
            </a:schemeClr>
          </a:solidFill>
        </p:spPr>
      </p:pic>
      <p:sp>
        <p:nvSpPr>
          <p:cNvPr id="55" name="Smiley Face 54">
            <a:extLst>
              <a:ext uri="{FF2B5EF4-FFF2-40B4-BE49-F238E27FC236}">
                <a16:creationId xmlns:a16="http://schemas.microsoft.com/office/drawing/2014/main" id="{91716709-6DD4-43B8-88C7-6482A7A47A22}"/>
              </a:ext>
            </a:extLst>
          </p:cNvPr>
          <p:cNvSpPr/>
          <p:nvPr/>
        </p:nvSpPr>
        <p:spPr>
          <a:xfrm>
            <a:off x="9668281" y="3127219"/>
            <a:ext cx="280495" cy="282037"/>
          </a:xfrm>
          <a:prstGeom prst="smileyFace">
            <a:avLst/>
          </a:prstGeom>
          <a:solidFill>
            <a:schemeClr val="accent4">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56" name="矩形 30">
            <a:extLst>
              <a:ext uri="{FF2B5EF4-FFF2-40B4-BE49-F238E27FC236}">
                <a16:creationId xmlns:a16="http://schemas.microsoft.com/office/drawing/2014/main" id="{7F09FC4B-2AFA-484D-A396-4914EE644E00}"/>
              </a:ext>
            </a:extLst>
          </p:cNvPr>
          <p:cNvSpPr/>
          <p:nvPr/>
        </p:nvSpPr>
        <p:spPr>
          <a:xfrm>
            <a:off x="1784815" y="4049672"/>
            <a:ext cx="2506547" cy="556054"/>
          </a:xfrm>
          <a:prstGeom prst="rect">
            <a:avLst/>
          </a:prstGeom>
          <a:solidFill>
            <a:srgbClr val="FFC003"/>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kumimoji="1" lang="zh-CN" altLang="en-US">
              <a:latin typeface="黑体" panose="02010609060101010101" pitchFamily="49" charset="-122"/>
              <a:ea typeface="黑体" panose="02010609060101010101" pitchFamily="49" charset="-122"/>
            </a:endParaRPr>
          </a:p>
        </p:txBody>
      </p:sp>
      <p:sp>
        <p:nvSpPr>
          <p:cNvPr id="57" name="文本框 32">
            <a:extLst>
              <a:ext uri="{FF2B5EF4-FFF2-40B4-BE49-F238E27FC236}">
                <a16:creationId xmlns:a16="http://schemas.microsoft.com/office/drawing/2014/main" id="{0072BEE2-DD84-4703-9BDB-81453CDE89D9}"/>
              </a:ext>
            </a:extLst>
          </p:cNvPr>
          <p:cNvSpPr txBox="1"/>
          <p:nvPr/>
        </p:nvSpPr>
        <p:spPr>
          <a:xfrm>
            <a:off x="2312381" y="4169447"/>
            <a:ext cx="1667457" cy="307777"/>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kumimoji="1" lang="zh-CN" altLang="en-US" sz="1400">
                <a:solidFill>
                  <a:srgbClr val="716555"/>
                </a:solidFill>
                <a:latin typeface="黑体" panose="02010609060101010101" pitchFamily="49" charset="-122"/>
                <a:ea typeface="黑体" panose="02010609060101010101" pitchFamily="49" charset="-122"/>
              </a:rPr>
              <a:t>标签管理</a:t>
            </a:r>
            <a:endParaRPr kumimoji="1" lang="zh-CN" altLang="en-US" sz="1400" dirty="0">
              <a:solidFill>
                <a:srgbClr val="716555"/>
              </a:solidFill>
              <a:latin typeface="黑体" panose="02010609060101010101" pitchFamily="49" charset="-122"/>
              <a:ea typeface="黑体" panose="02010609060101010101" pitchFamily="49" charset="-122"/>
            </a:endParaRPr>
          </a:p>
        </p:txBody>
      </p:sp>
      <p:sp>
        <p:nvSpPr>
          <p:cNvPr id="58" name="矩形 33">
            <a:extLst>
              <a:ext uri="{FF2B5EF4-FFF2-40B4-BE49-F238E27FC236}">
                <a16:creationId xmlns:a16="http://schemas.microsoft.com/office/drawing/2014/main" id="{F2583CFC-3928-4C46-824A-96F62AA157F7}"/>
              </a:ext>
            </a:extLst>
          </p:cNvPr>
          <p:cNvSpPr/>
          <p:nvPr/>
        </p:nvSpPr>
        <p:spPr>
          <a:xfrm>
            <a:off x="4424881" y="4033992"/>
            <a:ext cx="2261321" cy="551488"/>
          </a:xfrm>
          <a:prstGeom prst="rect">
            <a:avLst/>
          </a:prstGeom>
          <a:solidFill>
            <a:srgbClr val="FFC003"/>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kumimoji="1" lang="zh-CN" altLang="en-US">
              <a:latin typeface="黑体" panose="02010609060101010101" pitchFamily="49" charset="-122"/>
              <a:ea typeface="黑体" panose="02010609060101010101" pitchFamily="49" charset="-122"/>
            </a:endParaRPr>
          </a:p>
        </p:txBody>
      </p:sp>
      <p:sp>
        <p:nvSpPr>
          <p:cNvPr id="59" name="文本框 34">
            <a:extLst>
              <a:ext uri="{FF2B5EF4-FFF2-40B4-BE49-F238E27FC236}">
                <a16:creationId xmlns:a16="http://schemas.microsoft.com/office/drawing/2014/main" id="{73E946D3-BD0C-4D21-97F4-3C6B7BDA970F}"/>
              </a:ext>
            </a:extLst>
          </p:cNvPr>
          <p:cNvSpPr txBox="1"/>
          <p:nvPr/>
        </p:nvSpPr>
        <p:spPr>
          <a:xfrm>
            <a:off x="5162873" y="4169447"/>
            <a:ext cx="1319825" cy="307777"/>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kumimoji="1" lang="zh-CN" altLang="en-US" sz="1400">
                <a:solidFill>
                  <a:srgbClr val="716555"/>
                </a:solidFill>
                <a:latin typeface="黑体" panose="02010609060101010101" pitchFamily="49" charset="-122"/>
                <a:ea typeface="黑体" panose="02010609060101010101" pitchFamily="49" charset="-122"/>
              </a:rPr>
              <a:t>打标系统</a:t>
            </a:r>
            <a:endParaRPr kumimoji="1" lang="zh-CN" altLang="en-US" sz="1400" dirty="0">
              <a:solidFill>
                <a:srgbClr val="716555"/>
              </a:solidFill>
              <a:latin typeface="黑体" panose="02010609060101010101" pitchFamily="49" charset="-122"/>
              <a:ea typeface="黑体" panose="02010609060101010101" pitchFamily="49" charset="-122"/>
            </a:endParaRPr>
          </a:p>
        </p:txBody>
      </p:sp>
      <p:pic>
        <p:nvPicPr>
          <p:cNvPr id="60" name="图形 46" descr="Ui Ux">
            <a:extLst>
              <a:ext uri="{FF2B5EF4-FFF2-40B4-BE49-F238E27FC236}">
                <a16:creationId xmlns:a16="http://schemas.microsoft.com/office/drawing/2014/main" id="{A157E024-AE12-4C3C-A970-988630FB0E0C}"/>
              </a:ext>
            </a:extLst>
          </p:cNvPr>
          <p:cNvPicPr>
            <a:picLocks noChangeAspect="1"/>
          </p:cNvPicPr>
          <p:nvPr/>
        </p:nvPicPr>
        <p:blipFill>
          <a:blip r:embed="rId5"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4603628" y="4191074"/>
            <a:ext cx="358427" cy="288000"/>
          </a:xfrm>
          <a:prstGeom prst="rect">
            <a:avLst/>
          </a:prstGeom>
        </p:spPr>
      </p:pic>
      <p:pic>
        <p:nvPicPr>
          <p:cNvPr id="61" name="图形 48" descr="Web 设计">
            <a:extLst>
              <a:ext uri="{FF2B5EF4-FFF2-40B4-BE49-F238E27FC236}">
                <a16:creationId xmlns:a16="http://schemas.microsoft.com/office/drawing/2014/main" id="{D11C7F76-BBD0-43AD-BDE6-216AD529D9D7}"/>
              </a:ext>
            </a:extLst>
          </p:cNvPr>
          <p:cNvPicPr>
            <a:picLocks noChangeAspect="1"/>
          </p:cNvPicPr>
          <p:nvPr/>
        </p:nvPicPr>
        <p:blipFill>
          <a:blip r:embed="rId7" cstate="print">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874983" y="4189224"/>
            <a:ext cx="288000" cy="288000"/>
          </a:xfrm>
          <a:prstGeom prst="rect">
            <a:avLst/>
          </a:prstGeom>
        </p:spPr>
      </p:pic>
      <p:sp>
        <p:nvSpPr>
          <p:cNvPr id="62" name="矩形 35">
            <a:extLst>
              <a:ext uri="{FF2B5EF4-FFF2-40B4-BE49-F238E27FC236}">
                <a16:creationId xmlns:a16="http://schemas.microsoft.com/office/drawing/2014/main" id="{919CF247-3B36-4A27-AD1C-FE87A7549FB5}"/>
              </a:ext>
            </a:extLst>
          </p:cNvPr>
          <p:cNvSpPr/>
          <p:nvPr/>
        </p:nvSpPr>
        <p:spPr>
          <a:xfrm>
            <a:off x="6809539" y="4039377"/>
            <a:ext cx="2470258" cy="556054"/>
          </a:xfrm>
          <a:prstGeom prst="rect">
            <a:avLst/>
          </a:prstGeom>
          <a:solidFill>
            <a:srgbClr val="FFC003"/>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kumimoji="1" lang="zh-CN" altLang="en-US">
              <a:latin typeface="黑体" panose="02010609060101010101" pitchFamily="49" charset="-122"/>
              <a:ea typeface="黑体" panose="02010609060101010101" pitchFamily="49" charset="-122"/>
            </a:endParaRPr>
          </a:p>
        </p:txBody>
      </p:sp>
      <p:sp>
        <p:nvSpPr>
          <p:cNvPr id="63" name="文本框 36">
            <a:extLst>
              <a:ext uri="{FF2B5EF4-FFF2-40B4-BE49-F238E27FC236}">
                <a16:creationId xmlns:a16="http://schemas.microsoft.com/office/drawing/2014/main" id="{6B7FAF5E-A0F2-43BC-A1C0-71CF5C3F80FC}"/>
              </a:ext>
            </a:extLst>
          </p:cNvPr>
          <p:cNvSpPr txBox="1"/>
          <p:nvPr/>
        </p:nvSpPr>
        <p:spPr>
          <a:xfrm>
            <a:off x="7306263" y="4204219"/>
            <a:ext cx="1897380" cy="307777"/>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kumimoji="1" lang="zh-CN" altLang="en-US" sz="1400">
                <a:solidFill>
                  <a:srgbClr val="716555"/>
                </a:solidFill>
                <a:latin typeface="黑体" panose="02010609060101010101" pitchFamily="49" charset="-122"/>
                <a:ea typeface="黑体" panose="02010609060101010101" pitchFamily="49" charset="-122"/>
              </a:rPr>
              <a:t>数据质量管理</a:t>
            </a:r>
            <a:endParaRPr kumimoji="1" lang="zh-CN" altLang="en-US" sz="1400" dirty="0">
              <a:solidFill>
                <a:srgbClr val="716555"/>
              </a:solidFill>
              <a:latin typeface="黑体" panose="02010609060101010101" pitchFamily="49" charset="-122"/>
              <a:ea typeface="黑体" panose="02010609060101010101" pitchFamily="49" charset="-122"/>
            </a:endParaRPr>
          </a:p>
        </p:txBody>
      </p:sp>
      <p:pic>
        <p:nvPicPr>
          <p:cNvPr id="64" name="图形 44" descr="工作流">
            <a:extLst>
              <a:ext uri="{FF2B5EF4-FFF2-40B4-BE49-F238E27FC236}">
                <a16:creationId xmlns:a16="http://schemas.microsoft.com/office/drawing/2014/main" id="{24DD6A3B-B6AE-44DB-8DE4-4DFBFCCF7B1B}"/>
              </a:ext>
            </a:extLst>
          </p:cNvPr>
          <p:cNvPicPr>
            <a:picLocks noChangeAspect="1"/>
          </p:cNvPicPr>
          <p:nvPr/>
        </p:nvPicPr>
        <p:blipFill>
          <a:blip r:embed="rId19" cstate="print">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6942110" y="4195402"/>
            <a:ext cx="288000" cy="288000"/>
          </a:xfrm>
          <a:prstGeom prst="rect">
            <a:avLst/>
          </a:prstGeom>
        </p:spPr>
      </p:pic>
      <p:cxnSp>
        <p:nvCxnSpPr>
          <p:cNvPr id="65" name="Straight Connector 64">
            <a:extLst>
              <a:ext uri="{FF2B5EF4-FFF2-40B4-BE49-F238E27FC236}">
                <a16:creationId xmlns:a16="http://schemas.microsoft.com/office/drawing/2014/main" id="{278A11E6-23F7-4E6C-8ECF-8EA11B1AFD45}"/>
              </a:ext>
            </a:extLst>
          </p:cNvPr>
          <p:cNvCxnSpPr/>
          <p:nvPr/>
        </p:nvCxnSpPr>
        <p:spPr>
          <a:xfrm>
            <a:off x="1617177" y="5342979"/>
            <a:ext cx="7802119"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C32B8F13-4780-4FA6-8D73-BF0F2230F9B9}"/>
              </a:ext>
            </a:extLst>
          </p:cNvPr>
          <p:cNvCxnSpPr/>
          <p:nvPr/>
        </p:nvCxnSpPr>
        <p:spPr>
          <a:xfrm>
            <a:off x="1588873" y="4014147"/>
            <a:ext cx="7802119" cy="0"/>
          </a:xfrm>
          <a:prstGeom prst="line">
            <a:avLst/>
          </a:prstGeom>
        </p:spPr>
        <p:style>
          <a:lnRef idx="1">
            <a:schemeClr val="accent1"/>
          </a:lnRef>
          <a:fillRef idx="0">
            <a:schemeClr val="accent1"/>
          </a:fillRef>
          <a:effectRef idx="0">
            <a:schemeClr val="accent1"/>
          </a:effectRef>
          <a:fontRef idx="minor">
            <a:schemeClr val="tx1"/>
          </a:fontRef>
        </p:style>
      </p:cxnSp>
      <p:sp>
        <p:nvSpPr>
          <p:cNvPr id="67" name="矩形 16">
            <a:extLst>
              <a:ext uri="{FF2B5EF4-FFF2-40B4-BE49-F238E27FC236}">
                <a16:creationId xmlns:a16="http://schemas.microsoft.com/office/drawing/2014/main" id="{849F3B84-F19C-3A40-9B80-A792F39689B7}"/>
              </a:ext>
            </a:extLst>
          </p:cNvPr>
          <p:cNvSpPr/>
          <p:nvPr/>
        </p:nvSpPr>
        <p:spPr>
          <a:xfrm>
            <a:off x="4423447" y="3405998"/>
            <a:ext cx="2261321" cy="556054"/>
          </a:xfrm>
          <a:prstGeom prst="rect">
            <a:avLst/>
          </a:prstGeom>
          <a:solidFill>
            <a:schemeClr val="accent1">
              <a:lumMod val="20000"/>
              <a:lumOff val="80000"/>
            </a:schemeClr>
          </a:solidFill>
          <a:ln w="6350">
            <a:solidFill>
              <a:srgbClr val="1F74A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kumimoji="1" lang="zh-CN" altLang="en-US">
              <a:latin typeface="黑体" panose="02010609060101010101" pitchFamily="49" charset="-122"/>
              <a:ea typeface="黑体" panose="02010609060101010101" pitchFamily="49" charset="-122"/>
            </a:endParaRPr>
          </a:p>
        </p:txBody>
      </p:sp>
      <p:sp>
        <p:nvSpPr>
          <p:cNvPr id="68" name="文本框 19">
            <a:extLst>
              <a:ext uri="{FF2B5EF4-FFF2-40B4-BE49-F238E27FC236}">
                <a16:creationId xmlns:a16="http://schemas.microsoft.com/office/drawing/2014/main" id="{9821B580-43EB-8B45-9FFF-7CD16829FDC7}"/>
              </a:ext>
            </a:extLst>
          </p:cNvPr>
          <p:cNvSpPr txBox="1"/>
          <p:nvPr/>
        </p:nvSpPr>
        <p:spPr>
          <a:xfrm>
            <a:off x="5141131" y="3534559"/>
            <a:ext cx="914960" cy="307777"/>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kumimoji="1" lang="zh-CN" altLang="en-US" sz="1400">
                <a:solidFill>
                  <a:srgbClr val="1F74AD"/>
                </a:solidFill>
                <a:latin typeface="黑体" panose="02010609060101010101" pitchFamily="49" charset="-122"/>
                <a:ea typeface="黑体" panose="02010609060101010101" pitchFamily="49" charset="-122"/>
              </a:rPr>
              <a:t>知识图谱</a:t>
            </a:r>
            <a:endParaRPr kumimoji="1" lang="zh-CN" altLang="en-US" sz="1400" dirty="0">
              <a:solidFill>
                <a:srgbClr val="1F74AD"/>
              </a:solidFill>
              <a:latin typeface="黑体" panose="02010609060101010101" pitchFamily="49" charset="-122"/>
              <a:ea typeface="黑体" panose="02010609060101010101" pitchFamily="49" charset="-122"/>
            </a:endParaRPr>
          </a:p>
        </p:txBody>
      </p:sp>
      <p:sp>
        <p:nvSpPr>
          <p:cNvPr id="69" name="Flowchart: Collate 68">
            <a:extLst>
              <a:ext uri="{FF2B5EF4-FFF2-40B4-BE49-F238E27FC236}">
                <a16:creationId xmlns:a16="http://schemas.microsoft.com/office/drawing/2014/main" id="{CDBDFDE6-75C7-49FD-AD48-962C950E6D55}"/>
              </a:ext>
            </a:extLst>
          </p:cNvPr>
          <p:cNvSpPr/>
          <p:nvPr/>
        </p:nvSpPr>
        <p:spPr>
          <a:xfrm>
            <a:off x="4557386" y="3550459"/>
            <a:ext cx="325210" cy="263874"/>
          </a:xfrm>
          <a:prstGeom prst="flowChartCollate">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solidFill>
                <a:schemeClr val="tx1"/>
              </a:solidFill>
            </a:endParaRPr>
          </a:p>
        </p:txBody>
      </p:sp>
      <p:sp>
        <p:nvSpPr>
          <p:cNvPr id="70" name="Flowchart: Multidocument 69">
            <a:extLst>
              <a:ext uri="{FF2B5EF4-FFF2-40B4-BE49-F238E27FC236}">
                <a16:creationId xmlns:a16="http://schemas.microsoft.com/office/drawing/2014/main" id="{630F3571-BDAC-4029-89AC-79E201C50CC4}"/>
              </a:ext>
            </a:extLst>
          </p:cNvPr>
          <p:cNvSpPr/>
          <p:nvPr/>
        </p:nvSpPr>
        <p:spPr>
          <a:xfrm>
            <a:off x="2582048" y="6376156"/>
            <a:ext cx="288000" cy="279926"/>
          </a:xfrm>
          <a:prstGeom prst="flowChartMultidocumen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71" name="图形 18" descr="Cmd 终端">
            <a:extLst>
              <a:ext uri="{FF2B5EF4-FFF2-40B4-BE49-F238E27FC236}">
                <a16:creationId xmlns:a16="http://schemas.microsoft.com/office/drawing/2014/main" id="{EA2FF42B-A377-42BB-BA15-2E16C8921DCB}"/>
              </a:ext>
            </a:extLst>
          </p:cNvPr>
          <p:cNvPicPr>
            <a:picLocks noChangeAspect="1"/>
          </p:cNvPicPr>
          <p:nvPr/>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597103" y="5525986"/>
            <a:ext cx="288000" cy="288000"/>
          </a:xfrm>
          <a:prstGeom prst="rect">
            <a:avLst/>
          </a:prstGeom>
        </p:spPr>
      </p:pic>
      <p:pic>
        <p:nvPicPr>
          <p:cNvPr id="72" name="Graphic 8" descr="Upward trend">
            <a:extLst>
              <a:ext uri="{FF2B5EF4-FFF2-40B4-BE49-F238E27FC236}">
                <a16:creationId xmlns:a16="http://schemas.microsoft.com/office/drawing/2014/main" id="{6B7601BB-28AB-EA47-B702-B4B2E416820E}"/>
              </a:ext>
            </a:extLst>
          </p:cNvPr>
          <p:cNvPicPr>
            <a:picLocks noChangeAspect="1"/>
          </p:cNvPicPr>
          <p:nvPr/>
        </p:nvPicPr>
        <p:blipFill>
          <a:blip r:embed="rId21" cstate="print">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6879121" y="4840617"/>
            <a:ext cx="452213" cy="288001"/>
          </a:xfrm>
          <a:prstGeom prst="rect">
            <a:avLst/>
          </a:prstGeom>
          <a:solidFill>
            <a:srgbClr val="FFC003"/>
          </a:solidFill>
        </p:spPr>
      </p:pic>
      <p:cxnSp>
        <p:nvCxnSpPr>
          <p:cNvPr id="73" name="Straight Connector 72">
            <a:extLst>
              <a:ext uri="{FF2B5EF4-FFF2-40B4-BE49-F238E27FC236}">
                <a16:creationId xmlns:a16="http://schemas.microsoft.com/office/drawing/2014/main" id="{8F79687E-4F71-4159-9CF5-78E7182F5223}"/>
              </a:ext>
            </a:extLst>
          </p:cNvPr>
          <p:cNvCxnSpPr/>
          <p:nvPr/>
        </p:nvCxnSpPr>
        <p:spPr>
          <a:xfrm flipV="1">
            <a:off x="1588873" y="1888914"/>
            <a:ext cx="9157199" cy="27209"/>
          </a:xfrm>
          <a:prstGeom prst="line">
            <a:avLst/>
          </a:prstGeom>
        </p:spPr>
        <p:style>
          <a:lnRef idx="1">
            <a:schemeClr val="accent1"/>
          </a:lnRef>
          <a:fillRef idx="0">
            <a:schemeClr val="accent1"/>
          </a:fillRef>
          <a:effectRef idx="0">
            <a:schemeClr val="accent1"/>
          </a:effectRef>
          <a:fontRef idx="minor">
            <a:schemeClr val="tx1"/>
          </a:fontRef>
        </p:style>
      </p:cxnSp>
      <p:sp>
        <p:nvSpPr>
          <p:cNvPr id="74" name="矩形 23">
            <a:extLst>
              <a:ext uri="{FF2B5EF4-FFF2-40B4-BE49-F238E27FC236}">
                <a16:creationId xmlns:a16="http://schemas.microsoft.com/office/drawing/2014/main" id="{B7AE758C-1FE2-4010-A3E8-25B6C21D3725}"/>
              </a:ext>
            </a:extLst>
          </p:cNvPr>
          <p:cNvSpPr/>
          <p:nvPr/>
        </p:nvSpPr>
        <p:spPr>
          <a:xfrm>
            <a:off x="1785658" y="1292382"/>
            <a:ext cx="1468859" cy="556054"/>
          </a:xfrm>
          <a:prstGeom prst="rect">
            <a:avLst/>
          </a:prstGeom>
          <a:solidFill>
            <a:schemeClr val="accent5">
              <a:lumMod val="40000"/>
              <a:lumOff val="60000"/>
            </a:schemeClr>
          </a:solidFill>
          <a:ln w="6350">
            <a:solidFill>
              <a:srgbClr val="1F74A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kumimoji="1" lang="zh-CN" altLang="en-US">
              <a:latin typeface="黑体" panose="02010609060101010101" pitchFamily="49" charset="-122"/>
              <a:ea typeface="黑体" panose="02010609060101010101" pitchFamily="49" charset="-122"/>
            </a:endParaRPr>
          </a:p>
        </p:txBody>
      </p:sp>
      <p:sp>
        <p:nvSpPr>
          <p:cNvPr id="75" name="文本框 25">
            <a:extLst>
              <a:ext uri="{FF2B5EF4-FFF2-40B4-BE49-F238E27FC236}">
                <a16:creationId xmlns:a16="http://schemas.microsoft.com/office/drawing/2014/main" id="{CDAABC88-83FB-419F-BA2F-DB57783E721C}"/>
              </a:ext>
            </a:extLst>
          </p:cNvPr>
          <p:cNvSpPr txBox="1"/>
          <p:nvPr/>
        </p:nvSpPr>
        <p:spPr>
          <a:xfrm>
            <a:off x="2218916" y="1417091"/>
            <a:ext cx="830156" cy="307777"/>
          </a:xfrm>
          <a:prstGeom prst="rect">
            <a:avLst/>
          </a:prstGeom>
          <a:solidFill>
            <a:schemeClr val="accent5">
              <a:lumMod val="40000"/>
              <a:lumOff val="60000"/>
            </a:schemeClr>
          </a:solid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kumimoji="1" lang="zh-CN" altLang="en-US" sz="1400">
                <a:solidFill>
                  <a:srgbClr val="1F74AD"/>
                </a:solidFill>
                <a:latin typeface="黑体" panose="02010609060101010101" pitchFamily="49" charset="-122"/>
                <a:ea typeface="黑体" panose="02010609060101010101" pitchFamily="49" charset="-122"/>
              </a:rPr>
              <a:t>商易通</a:t>
            </a:r>
            <a:endParaRPr kumimoji="1" lang="zh-CN" altLang="en-US" sz="1400" dirty="0">
              <a:solidFill>
                <a:srgbClr val="1F74AD"/>
              </a:solidFill>
              <a:latin typeface="黑体" panose="02010609060101010101" pitchFamily="49" charset="-122"/>
              <a:ea typeface="黑体" panose="02010609060101010101" pitchFamily="49" charset="-122"/>
            </a:endParaRPr>
          </a:p>
        </p:txBody>
      </p:sp>
      <p:pic>
        <p:nvPicPr>
          <p:cNvPr id="76" name="图形 29" descr="计算机">
            <a:extLst>
              <a:ext uri="{FF2B5EF4-FFF2-40B4-BE49-F238E27FC236}">
                <a16:creationId xmlns:a16="http://schemas.microsoft.com/office/drawing/2014/main" id="{9C4FE70D-E093-4541-BB7E-76985044565C}"/>
              </a:ext>
            </a:extLst>
          </p:cNvPr>
          <p:cNvPicPr>
            <a:picLocks noChangeAspect="1"/>
          </p:cNvPicPr>
          <p:nvPr/>
        </p:nvPicPr>
        <p:blipFill>
          <a:blip r:embed="rId13" cstate="print">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1876807" y="1432941"/>
            <a:ext cx="288000" cy="288000"/>
          </a:xfrm>
          <a:prstGeom prst="rect">
            <a:avLst/>
          </a:prstGeom>
          <a:solidFill>
            <a:schemeClr val="accent5">
              <a:lumMod val="40000"/>
              <a:lumOff val="60000"/>
            </a:schemeClr>
          </a:solidFill>
          <a:ln>
            <a:solidFill>
              <a:schemeClr val="accent1"/>
            </a:solidFill>
          </a:ln>
        </p:spPr>
      </p:pic>
      <p:sp>
        <p:nvSpPr>
          <p:cNvPr id="77" name="矩形 23">
            <a:extLst>
              <a:ext uri="{FF2B5EF4-FFF2-40B4-BE49-F238E27FC236}">
                <a16:creationId xmlns:a16="http://schemas.microsoft.com/office/drawing/2014/main" id="{4175A84C-1C5A-4BF4-A39F-6ED3107D2B97}"/>
              </a:ext>
            </a:extLst>
          </p:cNvPr>
          <p:cNvSpPr/>
          <p:nvPr/>
        </p:nvSpPr>
        <p:spPr>
          <a:xfrm>
            <a:off x="3321992" y="1283505"/>
            <a:ext cx="1547715" cy="556054"/>
          </a:xfrm>
          <a:prstGeom prst="rect">
            <a:avLst/>
          </a:prstGeom>
          <a:solidFill>
            <a:schemeClr val="accent3">
              <a:lumMod val="50000"/>
            </a:schemeClr>
          </a:solidFill>
          <a:ln w="6350">
            <a:solidFill>
              <a:srgbClr val="1F74A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kumimoji="1" lang="zh-CN" altLang="en-US">
              <a:latin typeface="黑体" panose="02010609060101010101" pitchFamily="49" charset="-122"/>
              <a:ea typeface="黑体" panose="02010609060101010101" pitchFamily="49" charset="-122"/>
            </a:endParaRPr>
          </a:p>
        </p:txBody>
      </p:sp>
      <p:sp>
        <p:nvSpPr>
          <p:cNvPr id="78" name="文本框 25">
            <a:extLst>
              <a:ext uri="{FF2B5EF4-FFF2-40B4-BE49-F238E27FC236}">
                <a16:creationId xmlns:a16="http://schemas.microsoft.com/office/drawing/2014/main" id="{79BED980-60E9-4E22-A0EF-4531628F9560}"/>
              </a:ext>
            </a:extLst>
          </p:cNvPr>
          <p:cNvSpPr txBox="1"/>
          <p:nvPr/>
        </p:nvSpPr>
        <p:spPr>
          <a:xfrm>
            <a:off x="3793356" y="1407643"/>
            <a:ext cx="991304" cy="307777"/>
          </a:xfrm>
          <a:prstGeom prst="rect">
            <a:avLst/>
          </a:prstGeom>
          <a:solidFill>
            <a:schemeClr val="accent3">
              <a:lumMod val="50000"/>
            </a:schemeClr>
          </a:solid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kumimoji="1" lang="zh-CN" altLang="en-US" sz="1400">
                <a:solidFill>
                  <a:srgbClr val="1F74AD"/>
                </a:solidFill>
                <a:latin typeface="黑体" panose="02010609060101010101" pitchFamily="49" charset="-122"/>
                <a:ea typeface="黑体" panose="02010609060101010101" pitchFamily="49" charset="-122"/>
              </a:rPr>
              <a:t>商事征信</a:t>
            </a:r>
            <a:endParaRPr kumimoji="1" lang="zh-CN" altLang="en-US" sz="1400" dirty="0">
              <a:solidFill>
                <a:srgbClr val="1F74AD"/>
              </a:solidFill>
              <a:latin typeface="黑体" panose="02010609060101010101" pitchFamily="49" charset="-122"/>
              <a:ea typeface="黑体" panose="02010609060101010101" pitchFamily="49" charset="-122"/>
            </a:endParaRPr>
          </a:p>
        </p:txBody>
      </p:sp>
      <p:pic>
        <p:nvPicPr>
          <p:cNvPr id="79" name="图形 29" descr="计算机">
            <a:extLst>
              <a:ext uri="{FF2B5EF4-FFF2-40B4-BE49-F238E27FC236}">
                <a16:creationId xmlns:a16="http://schemas.microsoft.com/office/drawing/2014/main" id="{86F0F0BE-1CC7-4D3F-A4F0-2254D07209B0}"/>
              </a:ext>
            </a:extLst>
          </p:cNvPr>
          <p:cNvPicPr>
            <a:picLocks noChangeAspect="1"/>
          </p:cNvPicPr>
          <p:nvPr/>
        </p:nvPicPr>
        <p:blipFill>
          <a:blip r:embed="rId13" cstate="print">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3490055" y="1435430"/>
            <a:ext cx="288000" cy="288000"/>
          </a:xfrm>
          <a:prstGeom prst="rect">
            <a:avLst/>
          </a:prstGeom>
          <a:solidFill>
            <a:schemeClr val="accent3">
              <a:lumMod val="50000"/>
            </a:schemeClr>
          </a:solidFill>
          <a:ln>
            <a:solidFill>
              <a:schemeClr val="accent1"/>
            </a:solidFill>
          </a:ln>
        </p:spPr>
      </p:pic>
      <p:sp>
        <p:nvSpPr>
          <p:cNvPr id="80" name="矩形 16">
            <a:extLst>
              <a:ext uri="{FF2B5EF4-FFF2-40B4-BE49-F238E27FC236}">
                <a16:creationId xmlns:a16="http://schemas.microsoft.com/office/drawing/2014/main" id="{BEF8BF12-6B37-1544-B47B-9F52C46B7F59}"/>
              </a:ext>
            </a:extLst>
          </p:cNvPr>
          <p:cNvSpPr/>
          <p:nvPr/>
        </p:nvSpPr>
        <p:spPr>
          <a:xfrm>
            <a:off x="9574671" y="1292382"/>
            <a:ext cx="1171402" cy="553409"/>
          </a:xfrm>
          <a:prstGeom prst="rect">
            <a:avLst/>
          </a:prstGeom>
          <a:solidFill>
            <a:schemeClr val="accent4">
              <a:lumMod val="40000"/>
              <a:lumOff val="60000"/>
            </a:schemeClr>
          </a:solidFill>
          <a:ln w="6350">
            <a:solidFill>
              <a:srgbClr val="1F74A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kumimoji="1" lang="zh-CN" altLang="en-US">
              <a:latin typeface="黑体" panose="02010609060101010101" pitchFamily="49" charset="-122"/>
              <a:ea typeface="黑体" panose="02010609060101010101" pitchFamily="49" charset="-122"/>
            </a:endParaRPr>
          </a:p>
        </p:txBody>
      </p:sp>
      <p:sp>
        <p:nvSpPr>
          <p:cNvPr id="81" name="文本框 19">
            <a:extLst>
              <a:ext uri="{FF2B5EF4-FFF2-40B4-BE49-F238E27FC236}">
                <a16:creationId xmlns:a16="http://schemas.microsoft.com/office/drawing/2014/main" id="{7E5186CA-98ED-F642-AC6E-F641DFC66433}"/>
              </a:ext>
            </a:extLst>
          </p:cNvPr>
          <p:cNvSpPr txBox="1"/>
          <p:nvPr/>
        </p:nvSpPr>
        <p:spPr>
          <a:xfrm>
            <a:off x="9858778" y="1460690"/>
            <a:ext cx="887294" cy="215444"/>
          </a:xfrm>
          <a:prstGeom prst="rect">
            <a:avLst/>
          </a:prstGeom>
          <a:solidFill>
            <a:schemeClr val="accent4">
              <a:lumMod val="40000"/>
              <a:lumOff val="60000"/>
            </a:schemeClr>
          </a:solid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kumimoji="1" lang="zh-CN" altLang="en-US" sz="800">
                <a:solidFill>
                  <a:srgbClr val="1F74AD"/>
                </a:solidFill>
                <a:latin typeface="黑体" panose="02010609060101010101" pitchFamily="49" charset="-122"/>
                <a:ea typeface="黑体" panose="02010609060101010101" pitchFamily="49" charset="-122"/>
              </a:rPr>
              <a:t>流量管理平台</a:t>
            </a:r>
            <a:endParaRPr kumimoji="1" lang="zh-CN" altLang="en-US" sz="800" dirty="0">
              <a:solidFill>
                <a:srgbClr val="1F74AD"/>
              </a:solidFill>
              <a:latin typeface="黑体" panose="02010609060101010101" pitchFamily="49" charset="-122"/>
              <a:ea typeface="黑体" panose="02010609060101010101" pitchFamily="49" charset="-122"/>
            </a:endParaRPr>
          </a:p>
        </p:txBody>
      </p:sp>
      <p:sp>
        <p:nvSpPr>
          <p:cNvPr id="82" name="Smiley Face 81">
            <a:extLst>
              <a:ext uri="{FF2B5EF4-FFF2-40B4-BE49-F238E27FC236}">
                <a16:creationId xmlns:a16="http://schemas.microsoft.com/office/drawing/2014/main" id="{42EBFBF1-D73C-4E38-8F56-D9519CF5BB8A}"/>
              </a:ext>
            </a:extLst>
          </p:cNvPr>
          <p:cNvSpPr/>
          <p:nvPr/>
        </p:nvSpPr>
        <p:spPr>
          <a:xfrm>
            <a:off x="9693556" y="1418555"/>
            <a:ext cx="280495" cy="282037"/>
          </a:xfrm>
          <a:prstGeom prst="smileyFace">
            <a:avLst/>
          </a:prstGeom>
          <a:solidFill>
            <a:schemeClr val="accent4">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83" name="矩形 49">
            <a:extLst>
              <a:ext uri="{FF2B5EF4-FFF2-40B4-BE49-F238E27FC236}">
                <a16:creationId xmlns:a16="http://schemas.microsoft.com/office/drawing/2014/main" id="{D92EC840-7BA3-5B48-B1B3-72031DD889C6}"/>
              </a:ext>
            </a:extLst>
          </p:cNvPr>
          <p:cNvSpPr/>
          <p:nvPr/>
        </p:nvSpPr>
        <p:spPr>
          <a:xfrm>
            <a:off x="9548469" y="6020540"/>
            <a:ext cx="1850030" cy="627790"/>
          </a:xfrm>
          <a:prstGeom prst="rect">
            <a:avLst/>
          </a:prstGeom>
          <a:solidFill>
            <a:srgbClr val="FF0000"/>
          </a:solidFill>
          <a:ln w="6350">
            <a:solidFill>
              <a:srgbClr val="1F74A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kumimoji="1" lang="zh-CN" altLang="en-US" sz="1400">
                <a:solidFill>
                  <a:srgbClr val="FFFF00"/>
                </a:solidFill>
                <a:latin typeface="黑体" panose="02010609060101010101" pitchFamily="49" charset="-122"/>
                <a:ea typeface="黑体" panose="02010609060101010101" pitchFamily="49" charset="-122"/>
              </a:rPr>
              <a:t>监控平台</a:t>
            </a:r>
            <a:endParaRPr kumimoji="1" lang="en-US" altLang="zh-CN" sz="1400" dirty="0">
              <a:solidFill>
                <a:srgbClr val="FFFF00"/>
              </a:solidFill>
              <a:latin typeface="黑体" panose="02010609060101010101" pitchFamily="49" charset="-122"/>
              <a:ea typeface="黑体" panose="02010609060101010101" pitchFamily="49" charset="-122"/>
            </a:endParaRPr>
          </a:p>
        </p:txBody>
      </p:sp>
      <p:pic>
        <p:nvPicPr>
          <p:cNvPr id="84" name="Graphic 8" descr="Upward trend">
            <a:extLst>
              <a:ext uri="{FF2B5EF4-FFF2-40B4-BE49-F238E27FC236}">
                <a16:creationId xmlns:a16="http://schemas.microsoft.com/office/drawing/2014/main" id="{6B7601BB-28AB-EA47-B702-B4B2E416820E}"/>
              </a:ext>
            </a:extLst>
          </p:cNvPr>
          <p:cNvPicPr>
            <a:picLocks noChangeAspect="1"/>
          </p:cNvPicPr>
          <p:nvPr/>
        </p:nvPicPr>
        <p:blipFill>
          <a:blip r:embed="rId21" cstate="print">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9700114" y="6214864"/>
            <a:ext cx="298503" cy="361186"/>
          </a:xfrm>
          <a:prstGeom prst="rect">
            <a:avLst/>
          </a:prstGeom>
          <a:solidFill>
            <a:srgbClr val="FF0000"/>
          </a:solidFill>
        </p:spPr>
      </p:pic>
      <p:sp>
        <p:nvSpPr>
          <p:cNvPr id="85" name="矩形 20">
            <a:extLst>
              <a:ext uri="{FF2B5EF4-FFF2-40B4-BE49-F238E27FC236}">
                <a16:creationId xmlns:a16="http://schemas.microsoft.com/office/drawing/2014/main" id="{B8FA4330-CDB0-46CF-9071-B800D323759F}"/>
              </a:ext>
            </a:extLst>
          </p:cNvPr>
          <p:cNvSpPr/>
          <p:nvPr/>
        </p:nvSpPr>
        <p:spPr>
          <a:xfrm>
            <a:off x="4423448" y="2745997"/>
            <a:ext cx="2261320" cy="548951"/>
          </a:xfrm>
          <a:prstGeom prst="rect">
            <a:avLst/>
          </a:prstGeom>
          <a:solidFill>
            <a:schemeClr val="accent2">
              <a:lumMod val="40000"/>
              <a:lumOff val="60000"/>
            </a:schemeClr>
          </a:solidFill>
          <a:ln w="6350">
            <a:solidFill>
              <a:srgbClr val="1F74A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kumimoji="1" lang="zh-CN" altLang="en-US">
              <a:highlight>
                <a:srgbClr val="FFFF00"/>
              </a:highlight>
              <a:latin typeface="黑体" panose="02010609060101010101" pitchFamily="49" charset="-122"/>
              <a:ea typeface="黑体" panose="02010609060101010101" pitchFamily="49" charset="-122"/>
            </a:endParaRPr>
          </a:p>
        </p:txBody>
      </p:sp>
      <p:sp>
        <p:nvSpPr>
          <p:cNvPr id="86" name="文本框 22">
            <a:extLst>
              <a:ext uri="{FF2B5EF4-FFF2-40B4-BE49-F238E27FC236}">
                <a16:creationId xmlns:a16="http://schemas.microsoft.com/office/drawing/2014/main" id="{4DE8C8F9-DE2A-4EF0-ADC7-4CECCF5FA9D4}"/>
              </a:ext>
            </a:extLst>
          </p:cNvPr>
          <p:cNvSpPr txBox="1"/>
          <p:nvPr/>
        </p:nvSpPr>
        <p:spPr>
          <a:xfrm>
            <a:off x="4806145" y="2832426"/>
            <a:ext cx="1754909" cy="307777"/>
          </a:xfrm>
          <a:prstGeom prst="rect">
            <a:avLst/>
          </a:prstGeom>
          <a:solidFill>
            <a:schemeClr val="accent2">
              <a:lumMod val="40000"/>
              <a:lumOff val="60000"/>
            </a:schemeClr>
          </a:solid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kumimoji="1" lang="zh-CN" altLang="en-US" sz="1400">
                <a:solidFill>
                  <a:srgbClr val="1F74AD"/>
                </a:solidFill>
                <a:highlight>
                  <a:srgbClr val="FFFF00"/>
                </a:highlight>
                <a:latin typeface="黑体" panose="02010609060101010101" pitchFamily="49" charset="-122"/>
                <a:ea typeface="黑体" panose="02010609060101010101" pitchFamily="49" charset="-122"/>
              </a:rPr>
              <a:t>监管</a:t>
            </a:r>
            <a:r>
              <a:rPr kumimoji="1" lang="en-US" altLang="zh-CN" sz="1400">
                <a:solidFill>
                  <a:srgbClr val="1F74AD"/>
                </a:solidFill>
                <a:highlight>
                  <a:srgbClr val="FFFF00"/>
                </a:highlight>
                <a:latin typeface="黑体" panose="02010609060101010101" pitchFamily="49" charset="-122"/>
                <a:ea typeface="黑体" panose="02010609060101010101" pitchFamily="49" charset="-122"/>
              </a:rPr>
              <a:t>&amp;</a:t>
            </a:r>
            <a:r>
              <a:rPr kumimoji="1" lang="zh-CN" altLang="en-US" sz="1400">
                <a:solidFill>
                  <a:srgbClr val="1F74AD"/>
                </a:solidFill>
                <a:highlight>
                  <a:srgbClr val="FFFF00"/>
                </a:highlight>
                <a:latin typeface="黑体" panose="02010609060101010101" pitchFamily="49" charset="-122"/>
                <a:ea typeface="黑体" panose="02010609060101010101" pitchFamily="49" charset="-122"/>
              </a:rPr>
              <a:t>合规风险管理</a:t>
            </a:r>
            <a:endParaRPr kumimoji="1" lang="zh-CN" altLang="en-US" sz="1400" dirty="0">
              <a:solidFill>
                <a:srgbClr val="1F74AD"/>
              </a:solidFill>
              <a:highlight>
                <a:srgbClr val="FFFF00"/>
              </a:highlight>
              <a:latin typeface="黑体" panose="02010609060101010101" pitchFamily="49" charset="-122"/>
              <a:ea typeface="黑体" panose="02010609060101010101" pitchFamily="49" charset="-122"/>
            </a:endParaRPr>
          </a:p>
        </p:txBody>
      </p:sp>
      <p:sp>
        <p:nvSpPr>
          <p:cNvPr id="87" name="Sun 86">
            <a:extLst>
              <a:ext uri="{FF2B5EF4-FFF2-40B4-BE49-F238E27FC236}">
                <a16:creationId xmlns:a16="http://schemas.microsoft.com/office/drawing/2014/main" id="{DEA505BE-0E20-4D4D-A1DD-D1A4253BA8F9}"/>
              </a:ext>
            </a:extLst>
          </p:cNvPr>
          <p:cNvSpPr/>
          <p:nvPr/>
        </p:nvSpPr>
        <p:spPr>
          <a:xfrm>
            <a:off x="4577343" y="2832426"/>
            <a:ext cx="265173" cy="307777"/>
          </a:xfrm>
          <a:prstGeom prst="sun">
            <a:avLst>
              <a:gd name="adj" fmla="val 46875"/>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88" name="矩形 20">
            <a:extLst>
              <a:ext uri="{FF2B5EF4-FFF2-40B4-BE49-F238E27FC236}">
                <a16:creationId xmlns:a16="http://schemas.microsoft.com/office/drawing/2014/main" id="{BCDD6CEA-F7FE-4EA3-A619-9CAE050421B6}"/>
              </a:ext>
            </a:extLst>
          </p:cNvPr>
          <p:cNvSpPr/>
          <p:nvPr/>
        </p:nvSpPr>
        <p:spPr>
          <a:xfrm>
            <a:off x="4981372" y="1280765"/>
            <a:ext cx="1680372" cy="556054"/>
          </a:xfrm>
          <a:prstGeom prst="rect">
            <a:avLst/>
          </a:prstGeom>
          <a:solidFill>
            <a:schemeClr val="accent5"/>
          </a:solidFill>
          <a:ln w="6350">
            <a:solidFill>
              <a:srgbClr val="1F74A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kumimoji="1" lang="zh-CN" altLang="en-US">
              <a:latin typeface="黑体" panose="02010609060101010101" pitchFamily="49" charset="-122"/>
              <a:ea typeface="黑体" panose="02010609060101010101" pitchFamily="49" charset="-122"/>
            </a:endParaRPr>
          </a:p>
        </p:txBody>
      </p:sp>
      <p:sp>
        <p:nvSpPr>
          <p:cNvPr id="89" name="文本框 22">
            <a:extLst>
              <a:ext uri="{FF2B5EF4-FFF2-40B4-BE49-F238E27FC236}">
                <a16:creationId xmlns:a16="http://schemas.microsoft.com/office/drawing/2014/main" id="{27D9B192-EC67-4F64-AD08-7A84D5519DCA}"/>
              </a:ext>
            </a:extLst>
          </p:cNvPr>
          <p:cNvSpPr txBox="1"/>
          <p:nvPr/>
        </p:nvSpPr>
        <p:spPr>
          <a:xfrm>
            <a:off x="5371171" y="1414524"/>
            <a:ext cx="939187" cy="307777"/>
          </a:xfrm>
          <a:prstGeom prst="rect">
            <a:avLst/>
          </a:prstGeom>
          <a:solidFill>
            <a:schemeClr val="accent5"/>
          </a:solid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kumimoji="1" lang="zh-CN" altLang="en-US" sz="1400">
                <a:solidFill>
                  <a:schemeClr val="accent3">
                    <a:lumMod val="60000"/>
                    <a:lumOff val="40000"/>
                  </a:schemeClr>
                </a:solidFill>
                <a:latin typeface="黑体" panose="02010609060101010101" pitchFamily="49" charset="-122"/>
                <a:ea typeface="黑体" panose="02010609060101010101" pitchFamily="49" charset="-122"/>
              </a:rPr>
              <a:t>普税贷</a:t>
            </a:r>
            <a:endParaRPr kumimoji="1" lang="zh-CN" altLang="en-US" sz="1400" dirty="0">
              <a:solidFill>
                <a:schemeClr val="accent3">
                  <a:lumMod val="60000"/>
                  <a:lumOff val="40000"/>
                </a:schemeClr>
              </a:solidFill>
              <a:latin typeface="黑体" panose="02010609060101010101" pitchFamily="49" charset="-122"/>
              <a:ea typeface="黑体" panose="02010609060101010101" pitchFamily="49" charset="-122"/>
            </a:endParaRPr>
          </a:p>
        </p:txBody>
      </p:sp>
      <p:sp>
        <p:nvSpPr>
          <p:cNvPr id="90" name="Sun 89">
            <a:extLst>
              <a:ext uri="{FF2B5EF4-FFF2-40B4-BE49-F238E27FC236}">
                <a16:creationId xmlns:a16="http://schemas.microsoft.com/office/drawing/2014/main" id="{56925CAB-2879-4E9B-ABD2-19013707C7E7}"/>
              </a:ext>
            </a:extLst>
          </p:cNvPr>
          <p:cNvSpPr/>
          <p:nvPr/>
        </p:nvSpPr>
        <p:spPr>
          <a:xfrm>
            <a:off x="5048847" y="1404270"/>
            <a:ext cx="265173" cy="307777"/>
          </a:xfrm>
          <a:prstGeom prst="sun">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91" name="立方体 2">
            <a:extLst>
              <a:ext uri="{FF2B5EF4-FFF2-40B4-BE49-F238E27FC236}">
                <a16:creationId xmlns:a16="http://schemas.microsoft.com/office/drawing/2014/main" id="{9A742950-7C06-4DAF-9943-2FF1A5ADDEAF}"/>
              </a:ext>
            </a:extLst>
          </p:cNvPr>
          <p:cNvSpPr/>
          <p:nvPr/>
        </p:nvSpPr>
        <p:spPr>
          <a:xfrm>
            <a:off x="532709" y="1281353"/>
            <a:ext cx="610232" cy="556054"/>
          </a:xfrm>
          <a:prstGeom prst="cube">
            <a:avLst>
              <a:gd name="adj" fmla="val 11667"/>
            </a:avLst>
          </a:prstGeom>
          <a:solidFill>
            <a:srgbClr val="16A3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kumimoji="1" lang="zh-CN" altLang="en-US" sz="900">
                <a:latin typeface="黑体" panose="02010609060101010101" pitchFamily="49" charset="-122"/>
                <a:ea typeface="黑体" panose="02010609060101010101" pitchFamily="49" charset="-122"/>
              </a:rPr>
              <a:t>场景层</a:t>
            </a:r>
            <a:endParaRPr kumimoji="1" lang="zh-CN" altLang="en-US" sz="900" dirty="0">
              <a:latin typeface="黑体" panose="02010609060101010101" pitchFamily="49" charset="-122"/>
              <a:ea typeface="黑体" panose="02010609060101010101" pitchFamily="49" charset="-122"/>
            </a:endParaRPr>
          </a:p>
        </p:txBody>
      </p:sp>
      <p:sp>
        <p:nvSpPr>
          <p:cNvPr id="92" name="文本框 22">
            <a:extLst>
              <a:ext uri="{FF2B5EF4-FFF2-40B4-BE49-F238E27FC236}">
                <a16:creationId xmlns:a16="http://schemas.microsoft.com/office/drawing/2014/main" id="{056DA6BB-E4D2-43F9-A2FD-118E525F6678}"/>
              </a:ext>
            </a:extLst>
          </p:cNvPr>
          <p:cNvSpPr txBox="1"/>
          <p:nvPr/>
        </p:nvSpPr>
        <p:spPr>
          <a:xfrm>
            <a:off x="8456418" y="1524332"/>
            <a:ext cx="821024" cy="307777"/>
          </a:xfrm>
          <a:prstGeom prst="rect">
            <a:avLst/>
          </a:prstGeom>
          <a:solidFill>
            <a:schemeClr val="accent5"/>
          </a:solid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kumimoji="1" lang="en-US" altLang="zh-CN" sz="1400">
                <a:solidFill>
                  <a:srgbClr val="1F74AD"/>
                </a:solidFill>
                <a:latin typeface="黑体" panose="02010609060101010101" pitchFamily="49" charset="-122"/>
                <a:ea typeface="黑体" panose="02010609060101010101" pitchFamily="49" charset="-122"/>
              </a:rPr>
              <a:t>...</a:t>
            </a:r>
            <a:endParaRPr kumimoji="1" lang="zh-CN" altLang="en-US" sz="1400" dirty="0">
              <a:solidFill>
                <a:srgbClr val="1F74AD"/>
              </a:solidFill>
              <a:latin typeface="黑体" panose="02010609060101010101" pitchFamily="49" charset="-122"/>
              <a:ea typeface="黑体" panose="02010609060101010101" pitchFamily="49" charset="-122"/>
            </a:endParaRPr>
          </a:p>
        </p:txBody>
      </p:sp>
      <p:sp>
        <p:nvSpPr>
          <p:cNvPr id="93" name="矩形 20">
            <a:extLst>
              <a:ext uri="{FF2B5EF4-FFF2-40B4-BE49-F238E27FC236}">
                <a16:creationId xmlns:a16="http://schemas.microsoft.com/office/drawing/2014/main" id="{CF1EFA1E-86BB-4A62-B760-4628D788FFE2}"/>
              </a:ext>
            </a:extLst>
          </p:cNvPr>
          <p:cNvSpPr/>
          <p:nvPr/>
        </p:nvSpPr>
        <p:spPr>
          <a:xfrm>
            <a:off x="6718895" y="1280765"/>
            <a:ext cx="1680372" cy="556054"/>
          </a:xfrm>
          <a:prstGeom prst="rect">
            <a:avLst/>
          </a:prstGeom>
          <a:solidFill>
            <a:schemeClr val="accent5"/>
          </a:solidFill>
          <a:ln w="6350">
            <a:solidFill>
              <a:srgbClr val="1F74A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kumimoji="1" lang="zh-CN" altLang="en-US">
              <a:latin typeface="黑体" panose="02010609060101010101" pitchFamily="49" charset="-122"/>
              <a:ea typeface="黑体" panose="02010609060101010101" pitchFamily="49" charset="-122"/>
            </a:endParaRPr>
          </a:p>
        </p:txBody>
      </p:sp>
      <p:sp>
        <p:nvSpPr>
          <p:cNvPr id="94" name="文本框 22">
            <a:extLst>
              <a:ext uri="{FF2B5EF4-FFF2-40B4-BE49-F238E27FC236}">
                <a16:creationId xmlns:a16="http://schemas.microsoft.com/office/drawing/2014/main" id="{265A4810-5499-4DDA-800B-1AEB33D044B4}"/>
              </a:ext>
            </a:extLst>
          </p:cNvPr>
          <p:cNvSpPr txBox="1"/>
          <p:nvPr/>
        </p:nvSpPr>
        <p:spPr>
          <a:xfrm>
            <a:off x="7108694" y="1414524"/>
            <a:ext cx="939187" cy="307777"/>
          </a:xfrm>
          <a:prstGeom prst="rect">
            <a:avLst/>
          </a:prstGeom>
          <a:solidFill>
            <a:schemeClr val="accent5"/>
          </a:solid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kumimoji="1" lang="zh-CN" altLang="en-US" sz="1400">
                <a:solidFill>
                  <a:srgbClr val="FFFF00"/>
                </a:solidFill>
                <a:latin typeface="黑体" panose="02010609060101010101" pitchFamily="49" charset="-122"/>
                <a:ea typeface="黑体" panose="02010609060101010101" pitchFamily="49" charset="-122"/>
              </a:rPr>
              <a:t>科创贷</a:t>
            </a:r>
            <a:endParaRPr kumimoji="1" lang="zh-CN" altLang="en-US" sz="1400" dirty="0">
              <a:solidFill>
                <a:srgbClr val="FFFF00"/>
              </a:solidFill>
              <a:latin typeface="黑体" panose="02010609060101010101" pitchFamily="49" charset="-122"/>
              <a:ea typeface="黑体" panose="02010609060101010101" pitchFamily="49" charset="-122"/>
            </a:endParaRPr>
          </a:p>
        </p:txBody>
      </p:sp>
      <p:sp>
        <p:nvSpPr>
          <p:cNvPr id="95" name="Sun 94">
            <a:extLst>
              <a:ext uri="{FF2B5EF4-FFF2-40B4-BE49-F238E27FC236}">
                <a16:creationId xmlns:a16="http://schemas.microsoft.com/office/drawing/2014/main" id="{39FA526A-7F5D-4041-A13D-1A5714043EE4}"/>
              </a:ext>
            </a:extLst>
          </p:cNvPr>
          <p:cNvSpPr/>
          <p:nvPr/>
        </p:nvSpPr>
        <p:spPr>
          <a:xfrm>
            <a:off x="6786370" y="1404270"/>
            <a:ext cx="265173" cy="307777"/>
          </a:xfrm>
          <a:prstGeom prst="sun">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96" name="矩形 16">
            <a:extLst>
              <a:ext uri="{FF2B5EF4-FFF2-40B4-BE49-F238E27FC236}">
                <a16:creationId xmlns:a16="http://schemas.microsoft.com/office/drawing/2014/main" id="{BEF8BF12-6B37-1544-B47B-9F52C46B7F59}"/>
              </a:ext>
            </a:extLst>
          </p:cNvPr>
          <p:cNvSpPr/>
          <p:nvPr/>
        </p:nvSpPr>
        <p:spPr>
          <a:xfrm>
            <a:off x="6778268" y="1988356"/>
            <a:ext cx="2463134" cy="553409"/>
          </a:xfrm>
          <a:prstGeom prst="rect">
            <a:avLst/>
          </a:prstGeom>
          <a:solidFill>
            <a:schemeClr val="accent1">
              <a:lumMod val="20000"/>
              <a:lumOff val="80000"/>
            </a:schemeClr>
          </a:solidFill>
          <a:ln w="6350">
            <a:solidFill>
              <a:srgbClr val="1F74A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kumimoji="1" lang="zh-CN" altLang="en-US">
              <a:latin typeface="黑体" panose="02010609060101010101" pitchFamily="49" charset="-122"/>
              <a:ea typeface="黑体" panose="02010609060101010101" pitchFamily="49" charset="-122"/>
            </a:endParaRPr>
          </a:p>
        </p:txBody>
      </p:sp>
      <p:sp>
        <p:nvSpPr>
          <p:cNvPr id="97" name="文本框 19">
            <a:extLst>
              <a:ext uri="{FF2B5EF4-FFF2-40B4-BE49-F238E27FC236}">
                <a16:creationId xmlns:a16="http://schemas.microsoft.com/office/drawing/2014/main" id="{7E5186CA-98ED-F642-AC6E-F641DFC66433}"/>
              </a:ext>
            </a:extLst>
          </p:cNvPr>
          <p:cNvSpPr txBox="1"/>
          <p:nvPr/>
        </p:nvSpPr>
        <p:spPr>
          <a:xfrm>
            <a:off x="7587696" y="2101660"/>
            <a:ext cx="1398446" cy="307777"/>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kumimoji="1" lang="zh-CN" altLang="en-US" sz="1400">
                <a:solidFill>
                  <a:srgbClr val="1F74AD"/>
                </a:solidFill>
                <a:latin typeface="黑体" panose="02010609060101010101" pitchFamily="49" charset="-122"/>
                <a:ea typeface="黑体" panose="02010609060101010101" pitchFamily="49" charset="-122"/>
              </a:rPr>
              <a:t>  </a:t>
            </a:r>
            <a:r>
              <a:rPr kumimoji="1" lang="en-US" altLang="zh-CN" sz="1400">
                <a:solidFill>
                  <a:srgbClr val="1F74AD"/>
                </a:solidFill>
                <a:latin typeface="黑体" panose="02010609060101010101" pitchFamily="49" charset="-122"/>
                <a:ea typeface="黑体" panose="02010609060101010101" pitchFamily="49" charset="-122"/>
              </a:rPr>
              <a:t>……</a:t>
            </a:r>
            <a:endParaRPr kumimoji="1" lang="zh-CN" altLang="en-US" sz="1400" dirty="0">
              <a:solidFill>
                <a:srgbClr val="1F74AD"/>
              </a:solidFill>
              <a:latin typeface="黑体" panose="02010609060101010101" pitchFamily="49" charset="-122"/>
              <a:ea typeface="黑体" panose="02010609060101010101" pitchFamily="49" charset="-122"/>
            </a:endParaRPr>
          </a:p>
        </p:txBody>
      </p:sp>
      <p:pic>
        <p:nvPicPr>
          <p:cNvPr id="98" name="Graphic 17" descr="Web design">
            <a:extLst>
              <a:ext uri="{FF2B5EF4-FFF2-40B4-BE49-F238E27FC236}">
                <a16:creationId xmlns:a16="http://schemas.microsoft.com/office/drawing/2014/main" id="{DE2009D7-D05C-AE43-A25D-555365A0735B}"/>
              </a:ext>
            </a:extLst>
          </p:cNvPr>
          <p:cNvPicPr>
            <a:picLocks noChangeAspect="1"/>
          </p:cNvPicPr>
          <p:nvPr/>
        </p:nvPicPr>
        <p:blipFill>
          <a:blip r:embed="rId11" cstate="print">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6860517" y="2063403"/>
            <a:ext cx="644930" cy="422483"/>
          </a:xfrm>
          <a:prstGeom prst="rect">
            <a:avLst/>
          </a:prstGeom>
        </p:spPr>
      </p:pic>
    </p:spTree>
    <p:extLst>
      <p:ext uri="{BB962C8B-B14F-4D97-AF65-F5344CB8AC3E}">
        <p14:creationId xmlns:p14="http://schemas.microsoft.com/office/powerpoint/2010/main" val="3992115309"/>
      </p:ext>
    </p:extLst>
  </p:cSld>
  <p:clrMapOvr>
    <a:masterClrMapping/>
  </p:clrMapOvr>
  <p:transition spd="slow"/>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71959" y="682757"/>
            <a:ext cx="10469660" cy="576263"/>
          </a:xfrm>
        </p:spPr>
        <p:txBody>
          <a:bodyPr>
            <a:noAutofit/>
          </a:bodyPr>
          <a:lstStyle/>
          <a:p>
            <a:r>
              <a:rPr lang="zh-CN" altLang="en-US">
                <a:solidFill>
                  <a:schemeClr val="tx2">
                    <a:lumMod val="75000"/>
                  </a:schemeClr>
                </a:solidFill>
                <a:latin typeface="Microsoft YaHei" panose="020B0503020204020204" pitchFamily="34" charset="-122"/>
                <a:ea typeface="Microsoft YaHei" panose="020B0503020204020204" pitchFamily="34" charset="-122"/>
              </a:rPr>
              <a:t>微服务的问题</a:t>
            </a:r>
            <a:endParaRPr lang="zh-CN" altLang="en-US" dirty="0">
              <a:solidFill>
                <a:schemeClr val="tx2">
                  <a:lumMod val="75000"/>
                </a:schemeClr>
              </a:solidFill>
              <a:latin typeface="Microsoft YaHei" panose="020B0503020204020204" pitchFamily="34" charset="-122"/>
              <a:ea typeface="Microsoft YaHei" panose="020B0503020204020204" pitchFamily="34" charset="-122"/>
            </a:endParaRPr>
          </a:p>
        </p:txBody>
      </p:sp>
      <p:sp>
        <p:nvSpPr>
          <p:cNvPr id="7" name="燕尾形 5">
            <a:extLst>
              <a:ext uri="{FF2B5EF4-FFF2-40B4-BE49-F238E27FC236}">
                <a16:creationId xmlns:a16="http://schemas.microsoft.com/office/drawing/2014/main" id="{9AD94AB6-D4C4-4BEB-B79F-C4D463CAA72D}"/>
              </a:ext>
            </a:extLst>
          </p:cNvPr>
          <p:cNvSpPr/>
          <p:nvPr>
            <p:custDataLst>
              <p:tags r:id="rId1"/>
            </p:custDataLst>
          </p:nvPr>
        </p:nvSpPr>
        <p:spPr>
          <a:xfrm>
            <a:off x="1343324" y="2757600"/>
            <a:ext cx="3036464" cy="972463"/>
          </a:xfrm>
          <a:prstGeom prst="chevr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rmAutofit/>
          </a:bodyPr>
          <a:lstStyle/>
          <a:p>
            <a:pPr marL="0" indent="0" algn="ctr">
              <a:lnSpc>
                <a:spcPct val="100000"/>
              </a:lnSpc>
              <a:spcBef>
                <a:spcPts val="0"/>
              </a:spcBef>
              <a:spcAft>
                <a:spcPts val="0"/>
              </a:spcAft>
              <a:buSzPct val="100000"/>
              <a:buNone/>
            </a:pPr>
            <a:r>
              <a:rPr lang="zh-CN" altLang="en-US" sz="2800" kern="0" spc="200">
                <a:solidFill>
                  <a:schemeClr val="lt2"/>
                </a:solidFill>
                <a:latin typeface="Microsoft YaHei" panose="020B0503020204020204" pitchFamily="34" charset="-122"/>
                <a:ea typeface="Microsoft YaHei" panose="020B0503020204020204" pitchFamily="34" charset="-122"/>
                <a:cs typeface="+mj-cs"/>
              </a:rPr>
              <a:t>服务治理</a:t>
            </a:r>
            <a:endParaRPr lang="zh-CN" altLang="en-US" sz="2800" kern="0" spc="200" dirty="0">
              <a:solidFill>
                <a:schemeClr val="lt2"/>
              </a:solidFill>
              <a:latin typeface="Microsoft YaHei" panose="020B0503020204020204" pitchFamily="34" charset="-122"/>
              <a:ea typeface="Microsoft YaHei" panose="020B0503020204020204" pitchFamily="34" charset="-122"/>
              <a:cs typeface="+mj-cs"/>
            </a:endParaRPr>
          </a:p>
        </p:txBody>
      </p:sp>
      <p:sp>
        <p:nvSpPr>
          <p:cNvPr id="8" name="燕尾形 6">
            <a:extLst>
              <a:ext uri="{FF2B5EF4-FFF2-40B4-BE49-F238E27FC236}">
                <a16:creationId xmlns:a16="http://schemas.microsoft.com/office/drawing/2014/main" id="{9FFF5C26-E543-4353-9ED9-B85629DB14C1}"/>
              </a:ext>
            </a:extLst>
          </p:cNvPr>
          <p:cNvSpPr/>
          <p:nvPr>
            <p:custDataLst>
              <p:tags r:id="rId2"/>
            </p:custDataLst>
          </p:nvPr>
        </p:nvSpPr>
        <p:spPr>
          <a:xfrm>
            <a:off x="3886830" y="2757600"/>
            <a:ext cx="1094690" cy="972463"/>
          </a:xfrm>
          <a:prstGeom prst="chevron">
            <a:avLst/>
          </a:prstGeom>
          <a:solidFill>
            <a:srgbClr val="FFFFFF"/>
          </a:solidFill>
          <a:ln>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zh-CN" altLang="en-US">
              <a:solidFill>
                <a:schemeClr val="dk1"/>
              </a:solidFill>
              <a:latin typeface="Microsoft YaHei" panose="020B0503020204020204" pitchFamily="34" charset="-122"/>
              <a:ea typeface="Microsoft YaHei" panose="020B0503020204020204" pitchFamily="34" charset="-122"/>
              <a:sym typeface="Arial" panose="020B0604020202020204" pitchFamily="34" charset="0"/>
            </a:endParaRPr>
          </a:p>
        </p:txBody>
      </p:sp>
      <p:sp>
        <p:nvSpPr>
          <p:cNvPr id="10" name="燕尾形 7">
            <a:extLst>
              <a:ext uri="{FF2B5EF4-FFF2-40B4-BE49-F238E27FC236}">
                <a16:creationId xmlns:a16="http://schemas.microsoft.com/office/drawing/2014/main" id="{4332DD90-CF7D-4BA2-8FD0-F588E89C9C58}"/>
              </a:ext>
            </a:extLst>
          </p:cNvPr>
          <p:cNvSpPr/>
          <p:nvPr>
            <p:custDataLst>
              <p:tags r:id="rId3"/>
            </p:custDataLst>
          </p:nvPr>
        </p:nvSpPr>
        <p:spPr>
          <a:xfrm>
            <a:off x="4488558" y="2757600"/>
            <a:ext cx="3036464" cy="972463"/>
          </a:xfrm>
          <a:prstGeom prst="chevr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rmAutofit/>
          </a:bodyPr>
          <a:lstStyle/>
          <a:p>
            <a:pPr marL="0" indent="0" algn="ctr">
              <a:lnSpc>
                <a:spcPct val="100000"/>
              </a:lnSpc>
              <a:spcBef>
                <a:spcPts val="0"/>
              </a:spcBef>
              <a:spcAft>
                <a:spcPts val="0"/>
              </a:spcAft>
              <a:buSzPct val="100000"/>
              <a:buNone/>
            </a:pPr>
            <a:r>
              <a:rPr lang="zh-CN" altLang="en-US" sz="2800" spc="200">
                <a:solidFill>
                  <a:schemeClr val="lt2"/>
                </a:solidFill>
                <a:latin typeface="Microsoft YaHei" panose="020B0503020204020204" pitchFamily="34" charset="-122"/>
                <a:ea typeface="Microsoft YaHei" panose="020B0503020204020204" pitchFamily="34" charset="-122"/>
                <a:cs typeface="+mj-cs"/>
              </a:rPr>
              <a:t>流量控制</a:t>
            </a:r>
            <a:endParaRPr lang="zh-CN" altLang="en-US" sz="2800" kern="0" spc="200" dirty="0">
              <a:solidFill>
                <a:schemeClr val="lt2"/>
              </a:solidFill>
              <a:latin typeface="Microsoft YaHei" panose="020B0503020204020204" pitchFamily="34" charset="-122"/>
              <a:ea typeface="Microsoft YaHei" panose="020B0503020204020204" pitchFamily="34" charset="-122"/>
              <a:cs typeface="+mj-cs"/>
            </a:endParaRPr>
          </a:p>
        </p:txBody>
      </p:sp>
      <p:sp>
        <p:nvSpPr>
          <p:cNvPr id="11" name="燕尾形 8">
            <a:extLst>
              <a:ext uri="{FF2B5EF4-FFF2-40B4-BE49-F238E27FC236}">
                <a16:creationId xmlns:a16="http://schemas.microsoft.com/office/drawing/2014/main" id="{730DF218-86DF-431E-9EA5-E3D3ED519DF5}"/>
              </a:ext>
            </a:extLst>
          </p:cNvPr>
          <p:cNvSpPr/>
          <p:nvPr>
            <p:custDataLst>
              <p:tags r:id="rId4"/>
            </p:custDataLst>
          </p:nvPr>
        </p:nvSpPr>
        <p:spPr>
          <a:xfrm>
            <a:off x="7032064" y="2757600"/>
            <a:ext cx="1094690" cy="972463"/>
          </a:xfrm>
          <a:prstGeom prst="chevron">
            <a:avLst/>
          </a:prstGeom>
          <a:solidFill>
            <a:srgbClr val="FFFFFF"/>
          </a:solidFill>
          <a:ln>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zh-CN" altLang="en-US">
              <a:solidFill>
                <a:schemeClr val="dk1"/>
              </a:solidFill>
              <a:latin typeface="Microsoft YaHei" panose="020B0503020204020204" pitchFamily="34" charset="-122"/>
              <a:ea typeface="Microsoft YaHei" panose="020B0503020204020204" pitchFamily="34" charset="-122"/>
              <a:sym typeface="Arial" panose="020B0604020202020204" pitchFamily="34" charset="0"/>
            </a:endParaRPr>
          </a:p>
        </p:txBody>
      </p:sp>
      <p:sp>
        <p:nvSpPr>
          <p:cNvPr id="12" name="燕尾形 12">
            <a:extLst>
              <a:ext uri="{FF2B5EF4-FFF2-40B4-BE49-F238E27FC236}">
                <a16:creationId xmlns:a16="http://schemas.microsoft.com/office/drawing/2014/main" id="{5884D089-5F7E-46CD-B3C2-29EEDC75EEC8}"/>
              </a:ext>
            </a:extLst>
          </p:cNvPr>
          <p:cNvSpPr/>
          <p:nvPr>
            <p:custDataLst>
              <p:tags r:id="rId5"/>
            </p:custDataLst>
          </p:nvPr>
        </p:nvSpPr>
        <p:spPr>
          <a:xfrm>
            <a:off x="7633795" y="2757600"/>
            <a:ext cx="3036464" cy="972463"/>
          </a:xfrm>
          <a:prstGeom prst="chevr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rmAutofit/>
          </a:bodyPr>
          <a:lstStyle/>
          <a:p>
            <a:pPr marL="0" indent="0" algn="ctr">
              <a:lnSpc>
                <a:spcPct val="100000"/>
              </a:lnSpc>
              <a:spcBef>
                <a:spcPts val="0"/>
              </a:spcBef>
              <a:spcAft>
                <a:spcPts val="0"/>
              </a:spcAft>
              <a:buSzPct val="100000"/>
              <a:buNone/>
            </a:pPr>
            <a:r>
              <a:rPr lang="zh-CN" altLang="en-US" sz="2800" spc="200">
                <a:solidFill>
                  <a:schemeClr val="lt2"/>
                </a:solidFill>
                <a:latin typeface="Microsoft YaHei" panose="020B0503020204020204" pitchFamily="34" charset="-122"/>
                <a:ea typeface="Microsoft YaHei" panose="020B0503020204020204" pitchFamily="34" charset="-122"/>
                <a:cs typeface="+mj-cs"/>
              </a:rPr>
              <a:t>应用监测</a:t>
            </a:r>
            <a:endParaRPr lang="zh-CN" altLang="en-US" sz="2800" kern="0" spc="200" dirty="0">
              <a:solidFill>
                <a:schemeClr val="lt2"/>
              </a:solidFill>
              <a:latin typeface="Microsoft YaHei" panose="020B0503020204020204" pitchFamily="34" charset="-122"/>
              <a:ea typeface="Microsoft YaHei" panose="020B0503020204020204" pitchFamily="34" charset="-122"/>
              <a:cs typeface="+mj-cs"/>
            </a:endParaRPr>
          </a:p>
        </p:txBody>
      </p:sp>
      <p:sp>
        <p:nvSpPr>
          <p:cNvPr id="13" name="矩形 13">
            <a:extLst>
              <a:ext uri="{FF2B5EF4-FFF2-40B4-BE49-F238E27FC236}">
                <a16:creationId xmlns:a16="http://schemas.microsoft.com/office/drawing/2014/main" id="{D99880CF-3C63-4177-959A-89764C6315D0}"/>
              </a:ext>
            </a:extLst>
          </p:cNvPr>
          <p:cNvSpPr/>
          <p:nvPr>
            <p:custDataLst>
              <p:tags r:id="rId6"/>
            </p:custDataLst>
          </p:nvPr>
        </p:nvSpPr>
        <p:spPr>
          <a:xfrm>
            <a:off x="1343323" y="3870881"/>
            <a:ext cx="3036465" cy="895497"/>
          </a:xfrm>
          <a:prstGeom prst="rect">
            <a:avLst/>
          </a:prstGeom>
        </p:spPr>
        <p:txBody>
          <a:bodyPr wrap="square">
            <a:normAutofit/>
          </a:bodyPr>
          <a:lstStyle/>
          <a:p>
            <a:pPr marL="279400" lvl="1" indent="-279400" algn="l" fontAlgn="ctr">
              <a:lnSpc>
                <a:spcPct val="120000"/>
              </a:lnSpc>
              <a:spcBef>
                <a:spcPts val="0"/>
              </a:spcBef>
              <a:spcAft>
                <a:spcPts val="800"/>
              </a:spcAft>
              <a:buSzPct val="100000"/>
              <a:buFont typeface="Wingdings" panose="05000000000000000000" charset="0"/>
              <a:buChar char="l"/>
            </a:pPr>
            <a:r>
              <a:rPr lang="zh-CN" altLang="en-US" sz="1400" spc="60">
                <a:solidFill>
                  <a:schemeClr val="dk1"/>
                </a:solidFill>
                <a:latin typeface="Microsoft YaHei" panose="020B0503020204020204" pitchFamily="34" charset="-122"/>
                <a:ea typeface="Microsoft YaHei" panose="020B0503020204020204" pitchFamily="34" charset="-122"/>
              </a:rPr>
              <a:t>弹性伸缩</a:t>
            </a:r>
            <a:endParaRPr lang="en-US" altLang="zh-CN" sz="1400" spc="60">
              <a:solidFill>
                <a:schemeClr val="dk1"/>
              </a:solidFill>
              <a:latin typeface="Microsoft YaHei" panose="020B0503020204020204" pitchFamily="34" charset="-122"/>
              <a:ea typeface="Microsoft YaHei" panose="020B0503020204020204" pitchFamily="34" charset="-122"/>
            </a:endParaRPr>
          </a:p>
          <a:p>
            <a:pPr marL="279400" lvl="1" indent="-279400" algn="l" fontAlgn="ctr">
              <a:lnSpc>
                <a:spcPct val="120000"/>
              </a:lnSpc>
              <a:spcBef>
                <a:spcPts val="0"/>
              </a:spcBef>
              <a:spcAft>
                <a:spcPts val="800"/>
              </a:spcAft>
              <a:buSzPct val="100000"/>
              <a:buFont typeface="Wingdings" panose="05000000000000000000" charset="0"/>
              <a:buChar char="l"/>
            </a:pPr>
            <a:r>
              <a:rPr lang="zh-CN" altLang="en-US" sz="1400" kern="0" spc="60">
                <a:solidFill>
                  <a:schemeClr val="dk1"/>
                </a:solidFill>
                <a:latin typeface="Microsoft YaHei" panose="020B0503020204020204" pitchFamily="34" charset="-122"/>
                <a:ea typeface="Microsoft YaHei" panose="020B0503020204020204" pitchFamily="34" charset="-122"/>
              </a:rPr>
              <a:t>故障隔离</a:t>
            </a:r>
            <a:endParaRPr lang="zh-CN" altLang="en-US" sz="1400" kern="0" spc="60" dirty="0">
              <a:solidFill>
                <a:schemeClr val="dk1"/>
              </a:solidFill>
              <a:latin typeface="Microsoft YaHei" panose="020B0503020204020204" pitchFamily="34" charset="-122"/>
              <a:ea typeface="Microsoft YaHei" panose="020B0503020204020204" pitchFamily="34" charset="-122"/>
            </a:endParaRPr>
          </a:p>
        </p:txBody>
      </p:sp>
      <p:sp>
        <p:nvSpPr>
          <p:cNvPr id="14" name="矩形 16">
            <a:extLst>
              <a:ext uri="{FF2B5EF4-FFF2-40B4-BE49-F238E27FC236}">
                <a16:creationId xmlns:a16="http://schemas.microsoft.com/office/drawing/2014/main" id="{F286ECF2-D611-4302-9770-21C42D2D7E1F}"/>
              </a:ext>
            </a:extLst>
          </p:cNvPr>
          <p:cNvSpPr/>
          <p:nvPr>
            <p:custDataLst>
              <p:tags r:id="rId7"/>
            </p:custDataLst>
          </p:nvPr>
        </p:nvSpPr>
        <p:spPr>
          <a:xfrm>
            <a:off x="7633794" y="3870881"/>
            <a:ext cx="3036465" cy="895497"/>
          </a:xfrm>
          <a:prstGeom prst="rect">
            <a:avLst/>
          </a:prstGeom>
        </p:spPr>
        <p:txBody>
          <a:bodyPr wrap="square">
            <a:normAutofit/>
          </a:bodyPr>
          <a:lstStyle/>
          <a:p>
            <a:pPr marL="279400" lvl="1" indent="-279400" algn="l" fontAlgn="ctr">
              <a:lnSpc>
                <a:spcPct val="120000"/>
              </a:lnSpc>
              <a:spcBef>
                <a:spcPts val="0"/>
              </a:spcBef>
              <a:spcAft>
                <a:spcPts val="800"/>
              </a:spcAft>
              <a:buSzPct val="100000"/>
              <a:buFont typeface="Wingdings" panose="05000000000000000000" charset="0"/>
              <a:buChar char="l"/>
            </a:pPr>
            <a:r>
              <a:rPr lang="zh-CN" altLang="en-US" sz="1400" spc="60">
                <a:solidFill>
                  <a:schemeClr val="dk1"/>
                </a:solidFill>
                <a:latin typeface="Microsoft YaHei" panose="020B0503020204020204" pitchFamily="34" charset="-122"/>
                <a:ea typeface="Microsoft YaHei" panose="020B0503020204020204" pitchFamily="34" charset="-122"/>
                <a:cs typeface="Microsoft YaHei" panose="020B0503020204020204" pitchFamily="34" charset="-122"/>
              </a:rPr>
              <a:t>指标度量</a:t>
            </a:r>
            <a:endParaRPr lang="en-US" altLang="zh-CN" sz="1400" kern="0" spc="60">
              <a:solidFill>
                <a:schemeClr val="dk1"/>
              </a:solidFill>
              <a:latin typeface="Microsoft YaHei" panose="020B0503020204020204" pitchFamily="34" charset="-122"/>
              <a:ea typeface="Microsoft YaHei" panose="020B0503020204020204" pitchFamily="34" charset="-122"/>
              <a:cs typeface="Microsoft YaHei" panose="020B0503020204020204" pitchFamily="34" charset="-122"/>
            </a:endParaRPr>
          </a:p>
          <a:p>
            <a:pPr marL="279400" lvl="1" indent="-279400" algn="l" fontAlgn="ctr">
              <a:lnSpc>
                <a:spcPct val="120000"/>
              </a:lnSpc>
              <a:spcBef>
                <a:spcPts val="0"/>
              </a:spcBef>
              <a:spcAft>
                <a:spcPts val="800"/>
              </a:spcAft>
              <a:buSzPct val="100000"/>
              <a:buFont typeface="Wingdings" panose="05000000000000000000" charset="0"/>
              <a:buChar char="l"/>
            </a:pPr>
            <a:r>
              <a:rPr lang="zh-CN" altLang="en-US" sz="1400" spc="60">
                <a:solidFill>
                  <a:schemeClr val="dk1"/>
                </a:solidFill>
                <a:latin typeface="Microsoft YaHei" panose="020B0503020204020204" pitchFamily="34" charset="-122"/>
                <a:ea typeface="Microsoft YaHei" panose="020B0503020204020204" pitchFamily="34" charset="-122"/>
                <a:cs typeface="Microsoft YaHei" panose="020B0503020204020204" pitchFamily="34" charset="-122"/>
              </a:rPr>
              <a:t>链式跟踪</a:t>
            </a:r>
            <a:endParaRPr lang="zh-CN" altLang="en-US" sz="1400" kern="0" spc="60" dirty="0">
              <a:solidFill>
                <a:schemeClr val="dk1"/>
              </a:solidFill>
              <a:latin typeface="Microsoft YaHei" panose="020B0503020204020204" pitchFamily="34" charset="-122"/>
              <a:ea typeface="Microsoft YaHei" panose="020B0503020204020204" pitchFamily="34" charset="-122"/>
              <a:cs typeface="Microsoft YaHei" panose="020B0503020204020204" pitchFamily="34" charset="-122"/>
            </a:endParaRPr>
          </a:p>
        </p:txBody>
      </p:sp>
      <p:sp>
        <p:nvSpPr>
          <p:cNvPr id="15" name="矩形 19">
            <a:extLst>
              <a:ext uri="{FF2B5EF4-FFF2-40B4-BE49-F238E27FC236}">
                <a16:creationId xmlns:a16="http://schemas.microsoft.com/office/drawing/2014/main" id="{551B4716-0A12-4A8E-8622-A22DC7E05114}"/>
              </a:ext>
            </a:extLst>
          </p:cNvPr>
          <p:cNvSpPr/>
          <p:nvPr>
            <p:custDataLst>
              <p:tags r:id="rId8"/>
            </p:custDataLst>
          </p:nvPr>
        </p:nvSpPr>
        <p:spPr>
          <a:xfrm>
            <a:off x="4488557" y="1458183"/>
            <a:ext cx="3036465" cy="1100254"/>
          </a:xfrm>
          <a:prstGeom prst="rect">
            <a:avLst/>
          </a:prstGeom>
        </p:spPr>
        <p:txBody>
          <a:bodyPr wrap="square" anchor="b">
            <a:normAutofit/>
          </a:bodyPr>
          <a:lstStyle/>
          <a:p>
            <a:pPr marL="279400" lvl="1" indent="-279400" algn="l" fontAlgn="ctr">
              <a:lnSpc>
                <a:spcPct val="120000"/>
              </a:lnSpc>
              <a:spcBef>
                <a:spcPts val="0"/>
              </a:spcBef>
              <a:spcAft>
                <a:spcPts val="800"/>
              </a:spcAft>
              <a:buSzPct val="100000"/>
              <a:buFont typeface="Wingdings" panose="05000000000000000000" charset="0"/>
              <a:buChar char="l"/>
            </a:pPr>
            <a:r>
              <a:rPr lang="zh-CN" altLang="en-US" sz="1400" spc="60">
                <a:solidFill>
                  <a:schemeClr val="dk1"/>
                </a:solidFill>
                <a:latin typeface="Microsoft YaHei" panose="020B0503020204020204" pitchFamily="34" charset="-122"/>
                <a:ea typeface="Microsoft YaHei" panose="020B0503020204020204" pitchFamily="34" charset="-122"/>
              </a:rPr>
              <a:t>路由</a:t>
            </a:r>
            <a:endParaRPr lang="zh-CN" altLang="en-US" sz="1400" kern="0" spc="60" dirty="0">
              <a:solidFill>
                <a:schemeClr val="dk1"/>
              </a:solidFill>
              <a:latin typeface="Microsoft YaHei" panose="020B0503020204020204" pitchFamily="34" charset="-122"/>
              <a:ea typeface="Microsoft YaHei" panose="020B0503020204020204" pitchFamily="34" charset="-122"/>
            </a:endParaRPr>
          </a:p>
          <a:p>
            <a:pPr marL="279400" lvl="1" indent="-279400" algn="l" fontAlgn="ctr">
              <a:lnSpc>
                <a:spcPct val="120000"/>
              </a:lnSpc>
              <a:spcBef>
                <a:spcPts val="0"/>
              </a:spcBef>
              <a:spcAft>
                <a:spcPts val="800"/>
              </a:spcAft>
              <a:buSzPct val="100000"/>
              <a:buFont typeface="Wingdings" panose="05000000000000000000" charset="0"/>
              <a:buChar char="l"/>
            </a:pPr>
            <a:r>
              <a:rPr lang="zh-CN" altLang="en-US" sz="1400" spc="60">
                <a:solidFill>
                  <a:schemeClr val="dk1"/>
                </a:solidFill>
                <a:latin typeface="Microsoft YaHei" panose="020B0503020204020204" pitchFamily="34" charset="-122"/>
                <a:ea typeface="Microsoft YaHei" panose="020B0503020204020204" pitchFamily="34" charset="-122"/>
              </a:rPr>
              <a:t>熔断</a:t>
            </a:r>
            <a:endParaRPr lang="zh-CN" altLang="en-US" sz="1400" kern="0" spc="60" dirty="0">
              <a:solidFill>
                <a:schemeClr val="dk1"/>
              </a:solidFill>
              <a:latin typeface="Microsoft YaHei" panose="020B0503020204020204" pitchFamily="34" charset="-122"/>
              <a:ea typeface="Microsoft YaHei" panose="020B0503020204020204" pitchFamily="34" charset="-122"/>
            </a:endParaRPr>
          </a:p>
          <a:p>
            <a:pPr marL="279400" lvl="1" indent="-279400" algn="l" fontAlgn="ctr">
              <a:lnSpc>
                <a:spcPct val="120000"/>
              </a:lnSpc>
              <a:spcBef>
                <a:spcPts val="0"/>
              </a:spcBef>
              <a:spcAft>
                <a:spcPts val="800"/>
              </a:spcAft>
              <a:buSzPct val="100000"/>
              <a:buFont typeface="Wingdings" panose="05000000000000000000" charset="0"/>
              <a:buChar char="l"/>
            </a:pPr>
            <a:r>
              <a:rPr lang="zh-CN" altLang="en-US" sz="1400" kern="0" spc="60">
                <a:solidFill>
                  <a:schemeClr val="dk1"/>
                </a:solidFill>
                <a:latin typeface="Microsoft YaHei" panose="020B0503020204020204" pitchFamily="34" charset="-122"/>
                <a:ea typeface="Microsoft YaHei" panose="020B0503020204020204" pitchFamily="34" charset="-122"/>
              </a:rPr>
              <a:t>限速</a:t>
            </a:r>
            <a:endParaRPr lang="zh-CN" altLang="en-US" sz="1400" kern="0" spc="60" dirty="0">
              <a:solidFill>
                <a:schemeClr val="dk1"/>
              </a:solidFill>
              <a:latin typeface="Microsoft YaHei" panose="020B0503020204020204" pitchFamily="34" charset="-122"/>
              <a:ea typeface="Microsoft YaHei" panose="020B0503020204020204" pitchFamily="34" charset="-122"/>
            </a:endParaRPr>
          </a:p>
        </p:txBody>
      </p:sp>
      <p:sp>
        <p:nvSpPr>
          <p:cNvPr id="16" name="矩形 5">
            <a:extLst>
              <a:ext uri="{FF2B5EF4-FFF2-40B4-BE49-F238E27FC236}">
                <a16:creationId xmlns:a16="http://schemas.microsoft.com/office/drawing/2014/main" id="{54C3DF15-91B2-4387-A308-B3658F9C86D2}"/>
              </a:ext>
            </a:extLst>
          </p:cNvPr>
          <p:cNvSpPr/>
          <p:nvPr>
            <p:custDataLst>
              <p:tags r:id="rId9"/>
            </p:custDataLst>
          </p:nvPr>
        </p:nvSpPr>
        <p:spPr>
          <a:xfrm>
            <a:off x="1343323" y="4907196"/>
            <a:ext cx="8209555" cy="1543204"/>
          </a:xfrm>
          <a:prstGeom prst="rect">
            <a:avLst/>
          </a:prstGeom>
          <a:noFill/>
          <a:ln w="6350">
            <a:solidFill>
              <a:schemeClr val="accent1">
                <a:alpha val="20000"/>
              </a:schemeClr>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latin typeface="Microsoft YaHei" panose="020B0503020204020204" pitchFamily="34" charset="-122"/>
              <a:ea typeface="Microsoft YaHei" panose="020B0503020204020204" pitchFamily="34" charset="-122"/>
            </a:endParaRPr>
          </a:p>
        </p:txBody>
      </p:sp>
      <p:sp>
        <p:nvSpPr>
          <p:cNvPr id="17" name="矩形 6">
            <a:extLst>
              <a:ext uri="{FF2B5EF4-FFF2-40B4-BE49-F238E27FC236}">
                <a16:creationId xmlns:a16="http://schemas.microsoft.com/office/drawing/2014/main" id="{F40E3650-E298-44FC-8BCF-93DC0B4E321E}"/>
              </a:ext>
            </a:extLst>
          </p:cNvPr>
          <p:cNvSpPr/>
          <p:nvPr>
            <p:custDataLst>
              <p:tags r:id="rId10"/>
            </p:custDataLst>
          </p:nvPr>
        </p:nvSpPr>
        <p:spPr>
          <a:xfrm>
            <a:off x="4792563" y="4985217"/>
            <a:ext cx="2121191" cy="1255501"/>
          </a:xfrm>
          <a:prstGeom prst="rect">
            <a:avLst/>
          </a:prstGeom>
        </p:spPr>
        <p:txBody>
          <a:bodyPr anchor="ctr">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431800" marR="0" lvl="0" indent="-431800" algn="l" defTabSz="914400" rtl="0" eaLnBrk="1" fontAlgn="auto" latinLnBrk="0" hangingPunct="1">
              <a:lnSpc>
                <a:spcPct val="120000"/>
              </a:lnSpc>
              <a:spcBef>
                <a:spcPts val="0"/>
              </a:spcBef>
              <a:spcAft>
                <a:spcPts val="800"/>
              </a:spcAft>
              <a:buClr>
                <a:srgbClr val="000000">
                  <a:lumMod val="75000"/>
                  <a:lumOff val="25000"/>
                </a:srgbClr>
              </a:buClr>
              <a:buSzPct val="90000"/>
              <a:buFont typeface="Arial" panose="020B0604020202020204" pitchFamily="34" charset="0"/>
              <a:buChar char="•"/>
            </a:pPr>
            <a:r>
              <a:rPr lang="zh-CN" altLang="en-US" spc="180">
                <a:solidFill>
                  <a:schemeClr val="dk1">
                    <a:lumMod val="65000"/>
                    <a:lumOff val="35000"/>
                  </a:schemeClr>
                </a:solidFill>
                <a:latin typeface="Microsoft YaHei" panose="020B0503020204020204" pitchFamily="34" charset="-122"/>
                <a:ea typeface="Microsoft YaHei" panose="020B0503020204020204" pitchFamily="34" charset="-122"/>
                <a:cs typeface="Microsoft YaHei" panose="020B0503020204020204" pitchFamily="34" charset="-122"/>
              </a:rPr>
              <a:t>服务发现</a:t>
            </a:r>
            <a:endParaRPr kumimoji="0" lang="zh-CN" altLang="en-US" kern="1200" cap="none" spc="180" noProof="0" dirty="0">
              <a:ln>
                <a:noFill/>
              </a:ln>
              <a:solidFill>
                <a:schemeClr val="dk1">
                  <a:lumMod val="65000"/>
                  <a:lumOff val="35000"/>
                </a:schemeClr>
              </a:solidFill>
              <a:effectLst/>
              <a:latin typeface="Microsoft YaHei" panose="020B0503020204020204" pitchFamily="34" charset="-122"/>
              <a:ea typeface="Microsoft YaHei" panose="020B0503020204020204" pitchFamily="34" charset="-122"/>
              <a:cs typeface="Microsoft YaHei" panose="020B0503020204020204" pitchFamily="34" charset="-122"/>
            </a:endParaRPr>
          </a:p>
          <a:p>
            <a:pPr marL="431800" marR="0" lvl="0" indent="-431800" algn="l" defTabSz="914400" rtl="0" eaLnBrk="1" fontAlgn="auto" latinLnBrk="0" hangingPunct="1">
              <a:lnSpc>
                <a:spcPct val="120000"/>
              </a:lnSpc>
              <a:spcBef>
                <a:spcPts val="0"/>
              </a:spcBef>
              <a:spcAft>
                <a:spcPts val="800"/>
              </a:spcAft>
              <a:buClr>
                <a:srgbClr val="000000">
                  <a:lumMod val="75000"/>
                  <a:lumOff val="25000"/>
                </a:srgbClr>
              </a:buClr>
              <a:buSzPct val="90000"/>
              <a:buFont typeface="Arial" panose="020B0604020202020204" pitchFamily="34" charset="0"/>
              <a:buChar char="•"/>
            </a:pPr>
            <a:r>
              <a:rPr kumimoji="0" lang="zh-CN" altLang="en-US" kern="1200" cap="none" spc="180" noProof="0">
                <a:ln>
                  <a:noFill/>
                </a:ln>
                <a:solidFill>
                  <a:schemeClr val="dk1">
                    <a:lumMod val="65000"/>
                    <a:lumOff val="35000"/>
                  </a:schemeClr>
                </a:solidFill>
                <a:effectLst/>
                <a:latin typeface="Microsoft YaHei" panose="020B0503020204020204" pitchFamily="34" charset="-122"/>
                <a:ea typeface="Microsoft YaHei" panose="020B0503020204020204" pitchFamily="34" charset="-122"/>
                <a:cs typeface="Microsoft YaHei" panose="020B0503020204020204" pitchFamily="34" charset="-122"/>
              </a:rPr>
              <a:t>负载均衡</a:t>
            </a:r>
            <a:endParaRPr kumimoji="0" lang="en-US" altLang="zh-CN" kern="1200" cap="none" spc="180" noProof="0">
              <a:ln>
                <a:noFill/>
              </a:ln>
              <a:solidFill>
                <a:schemeClr val="dk1">
                  <a:lumMod val="65000"/>
                  <a:lumOff val="35000"/>
                </a:schemeClr>
              </a:solidFill>
              <a:effectLst/>
              <a:latin typeface="Microsoft YaHei" panose="020B0503020204020204" pitchFamily="34" charset="-122"/>
              <a:ea typeface="Microsoft YaHei" panose="020B0503020204020204" pitchFamily="34" charset="-122"/>
              <a:cs typeface="Microsoft YaHei" panose="020B0503020204020204" pitchFamily="34" charset="-122"/>
            </a:endParaRPr>
          </a:p>
          <a:p>
            <a:pPr marL="431800" marR="0" lvl="0" indent="-431800" algn="l" defTabSz="914400" rtl="0" eaLnBrk="1" fontAlgn="auto" latinLnBrk="0" hangingPunct="1">
              <a:lnSpc>
                <a:spcPct val="120000"/>
              </a:lnSpc>
              <a:spcBef>
                <a:spcPts val="0"/>
              </a:spcBef>
              <a:spcAft>
                <a:spcPts val="800"/>
              </a:spcAft>
              <a:buClr>
                <a:srgbClr val="000000">
                  <a:lumMod val="75000"/>
                  <a:lumOff val="25000"/>
                </a:srgbClr>
              </a:buClr>
              <a:buSzPct val="90000"/>
              <a:buFont typeface="Arial" panose="020B0604020202020204" pitchFamily="34" charset="0"/>
              <a:buChar char="•"/>
            </a:pPr>
            <a:r>
              <a:rPr kumimoji="0" lang="zh-CN" altLang="en-US" kern="1200" cap="none" spc="180" noProof="0">
                <a:ln>
                  <a:noFill/>
                </a:ln>
                <a:solidFill>
                  <a:schemeClr val="dk1">
                    <a:lumMod val="65000"/>
                    <a:lumOff val="35000"/>
                  </a:schemeClr>
                </a:solidFill>
                <a:effectLst/>
                <a:latin typeface="Microsoft YaHei" panose="020B0503020204020204" pitchFamily="34" charset="-122"/>
                <a:ea typeface="Microsoft YaHei" panose="020B0503020204020204" pitchFamily="34" charset="-122"/>
                <a:cs typeface="Microsoft YaHei" panose="020B0503020204020204" pitchFamily="34" charset="-122"/>
              </a:rPr>
              <a:t>失效转移</a:t>
            </a:r>
            <a:endParaRPr kumimoji="0" lang="en-US" altLang="zh-CN" kern="1200" cap="none" spc="180" noProof="0">
              <a:ln>
                <a:noFill/>
              </a:ln>
              <a:solidFill>
                <a:schemeClr val="dk1">
                  <a:lumMod val="65000"/>
                  <a:lumOff val="35000"/>
                </a:schemeClr>
              </a:solidFill>
              <a:effectLst/>
              <a:latin typeface="Microsoft YaHei" panose="020B0503020204020204" pitchFamily="34" charset="-122"/>
              <a:ea typeface="Microsoft YaHei" panose="020B0503020204020204" pitchFamily="34" charset="-122"/>
              <a:cs typeface="Microsoft YaHei" panose="020B0503020204020204" pitchFamily="34" charset="-122"/>
            </a:endParaRPr>
          </a:p>
        </p:txBody>
      </p:sp>
      <p:cxnSp>
        <p:nvCxnSpPr>
          <p:cNvPr id="18" name="直接连接符 11">
            <a:extLst>
              <a:ext uri="{FF2B5EF4-FFF2-40B4-BE49-F238E27FC236}">
                <a16:creationId xmlns:a16="http://schemas.microsoft.com/office/drawing/2014/main" id="{7F5E47E4-A442-4584-ADCC-385DD7BF4995}"/>
              </a:ext>
            </a:extLst>
          </p:cNvPr>
          <p:cNvCxnSpPr>
            <a:cxnSpLocks/>
          </p:cNvCxnSpPr>
          <p:nvPr>
            <p:custDataLst>
              <p:tags r:id="rId11"/>
            </p:custDataLst>
          </p:nvPr>
        </p:nvCxnSpPr>
        <p:spPr>
          <a:xfrm>
            <a:off x="4488557" y="4979529"/>
            <a:ext cx="0" cy="1363879"/>
          </a:xfrm>
          <a:prstGeom prst="line">
            <a:avLst/>
          </a:prstGeom>
          <a:ln w="6350" cmpd="sng">
            <a:solidFill>
              <a:schemeClr val="accent1">
                <a:lumMod val="50000"/>
              </a:schemeClr>
            </a:solidFill>
            <a:prstDash val="solid"/>
          </a:ln>
        </p:spPr>
        <p:style>
          <a:lnRef idx="1">
            <a:schemeClr val="accent1"/>
          </a:lnRef>
          <a:fillRef idx="0">
            <a:schemeClr val="accent1"/>
          </a:fillRef>
          <a:effectRef idx="0">
            <a:schemeClr val="accent1"/>
          </a:effectRef>
          <a:fontRef idx="minor">
            <a:schemeClr val="tx1"/>
          </a:fontRef>
        </p:style>
      </p:cxnSp>
      <p:sp>
        <p:nvSpPr>
          <p:cNvPr id="19" name="矩形 7">
            <a:extLst>
              <a:ext uri="{FF2B5EF4-FFF2-40B4-BE49-F238E27FC236}">
                <a16:creationId xmlns:a16="http://schemas.microsoft.com/office/drawing/2014/main" id="{B5B589F8-541A-4ADA-AF11-BEB2718D577A}"/>
              </a:ext>
            </a:extLst>
          </p:cNvPr>
          <p:cNvSpPr/>
          <p:nvPr>
            <p:custDataLst>
              <p:tags r:id="rId12"/>
            </p:custDataLst>
          </p:nvPr>
        </p:nvSpPr>
        <p:spPr>
          <a:xfrm>
            <a:off x="1647328" y="5051091"/>
            <a:ext cx="2537224" cy="1255414"/>
          </a:xfrm>
          <a:prstGeom prst="rect">
            <a:avLst/>
          </a:prstGeom>
          <a:ln>
            <a:noFill/>
          </a:ln>
        </p:spPr>
        <p:txBody>
          <a:bodyPr anchor="ctr">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81000" marR="0" lvl="0" indent="-381000" algn="l" defTabSz="914400" rtl="0" eaLnBrk="1" fontAlgn="auto" latinLnBrk="0" hangingPunct="1">
              <a:lnSpc>
                <a:spcPct val="120000"/>
              </a:lnSpc>
              <a:spcBef>
                <a:spcPts val="0"/>
              </a:spcBef>
              <a:spcAft>
                <a:spcPts val="800"/>
              </a:spcAft>
              <a:buClr>
                <a:srgbClr val="000000">
                  <a:lumMod val="75000"/>
                  <a:lumOff val="25000"/>
                </a:srgbClr>
              </a:buClr>
              <a:buSzPct val="90000"/>
              <a:buFont typeface="Wingdings" panose="05000000000000000000" pitchFamily="2" charset="2"/>
              <a:buChar char="v"/>
            </a:pPr>
            <a:r>
              <a:rPr kumimoji="0" lang="en-US" altLang="zh-CN" sz="2200" kern="1200" cap="none" spc="140" noProof="0">
                <a:ln>
                  <a:noFill/>
                </a:ln>
                <a:solidFill>
                  <a:schemeClr val="dk1">
                    <a:lumMod val="65000"/>
                    <a:lumOff val="35000"/>
                  </a:schemeClr>
                </a:solidFill>
                <a:effectLst/>
                <a:latin typeface="Microsoft YaHei" panose="020B0503020204020204" pitchFamily="34" charset="-122"/>
                <a:ea typeface="Microsoft YaHei" panose="020B0503020204020204" pitchFamily="34" charset="-122"/>
              </a:rPr>
              <a:t>Spring Cloud</a:t>
            </a:r>
            <a:endParaRPr kumimoji="0" lang="zh-CN" altLang="en-US" sz="2200" kern="1200" cap="none" spc="140" noProof="0" dirty="0">
              <a:ln>
                <a:noFill/>
              </a:ln>
              <a:solidFill>
                <a:schemeClr val="dk1">
                  <a:lumMod val="65000"/>
                  <a:lumOff val="35000"/>
                </a:schemeClr>
              </a:solidFill>
              <a:effectLst/>
              <a:latin typeface="Microsoft YaHei" panose="020B0503020204020204" pitchFamily="34" charset="-122"/>
              <a:ea typeface="Microsoft YaHei" panose="020B0503020204020204" pitchFamily="34" charset="-122"/>
            </a:endParaRPr>
          </a:p>
        </p:txBody>
      </p:sp>
      <p:sp>
        <p:nvSpPr>
          <p:cNvPr id="20" name="矩形 6">
            <a:extLst>
              <a:ext uri="{FF2B5EF4-FFF2-40B4-BE49-F238E27FC236}">
                <a16:creationId xmlns:a16="http://schemas.microsoft.com/office/drawing/2014/main" id="{E8486BB0-1BB4-4892-8B6A-ECEAAA47BC77}"/>
              </a:ext>
            </a:extLst>
          </p:cNvPr>
          <p:cNvSpPr/>
          <p:nvPr>
            <p:custDataLst>
              <p:tags r:id="rId13"/>
            </p:custDataLst>
          </p:nvPr>
        </p:nvSpPr>
        <p:spPr>
          <a:xfrm>
            <a:off x="6913754" y="4985217"/>
            <a:ext cx="2639124" cy="1255501"/>
          </a:xfrm>
          <a:prstGeom prst="rect">
            <a:avLst/>
          </a:prstGeom>
        </p:spPr>
        <p:txBody>
          <a:bodyPr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431800" marR="0" lvl="0" indent="-431800" algn="l" defTabSz="914400" rtl="0" eaLnBrk="1" fontAlgn="auto" latinLnBrk="0" hangingPunct="1">
              <a:lnSpc>
                <a:spcPct val="120000"/>
              </a:lnSpc>
              <a:spcBef>
                <a:spcPts val="0"/>
              </a:spcBef>
              <a:spcAft>
                <a:spcPts val="800"/>
              </a:spcAft>
              <a:buClr>
                <a:srgbClr val="000000">
                  <a:lumMod val="75000"/>
                  <a:lumOff val="25000"/>
                </a:srgbClr>
              </a:buClr>
              <a:buSzPct val="90000"/>
              <a:buFont typeface="Arial" panose="020B0604020202020204" pitchFamily="34" charset="0"/>
              <a:buChar char="•"/>
            </a:pPr>
            <a:r>
              <a:rPr kumimoji="0" lang="zh-CN" altLang="en-US" kern="1200" cap="none" spc="180" noProof="0">
                <a:ln>
                  <a:noFill/>
                </a:ln>
                <a:solidFill>
                  <a:schemeClr val="dk1">
                    <a:lumMod val="65000"/>
                    <a:lumOff val="35000"/>
                  </a:schemeClr>
                </a:solidFill>
                <a:effectLst/>
                <a:latin typeface="Microsoft YaHei" panose="020B0503020204020204" pitchFamily="34" charset="-122"/>
                <a:ea typeface="Microsoft YaHei" panose="020B0503020204020204" pitchFamily="34" charset="-122"/>
                <a:cs typeface="Microsoft YaHei" panose="020B0503020204020204" pitchFamily="34" charset="-122"/>
              </a:rPr>
              <a:t>动态扩容</a:t>
            </a:r>
            <a:endParaRPr kumimoji="0" lang="zh-CN" altLang="en-US" kern="1200" cap="none" spc="180" noProof="0" dirty="0">
              <a:ln>
                <a:noFill/>
              </a:ln>
              <a:solidFill>
                <a:schemeClr val="dk1">
                  <a:lumMod val="65000"/>
                  <a:lumOff val="35000"/>
                </a:schemeClr>
              </a:solidFill>
              <a:effectLst/>
              <a:latin typeface="Microsoft YaHei" panose="020B0503020204020204" pitchFamily="34" charset="-122"/>
              <a:ea typeface="Microsoft YaHei" panose="020B0503020204020204" pitchFamily="34" charset="-122"/>
              <a:cs typeface="Microsoft YaHei" panose="020B0503020204020204" pitchFamily="34" charset="-122"/>
            </a:endParaRPr>
          </a:p>
          <a:p>
            <a:pPr marL="431800" marR="0" lvl="0" indent="-431800" algn="l" defTabSz="914400" rtl="0" eaLnBrk="1" fontAlgn="auto" latinLnBrk="0" hangingPunct="1">
              <a:lnSpc>
                <a:spcPct val="120000"/>
              </a:lnSpc>
              <a:spcBef>
                <a:spcPts val="0"/>
              </a:spcBef>
              <a:spcAft>
                <a:spcPts val="800"/>
              </a:spcAft>
              <a:buClr>
                <a:srgbClr val="000000">
                  <a:lumMod val="75000"/>
                  <a:lumOff val="25000"/>
                </a:srgbClr>
              </a:buClr>
              <a:buSzPct val="90000"/>
              <a:buFont typeface="Arial" panose="020B0604020202020204" pitchFamily="34" charset="0"/>
              <a:buChar char="•"/>
            </a:pPr>
            <a:r>
              <a:rPr lang="zh-CN" altLang="en-US" spc="180">
                <a:solidFill>
                  <a:schemeClr val="dk1">
                    <a:lumMod val="65000"/>
                    <a:lumOff val="35000"/>
                  </a:schemeClr>
                </a:solidFill>
                <a:latin typeface="Microsoft YaHei" panose="020B0503020204020204" pitchFamily="34" charset="-122"/>
                <a:ea typeface="Microsoft YaHei" panose="020B0503020204020204" pitchFamily="34" charset="-122"/>
                <a:cs typeface="Microsoft YaHei" panose="020B0503020204020204" pitchFamily="34" charset="-122"/>
              </a:rPr>
              <a:t>数据分片</a:t>
            </a:r>
            <a:endParaRPr kumimoji="0" lang="en-US" altLang="zh-CN" kern="1200" cap="none" spc="180" noProof="0">
              <a:ln>
                <a:noFill/>
              </a:ln>
              <a:solidFill>
                <a:schemeClr val="dk1">
                  <a:lumMod val="65000"/>
                  <a:lumOff val="35000"/>
                </a:schemeClr>
              </a:solidFill>
              <a:effectLst/>
              <a:latin typeface="Microsoft YaHei" panose="020B0503020204020204" pitchFamily="34" charset="-122"/>
              <a:ea typeface="Microsoft YaHei" panose="020B0503020204020204" pitchFamily="34" charset="-122"/>
              <a:cs typeface="Microsoft YaHei" panose="020B0503020204020204" pitchFamily="34" charset="-122"/>
            </a:endParaRPr>
          </a:p>
          <a:p>
            <a:pPr marL="431800" marR="0" lvl="0" indent="-431800" algn="l" defTabSz="914400" rtl="0" eaLnBrk="1" fontAlgn="auto" latinLnBrk="0" hangingPunct="1">
              <a:lnSpc>
                <a:spcPct val="120000"/>
              </a:lnSpc>
              <a:spcBef>
                <a:spcPts val="0"/>
              </a:spcBef>
              <a:spcAft>
                <a:spcPts val="800"/>
              </a:spcAft>
              <a:buClr>
                <a:srgbClr val="000000">
                  <a:lumMod val="75000"/>
                  <a:lumOff val="25000"/>
                </a:srgbClr>
              </a:buClr>
              <a:buSzPct val="90000"/>
              <a:buFont typeface="Arial" panose="020B0604020202020204" pitchFamily="34" charset="0"/>
              <a:buChar char="•"/>
            </a:pPr>
            <a:r>
              <a:rPr kumimoji="0" lang="zh-CN" altLang="en-US" kern="1200" cap="none" spc="180" noProof="0">
                <a:ln>
                  <a:noFill/>
                </a:ln>
                <a:solidFill>
                  <a:schemeClr val="dk1">
                    <a:lumMod val="65000"/>
                    <a:lumOff val="35000"/>
                  </a:schemeClr>
                </a:solidFill>
                <a:effectLst/>
                <a:latin typeface="Microsoft YaHei" panose="020B0503020204020204" pitchFamily="34" charset="-122"/>
                <a:ea typeface="Microsoft YaHei" panose="020B0503020204020204" pitchFamily="34" charset="-122"/>
                <a:cs typeface="Microsoft YaHei" panose="020B0503020204020204" pitchFamily="34" charset="-122"/>
              </a:rPr>
              <a:t>调用链路监控</a:t>
            </a:r>
            <a:endParaRPr kumimoji="0" lang="en-US" altLang="zh-CN" kern="1200" cap="none" spc="180" noProof="0">
              <a:ln>
                <a:noFill/>
              </a:ln>
              <a:solidFill>
                <a:schemeClr val="dk1">
                  <a:lumMod val="65000"/>
                  <a:lumOff val="35000"/>
                </a:schemeClr>
              </a:solidFill>
              <a:effectLst/>
              <a:latin typeface="Microsoft YaHei" panose="020B0503020204020204" pitchFamily="34" charset="-122"/>
              <a:ea typeface="Microsoft YaHei" panose="020B0503020204020204" pitchFamily="34" charset="-122"/>
              <a:cs typeface="Microsoft YaHei" panose="020B0503020204020204" pitchFamily="34" charset="-122"/>
            </a:endParaRPr>
          </a:p>
        </p:txBody>
      </p:sp>
      <p:sp>
        <p:nvSpPr>
          <p:cNvPr id="22" name="Flowchart: Decision 21">
            <a:extLst>
              <a:ext uri="{FF2B5EF4-FFF2-40B4-BE49-F238E27FC236}">
                <a16:creationId xmlns:a16="http://schemas.microsoft.com/office/drawing/2014/main" id="{3005B448-B79D-43DC-9C88-4D6F78B72019}"/>
              </a:ext>
            </a:extLst>
          </p:cNvPr>
          <p:cNvSpPr/>
          <p:nvPr/>
        </p:nvSpPr>
        <p:spPr>
          <a:xfrm>
            <a:off x="9270380" y="5589365"/>
            <a:ext cx="2193074" cy="754043"/>
          </a:xfrm>
          <a:prstGeom prst="flowChartDecision">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lang="zh-CN" altLang="en-US" sz="1800" b="1">
                <a:ln w="22225">
                  <a:solidFill>
                    <a:schemeClr val="accent2"/>
                  </a:solidFill>
                  <a:prstDash val="solid"/>
                </a:ln>
                <a:solidFill>
                  <a:schemeClr val="accent2">
                    <a:lumMod val="40000"/>
                    <a:lumOff val="60000"/>
                  </a:schemeClr>
                </a:solidFill>
              </a:rPr>
              <a:t>强</a:t>
            </a:r>
            <a:r>
              <a:rPr kumimoji="0" lang="zh-CN" altLang="en-US" sz="1800" b="1" i="0" u="none" strike="noStrike" normalizeH="0" baseline="0">
                <a:ln w="22225">
                  <a:solidFill>
                    <a:schemeClr val="accent2"/>
                  </a:solidFill>
                  <a:prstDash val="solid"/>
                </a:ln>
                <a:solidFill>
                  <a:schemeClr val="accent2">
                    <a:lumMod val="40000"/>
                    <a:lumOff val="60000"/>
                  </a:schemeClr>
                </a:solidFill>
                <a:uFillTx/>
                <a:latin typeface="+mn-lt"/>
                <a:ea typeface="+mn-ea"/>
                <a:cs typeface="+mn-cs"/>
                <a:sym typeface="Helvetica Light"/>
              </a:rPr>
              <a:t>侵入性</a:t>
            </a:r>
            <a:endParaRPr kumimoji="0" lang="en-US" altLang="zh-CN" sz="1800" b="1" i="0" u="none" strike="noStrike" normalizeH="0" baseline="0">
              <a:ln w="22225">
                <a:solidFill>
                  <a:schemeClr val="accent2"/>
                </a:solidFill>
                <a:prstDash val="solid"/>
              </a:ln>
              <a:solidFill>
                <a:schemeClr val="accent2">
                  <a:lumMod val="40000"/>
                  <a:lumOff val="60000"/>
                </a:schemeClr>
              </a:solidFill>
              <a:uFillTx/>
              <a:latin typeface="+mn-lt"/>
              <a:ea typeface="+mn-ea"/>
              <a:cs typeface="+mn-cs"/>
              <a:sym typeface="Helvetica Light"/>
            </a:endParaRPr>
          </a:p>
        </p:txBody>
      </p:sp>
    </p:spTree>
    <p:extLst>
      <p:ext uri="{BB962C8B-B14F-4D97-AF65-F5344CB8AC3E}">
        <p14:creationId xmlns:p14="http://schemas.microsoft.com/office/powerpoint/2010/main" val="581066057"/>
      </p:ext>
    </p:extLst>
  </p:cSld>
  <p:clrMapOvr>
    <a:masterClrMapping/>
  </p:clrMapOvr>
  <p:transition spd="slow"/>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534005" y="666024"/>
            <a:ext cx="8667480" cy="576263"/>
          </a:xfrm>
        </p:spPr>
        <p:txBody>
          <a:bodyPr>
            <a:noAutofit/>
          </a:bodyPr>
          <a:lstStyle/>
          <a:p>
            <a:r>
              <a:rPr lang="en-US" altLang="zh-CN">
                <a:solidFill>
                  <a:schemeClr val="tx2">
                    <a:lumMod val="75000"/>
                  </a:schemeClr>
                </a:solidFill>
                <a:latin typeface="Microsoft YaHei" panose="020B0503020204020204" pitchFamily="34" charset="-122"/>
                <a:ea typeface="Microsoft YaHei" panose="020B0503020204020204" pitchFamily="34" charset="-122"/>
              </a:rPr>
              <a:t>Kubernetes</a:t>
            </a:r>
            <a:r>
              <a:rPr lang="zh-CN" altLang="en-US">
                <a:solidFill>
                  <a:schemeClr val="tx2">
                    <a:lumMod val="75000"/>
                  </a:schemeClr>
                </a:solidFill>
                <a:latin typeface="Microsoft YaHei" panose="020B0503020204020204" pitchFamily="34" charset="-122"/>
                <a:ea typeface="Microsoft YaHei" panose="020B0503020204020204" pitchFamily="34" charset="-122"/>
              </a:rPr>
              <a:t> </a:t>
            </a:r>
            <a:r>
              <a:rPr lang="en-US" altLang="zh-CN">
                <a:solidFill>
                  <a:schemeClr val="tx2">
                    <a:lumMod val="75000"/>
                  </a:schemeClr>
                </a:solidFill>
                <a:latin typeface="Microsoft YaHei" panose="020B0503020204020204" pitchFamily="34" charset="-122"/>
                <a:ea typeface="Microsoft YaHei" panose="020B0503020204020204" pitchFamily="34" charset="-122"/>
              </a:rPr>
              <a:t>&amp;</a:t>
            </a:r>
            <a:r>
              <a:rPr lang="zh-CN" altLang="en-US">
                <a:solidFill>
                  <a:schemeClr val="tx2">
                    <a:lumMod val="75000"/>
                  </a:schemeClr>
                </a:solidFill>
                <a:latin typeface="Microsoft YaHei" panose="020B0503020204020204" pitchFamily="34" charset="-122"/>
                <a:ea typeface="Microsoft YaHei" panose="020B0503020204020204" pitchFamily="34" charset="-122"/>
              </a:rPr>
              <a:t> </a:t>
            </a:r>
            <a:r>
              <a:rPr lang="en-US" altLang="zh-CN">
                <a:solidFill>
                  <a:schemeClr val="tx2">
                    <a:lumMod val="75000"/>
                  </a:schemeClr>
                </a:solidFill>
                <a:latin typeface="Microsoft YaHei" panose="020B0503020204020204" pitchFamily="34" charset="-122"/>
                <a:ea typeface="Microsoft YaHei" panose="020B0503020204020204" pitchFamily="34" charset="-122"/>
              </a:rPr>
              <a:t>Service</a:t>
            </a:r>
            <a:r>
              <a:rPr lang="zh-CN" altLang="en-US">
                <a:solidFill>
                  <a:schemeClr val="tx2">
                    <a:lumMod val="75000"/>
                  </a:schemeClr>
                </a:solidFill>
                <a:latin typeface="Microsoft YaHei" panose="020B0503020204020204" pitchFamily="34" charset="-122"/>
                <a:ea typeface="Microsoft YaHei" panose="020B0503020204020204" pitchFamily="34" charset="-122"/>
              </a:rPr>
              <a:t> </a:t>
            </a:r>
            <a:r>
              <a:rPr lang="en-US" altLang="zh-CN">
                <a:solidFill>
                  <a:schemeClr val="tx2">
                    <a:lumMod val="75000"/>
                  </a:schemeClr>
                </a:solidFill>
                <a:latin typeface="Microsoft YaHei" panose="020B0503020204020204" pitchFamily="34" charset="-122"/>
                <a:ea typeface="Microsoft YaHei" panose="020B0503020204020204" pitchFamily="34" charset="-122"/>
              </a:rPr>
              <a:t>Mesh</a:t>
            </a:r>
            <a:endParaRPr lang="zh-CN" altLang="en-US" dirty="0">
              <a:solidFill>
                <a:schemeClr val="tx2">
                  <a:lumMod val="75000"/>
                </a:schemeClr>
              </a:solidFill>
              <a:latin typeface="Microsoft YaHei" panose="020B0503020204020204" pitchFamily="34" charset="-122"/>
              <a:ea typeface="Microsoft YaHei" panose="020B0503020204020204" pitchFamily="34" charset="-122"/>
            </a:endParaRPr>
          </a:p>
        </p:txBody>
      </p:sp>
      <p:sp>
        <p:nvSpPr>
          <p:cNvPr id="21" name="任意多边形 13">
            <a:extLst>
              <a:ext uri="{FF2B5EF4-FFF2-40B4-BE49-F238E27FC236}">
                <a16:creationId xmlns:a16="http://schemas.microsoft.com/office/drawing/2014/main" id="{A174CE3F-3A6C-424B-BA21-52A38F376CCD}"/>
              </a:ext>
            </a:extLst>
          </p:cNvPr>
          <p:cNvSpPr/>
          <p:nvPr>
            <p:custDataLst>
              <p:tags r:id="rId1"/>
            </p:custDataLst>
          </p:nvPr>
        </p:nvSpPr>
        <p:spPr>
          <a:xfrm>
            <a:off x="884760" y="1840003"/>
            <a:ext cx="5753932" cy="3497236"/>
          </a:xfrm>
          <a:custGeom>
            <a:avLst/>
            <a:gdLst>
              <a:gd name="adj" fmla="val 4442"/>
              <a:gd name="a" fmla="pin 0 adj 50000"/>
              <a:gd name="x1" fmla="*/ ss a 100000"/>
              <a:gd name="x2" fmla="+- r 0 x1"/>
              <a:gd name="y2" fmla="+- b 0 x1"/>
              <a:gd name="il" fmla="*/ x1 29289 100000"/>
              <a:gd name="ir" fmla="+- r 0 il"/>
              <a:gd name="ib" fmla="+- b 0 il"/>
            </a:gdLst>
            <a:ahLst/>
            <a:cxnLst>
              <a:cxn ang="3">
                <a:pos x="hc" y="t"/>
              </a:cxn>
              <a:cxn ang="cd2">
                <a:pos x="l" y="vc"/>
              </a:cxn>
              <a:cxn ang="cd4">
                <a:pos x="hc" y="b"/>
              </a:cxn>
              <a:cxn ang="0">
                <a:pos x="r" y="vc"/>
              </a:cxn>
            </a:cxnLst>
            <a:rect l="l" t="t" r="r" b="b"/>
            <a:pathLst>
              <a:path w="6320" h="6629">
                <a:moveTo>
                  <a:pt x="277" y="0"/>
                </a:moveTo>
                <a:lnTo>
                  <a:pt x="6043" y="0"/>
                </a:lnTo>
                <a:cubicBezTo>
                  <a:pt x="6196" y="0"/>
                  <a:pt x="6320" y="124"/>
                  <a:pt x="6320" y="277"/>
                </a:cubicBezTo>
                <a:lnTo>
                  <a:pt x="6320" y="5963"/>
                </a:lnTo>
                <a:cubicBezTo>
                  <a:pt x="6320" y="6116"/>
                  <a:pt x="6196" y="6240"/>
                  <a:pt x="6043" y="6240"/>
                </a:cubicBezTo>
                <a:lnTo>
                  <a:pt x="1062" y="6240"/>
                </a:lnTo>
                <a:lnTo>
                  <a:pt x="673" y="6629"/>
                </a:lnTo>
                <a:lnTo>
                  <a:pt x="673" y="6240"/>
                </a:lnTo>
                <a:lnTo>
                  <a:pt x="277" y="6240"/>
                </a:lnTo>
                <a:cubicBezTo>
                  <a:pt x="124" y="6240"/>
                  <a:pt x="0" y="6116"/>
                  <a:pt x="0" y="5963"/>
                </a:cubicBezTo>
                <a:lnTo>
                  <a:pt x="0" y="277"/>
                </a:lnTo>
                <a:cubicBezTo>
                  <a:pt x="0" y="124"/>
                  <a:pt x="124" y="0"/>
                  <a:pt x="277" y="0"/>
                </a:cubicBezTo>
                <a:close/>
              </a:path>
            </a:pathLst>
          </a:custGeom>
          <a:solidFill>
            <a:schemeClr val="accent1">
              <a:alpha val="10000"/>
            </a:schemeClr>
          </a:solidFill>
          <a:ln>
            <a:solidFill>
              <a:schemeClr val="dk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solidFill>
                <a:schemeClr val="lt1"/>
              </a:solidFill>
              <a:latin typeface="Microsoft YaHei" panose="020B0503020204020204" pitchFamily="34" charset="-122"/>
              <a:ea typeface="Microsoft YaHei" panose="020B0503020204020204" pitchFamily="34" charset="-122"/>
            </a:endParaRPr>
          </a:p>
        </p:txBody>
      </p:sp>
      <p:sp>
        <p:nvSpPr>
          <p:cNvPr id="23" name="文本框 14">
            <a:extLst>
              <a:ext uri="{FF2B5EF4-FFF2-40B4-BE49-F238E27FC236}">
                <a16:creationId xmlns:a16="http://schemas.microsoft.com/office/drawing/2014/main" id="{11307F89-C688-4BD6-9615-FA36BE4B85B4}"/>
              </a:ext>
            </a:extLst>
          </p:cNvPr>
          <p:cNvSpPr txBox="1"/>
          <p:nvPr>
            <p:custDataLst>
              <p:tags r:id="rId2"/>
            </p:custDataLst>
          </p:nvPr>
        </p:nvSpPr>
        <p:spPr>
          <a:xfrm>
            <a:off x="1010848" y="1952204"/>
            <a:ext cx="5508898" cy="3002280"/>
          </a:xfrm>
          <a:prstGeom prst="rect">
            <a:avLst/>
          </a:prstGeom>
          <a:noFill/>
        </p:spPr>
        <p:txBody>
          <a:bodyPr wrap="square" rtlCol="0" anchor="ctr" anchorCtr="0">
            <a:normAutofit fontScale="77500" lnSpcReduction="20000"/>
          </a:bodyPr>
          <a:lstStyle/>
          <a:p>
            <a:pPr marL="0" marR="0" lvl="0" indent="0" algn="l" defTabSz="914400" rtl="0" eaLnBrk="1" fontAlgn="ctr" latinLnBrk="0" hangingPunct="1">
              <a:lnSpc>
                <a:spcPct val="120000"/>
              </a:lnSpc>
              <a:spcBef>
                <a:spcPts val="0"/>
              </a:spcBef>
              <a:spcAft>
                <a:spcPts val="800"/>
              </a:spcAft>
              <a:buSzPct val="100000"/>
              <a:buFont typeface="Wingdings" panose="05000000000000000000" charset="0"/>
              <a:buNone/>
            </a:pPr>
            <a:r>
              <a:rPr lang="en-US" altLang="zh-CN" sz="2000" spc="160">
                <a:solidFill>
                  <a:schemeClr val="dk1">
                    <a:lumMod val="85000"/>
                    <a:lumOff val="15000"/>
                  </a:schemeClr>
                </a:solidFill>
                <a:latin typeface="Microsoft YaHei" panose="020B0503020204020204" pitchFamily="34" charset="-122"/>
                <a:ea typeface="Microsoft YaHei" panose="020B0503020204020204" pitchFamily="34" charset="-122"/>
              </a:rPr>
              <a:t>Kubernetes</a:t>
            </a:r>
            <a:endParaRPr lang="zh-CN" altLang="en-US" sz="2000" spc="160" dirty="0">
              <a:solidFill>
                <a:schemeClr val="dk1">
                  <a:lumMod val="85000"/>
                  <a:lumOff val="15000"/>
                </a:schemeClr>
              </a:solidFill>
              <a:latin typeface="Microsoft YaHei" panose="020B0503020204020204" pitchFamily="34" charset="-122"/>
              <a:ea typeface="Microsoft YaHei" panose="020B0503020204020204" pitchFamily="34" charset="-122"/>
            </a:endParaRPr>
          </a:p>
          <a:p>
            <a:pPr marL="787400" lvl="1" indent="-381000" algn="l" fontAlgn="ctr">
              <a:lnSpc>
                <a:spcPct val="120000"/>
              </a:lnSpc>
              <a:spcBef>
                <a:spcPts val="0"/>
              </a:spcBef>
              <a:spcAft>
                <a:spcPts val="800"/>
              </a:spcAft>
              <a:buSzPct val="100000"/>
              <a:buFont typeface="Arial" panose="020B0604020202020204" pitchFamily="34" charset="0"/>
              <a:buChar char="○"/>
            </a:pPr>
            <a:r>
              <a:rPr lang="zh-CN" altLang="en-US" spc="140">
                <a:solidFill>
                  <a:schemeClr val="dk1">
                    <a:lumMod val="85000"/>
                    <a:lumOff val="15000"/>
                  </a:schemeClr>
                </a:solidFill>
                <a:latin typeface="Microsoft YaHei" panose="020B0503020204020204" pitchFamily="34" charset="-122"/>
                <a:ea typeface="Microsoft YaHei" panose="020B0503020204020204" pitchFamily="34" charset="-122"/>
              </a:rPr>
              <a:t>消除编排物理</a:t>
            </a:r>
            <a:r>
              <a:rPr lang="en-US" altLang="zh-CN" spc="140">
                <a:solidFill>
                  <a:schemeClr val="dk1">
                    <a:lumMod val="85000"/>
                    <a:lumOff val="15000"/>
                  </a:schemeClr>
                </a:solidFill>
                <a:latin typeface="Microsoft YaHei" panose="020B0503020204020204" pitchFamily="34" charset="-122"/>
                <a:ea typeface="Microsoft YaHei" panose="020B0503020204020204" pitchFamily="34" charset="-122"/>
              </a:rPr>
              <a:t>/</a:t>
            </a:r>
            <a:r>
              <a:rPr lang="zh-CN" altLang="en-US" spc="140">
                <a:solidFill>
                  <a:schemeClr val="dk1">
                    <a:lumMod val="85000"/>
                    <a:lumOff val="15000"/>
                  </a:schemeClr>
                </a:solidFill>
                <a:latin typeface="Microsoft YaHei" panose="020B0503020204020204" pitchFamily="34" charset="-122"/>
                <a:ea typeface="Microsoft YaHei" panose="020B0503020204020204" pitchFamily="34" charset="-122"/>
              </a:rPr>
              <a:t>虚拟计算，网络和存储基础设施的负担</a:t>
            </a:r>
            <a:endParaRPr lang="zh-CN" altLang="en-US" spc="140" dirty="0">
              <a:solidFill>
                <a:schemeClr val="dk1">
                  <a:lumMod val="85000"/>
                  <a:lumOff val="15000"/>
                </a:schemeClr>
              </a:solidFill>
              <a:latin typeface="Microsoft YaHei" panose="020B0503020204020204" pitchFamily="34" charset="-122"/>
              <a:ea typeface="Microsoft YaHei" panose="020B0503020204020204" pitchFamily="34" charset="-122"/>
            </a:endParaRPr>
          </a:p>
          <a:p>
            <a:pPr marL="787400" lvl="1" indent="-381000" algn="l" fontAlgn="ctr">
              <a:lnSpc>
                <a:spcPct val="120000"/>
              </a:lnSpc>
              <a:spcBef>
                <a:spcPts val="0"/>
              </a:spcBef>
              <a:spcAft>
                <a:spcPts val="800"/>
              </a:spcAft>
              <a:buSzPct val="100000"/>
              <a:buFont typeface="Arial" panose="020B0604020202020204" pitchFamily="34" charset="0"/>
              <a:buChar char="○"/>
            </a:pPr>
            <a:r>
              <a:rPr lang="zh-CN" altLang="en-US" spc="140">
                <a:solidFill>
                  <a:schemeClr val="dk1">
                    <a:lumMod val="85000"/>
                    <a:lumOff val="15000"/>
                  </a:schemeClr>
                </a:solidFill>
                <a:latin typeface="Microsoft YaHei" panose="020B0503020204020204" pitchFamily="34" charset="-122"/>
                <a:ea typeface="Microsoft YaHei" panose="020B0503020204020204" pitchFamily="34" charset="-122"/>
              </a:rPr>
              <a:t>构建定制化的</a:t>
            </a:r>
            <a:r>
              <a:rPr lang="en-US" altLang="zh-CN" spc="140">
                <a:solidFill>
                  <a:schemeClr val="dk1">
                    <a:lumMod val="85000"/>
                    <a:lumOff val="15000"/>
                  </a:schemeClr>
                </a:solidFill>
                <a:latin typeface="Microsoft YaHei" panose="020B0503020204020204" pitchFamily="34" charset="-122"/>
                <a:ea typeface="Microsoft YaHei" panose="020B0503020204020204" pitchFamily="34" charset="-122"/>
              </a:rPr>
              <a:t>workflows</a:t>
            </a:r>
            <a:r>
              <a:rPr lang="zh-CN" altLang="en-US" spc="140">
                <a:solidFill>
                  <a:schemeClr val="dk1">
                    <a:lumMod val="85000"/>
                    <a:lumOff val="15000"/>
                  </a:schemeClr>
                </a:solidFill>
                <a:latin typeface="Microsoft YaHei" panose="020B0503020204020204" pitchFamily="34" charset="-122"/>
                <a:ea typeface="Microsoft YaHei" panose="020B0503020204020204" pitchFamily="34" charset="-122"/>
              </a:rPr>
              <a:t>和更高级的自动化任务</a:t>
            </a:r>
            <a:endParaRPr lang="en-US" altLang="zh-CN" spc="140">
              <a:solidFill>
                <a:schemeClr val="dk1">
                  <a:lumMod val="85000"/>
                  <a:lumOff val="15000"/>
                </a:schemeClr>
              </a:solidFill>
              <a:latin typeface="Microsoft YaHei" panose="020B0503020204020204" pitchFamily="34" charset="-122"/>
              <a:ea typeface="Microsoft YaHei" panose="020B0503020204020204" pitchFamily="34" charset="-122"/>
            </a:endParaRPr>
          </a:p>
          <a:p>
            <a:pPr marL="787400" lvl="1" indent="-381000" algn="l" fontAlgn="ctr">
              <a:lnSpc>
                <a:spcPct val="120000"/>
              </a:lnSpc>
              <a:spcBef>
                <a:spcPts val="0"/>
              </a:spcBef>
              <a:spcAft>
                <a:spcPts val="800"/>
              </a:spcAft>
              <a:buSzPct val="100000"/>
              <a:buFont typeface="Arial" panose="020B0604020202020204" pitchFamily="34" charset="0"/>
              <a:buChar char="○"/>
            </a:pPr>
            <a:r>
              <a:rPr lang="zh-CN" altLang="en-US" spc="140">
                <a:solidFill>
                  <a:schemeClr val="dk1">
                    <a:lumMod val="85000"/>
                    <a:lumOff val="15000"/>
                  </a:schemeClr>
                </a:solidFill>
                <a:latin typeface="Microsoft YaHei" panose="020B0503020204020204" pitchFamily="34" charset="-122"/>
                <a:ea typeface="Microsoft YaHei" panose="020B0503020204020204" pitchFamily="34" charset="-122"/>
              </a:rPr>
              <a:t>覆盖管理、开发、部署测试、运维监控等环节</a:t>
            </a:r>
            <a:endParaRPr lang="en-US" altLang="zh-CN" spc="140">
              <a:solidFill>
                <a:schemeClr val="dk1">
                  <a:lumMod val="85000"/>
                  <a:lumOff val="15000"/>
                </a:schemeClr>
              </a:solidFill>
              <a:latin typeface="Microsoft YaHei" panose="020B0503020204020204" pitchFamily="34" charset="-122"/>
              <a:ea typeface="Microsoft YaHei" panose="020B0503020204020204" pitchFamily="34" charset="-122"/>
            </a:endParaRPr>
          </a:p>
          <a:p>
            <a:pPr marL="787400" lvl="1" indent="-381000" algn="l" fontAlgn="ctr">
              <a:lnSpc>
                <a:spcPct val="120000"/>
              </a:lnSpc>
              <a:spcBef>
                <a:spcPts val="0"/>
              </a:spcBef>
              <a:spcAft>
                <a:spcPts val="800"/>
              </a:spcAft>
              <a:buSzPct val="100000"/>
              <a:buFont typeface="Arial" panose="020B0604020202020204" pitchFamily="34" charset="0"/>
              <a:buChar char="○"/>
            </a:pPr>
            <a:r>
              <a:rPr lang="zh-CN" altLang="en-US" spc="140">
                <a:solidFill>
                  <a:schemeClr val="dk1">
                    <a:lumMod val="85000"/>
                    <a:lumOff val="15000"/>
                  </a:schemeClr>
                </a:solidFill>
                <a:latin typeface="Microsoft YaHei" panose="020B0503020204020204" pitchFamily="34" charset="-122"/>
                <a:ea typeface="Microsoft YaHei" panose="020B0503020204020204" pitchFamily="34" charset="-122"/>
              </a:rPr>
              <a:t>聚焦于业务及以容器为中心的自助运营</a:t>
            </a:r>
            <a:endParaRPr lang="en-US" altLang="zh-CN" spc="140">
              <a:solidFill>
                <a:schemeClr val="dk1">
                  <a:lumMod val="85000"/>
                  <a:lumOff val="15000"/>
                </a:schemeClr>
              </a:solidFill>
              <a:latin typeface="Microsoft YaHei" panose="020B0503020204020204" pitchFamily="34" charset="-122"/>
              <a:ea typeface="Microsoft YaHei" panose="020B0503020204020204" pitchFamily="34" charset="-122"/>
            </a:endParaRPr>
          </a:p>
        </p:txBody>
      </p:sp>
      <p:sp>
        <p:nvSpPr>
          <p:cNvPr id="24" name="任意多边形 21">
            <a:extLst>
              <a:ext uri="{FF2B5EF4-FFF2-40B4-BE49-F238E27FC236}">
                <a16:creationId xmlns:a16="http://schemas.microsoft.com/office/drawing/2014/main" id="{48BC3E77-C350-4AFD-B3D3-8C65D44097EC}"/>
              </a:ext>
            </a:extLst>
          </p:cNvPr>
          <p:cNvSpPr/>
          <p:nvPr>
            <p:custDataLst>
              <p:tags r:id="rId3"/>
            </p:custDataLst>
          </p:nvPr>
        </p:nvSpPr>
        <p:spPr>
          <a:xfrm>
            <a:off x="7177853" y="1840294"/>
            <a:ext cx="4478887" cy="3496945"/>
          </a:xfrm>
          <a:custGeom>
            <a:avLst/>
            <a:gdLst>
              <a:gd name="adj" fmla="val 4442"/>
              <a:gd name="a" fmla="pin 0 adj 50000"/>
              <a:gd name="x1" fmla="*/ ss a 100000"/>
              <a:gd name="x2" fmla="+- r 0 x1"/>
              <a:gd name="y2" fmla="+- b 0 x1"/>
              <a:gd name="il" fmla="*/ x1 29289 100000"/>
              <a:gd name="ir" fmla="+- r 0 il"/>
              <a:gd name="ib" fmla="+- b 0 il"/>
            </a:gdLst>
            <a:ahLst/>
            <a:cxnLst>
              <a:cxn ang="3">
                <a:pos x="hc" y="t"/>
              </a:cxn>
              <a:cxn ang="cd2">
                <a:pos x="l" y="vc"/>
              </a:cxn>
              <a:cxn ang="cd4">
                <a:pos x="hc" y="b"/>
              </a:cxn>
              <a:cxn ang="0">
                <a:pos x="r" y="vc"/>
              </a:cxn>
            </a:cxnLst>
            <a:rect l="l" t="t" r="r" b="b"/>
            <a:pathLst>
              <a:path w="6320" h="6629">
                <a:moveTo>
                  <a:pt x="277" y="0"/>
                </a:moveTo>
                <a:lnTo>
                  <a:pt x="6043" y="0"/>
                </a:lnTo>
                <a:cubicBezTo>
                  <a:pt x="6196" y="0"/>
                  <a:pt x="6320" y="124"/>
                  <a:pt x="6320" y="277"/>
                </a:cubicBezTo>
                <a:lnTo>
                  <a:pt x="6320" y="5963"/>
                </a:lnTo>
                <a:cubicBezTo>
                  <a:pt x="6320" y="6116"/>
                  <a:pt x="6196" y="6240"/>
                  <a:pt x="6043" y="6240"/>
                </a:cubicBezTo>
                <a:lnTo>
                  <a:pt x="1062" y="6240"/>
                </a:lnTo>
                <a:lnTo>
                  <a:pt x="673" y="6629"/>
                </a:lnTo>
                <a:lnTo>
                  <a:pt x="673" y="6240"/>
                </a:lnTo>
                <a:lnTo>
                  <a:pt x="277" y="6240"/>
                </a:lnTo>
                <a:cubicBezTo>
                  <a:pt x="124" y="6240"/>
                  <a:pt x="0" y="6116"/>
                  <a:pt x="0" y="5963"/>
                </a:cubicBezTo>
                <a:lnTo>
                  <a:pt x="0" y="277"/>
                </a:lnTo>
                <a:cubicBezTo>
                  <a:pt x="0" y="124"/>
                  <a:pt x="124" y="0"/>
                  <a:pt x="277" y="0"/>
                </a:cubicBezTo>
                <a:close/>
              </a:path>
            </a:pathLst>
          </a:custGeom>
          <a:solidFill>
            <a:schemeClr val="accent1">
              <a:alpha val="10000"/>
            </a:schemeClr>
          </a:solidFill>
          <a:ln>
            <a:solidFill>
              <a:schemeClr val="dk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solidFill>
                <a:schemeClr val="lt1"/>
              </a:solidFill>
              <a:latin typeface="Microsoft YaHei" panose="020B0503020204020204" pitchFamily="34" charset="-122"/>
              <a:ea typeface="Microsoft YaHei" panose="020B0503020204020204" pitchFamily="34" charset="-122"/>
            </a:endParaRPr>
          </a:p>
        </p:txBody>
      </p:sp>
      <p:sp>
        <p:nvSpPr>
          <p:cNvPr id="25" name="文本框 22">
            <a:extLst>
              <a:ext uri="{FF2B5EF4-FFF2-40B4-BE49-F238E27FC236}">
                <a16:creationId xmlns:a16="http://schemas.microsoft.com/office/drawing/2014/main" id="{8890C47A-1C6D-4D6E-8750-0B9EC5D504F4}"/>
              </a:ext>
            </a:extLst>
          </p:cNvPr>
          <p:cNvSpPr txBox="1"/>
          <p:nvPr>
            <p:custDataLst>
              <p:tags r:id="rId4"/>
            </p:custDataLst>
          </p:nvPr>
        </p:nvSpPr>
        <p:spPr>
          <a:xfrm>
            <a:off x="7281880" y="1952686"/>
            <a:ext cx="4025359" cy="3002280"/>
          </a:xfrm>
          <a:prstGeom prst="rect">
            <a:avLst/>
          </a:prstGeom>
          <a:noFill/>
        </p:spPr>
        <p:txBody>
          <a:bodyPr wrap="square" rtlCol="0" anchor="ctr" anchorCtr="0">
            <a:normAutofit fontScale="62500" lnSpcReduction="20000"/>
          </a:bodyPr>
          <a:lstStyle/>
          <a:p>
            <a:pPr marL="0" marR="0" lvl="0" indent="0" algn="l" defTabSz="914400" rtl="0" eaLnBrk="1" fontAlgn="ctr" latinLnBrk="0" hangingPunct="1">
              <a:lnSpc>
                <a:spcPct val="120000"/>
              </a:lnSpc>
              <a:spcBef>
                <a:spcPts val="0"/>
              </a:spcBef>
              <a:spcAft>
                <a:spcPts val="800"/>
              </a:spcAft>
              <a:buSzPct val="100000"/>
              <a:buFont typeface="Wingdings" panose="05000000000000000000" charset="0"/>
              <a:buNone/>
            </a:pPr>
            <a:r>
              <a:rPr lang="zh-CN" altLang="en-US" sz="2000" spc="120">
                <a:solidFill>
                  <a:schemeClr val="dk1">
                    <a:lumMod val="85000"/>
                    <a:lumOff val="15000"/>
                  </a:schemeClr>
                </a:solidFill>
                <a:latin typeface="Microsoft YaHei" panose="020B0503020204020204" pitchFamily="34" charset="-122"/>
                <a:ea typeface="Microsoft YaHei" panose="020B0503020204020204" pitchFamily="34" charset="-122"/>
              </a:rPr>
              <a:t>核心能力：</a:t>
            </a:r>
            <a:endParaRPr lang="zh-CN" altLang="en-US" sz="2000" spc="120" dirty="0">
              <a:solidFill>
                <a:schemeClr val="dk1">
                  <a:lumMod val="85000"/>
                  <a:lumOff val="15000"/>
                </a:schemeClr>
              </a:solidFill>
              <a:latin typeface="Microsoft YaHei" panose="020B0503020204020204" pitchFamily="34" charset="-122"/>
              <a:ea typeface="Microsoft YaHei" panose="020B0503020204020204" pitchFamily="34" charset="-122"/>
            </a:endParaRPr>
          </a:p>
          <a:p>
            <a:pPr marL="685800" lvl="1" indent="-330200" algn="l" fontAlgn="ctr">
              <a:lnSpc>
                <a:spcPct val="120000"/>
              </a:lnSpc>
              <a:spcBef>
                <a:spcPts val="0"/>
              </a:spcBef>
              <a:spcAft>
                <a:spcPts val="800"/>
              </a:spcAft>
              <a:buSzPct val="100000"/>
              <a:buFont typeface="Arial" panose="020B0604020202020204" pitchFamily="34" charset="0"/>
              <a:buChar char="○"/>
            </a:pPr>
            <a:r>
              <a:rPr lang="zh-CN" altLang="en-US" spc="100">
                <a:solidFill>
                  <a:schemeClr val="dk1">
                    <a:lumMod val="85000"/>
                    <a:lumOff val="15000"/>
                  </a:schemeClr>
                </a:solidFill>
                <a:latin typeface="Microsoft YaHei" panose="020B0503020204020204" pitchFamily="34" charset="-122"/>
                <a:ea typeface="Microsoft YaHei" panose="020B0503020204020204" pitchFamily="34" charset="-122"/>
              </a:rPr>
              <a:t>安全防护</a:t>
            </a:r>
            <a:endParaRPr lang="zh-CN" altLang="en-US" spc="100" dirty="0">
              <a:solidFill>
                <a:schemeClr val="dk1">
                  <a:lumMod val="85000"/>
                  <a:lumOff val="15000"/>
                </a:schemeClr>
              </a:solidFill>
              <a:latin typeface="Microsoft YaHei" panose="020B0503020204020204" pitchFamily="34" charset="-122"/>
              <a:ea typeface="Microsoft YaHei" panose="020B0503020204020204" pitchFamily="34" charset="-122"/>
            </a:endParaRPr>
          </a:p>
          <a:p>
            <a:pPr marL="685800" lvl="1" indent="-330200" algn="l" fontAlgn="ctr">
              <a:lnSpc>
                <a:spcPct val="120000"/>
              </a:lnSpc>
              <a:spcBef>
                <a:spcPts val="0"/>
              </a:spcBef>
              <a:spcAft>
                <a:spcPts val="800"/>
              </a:spcAft>
              <a:buSzPct val="100000"/>
              <a:buFont typeface="Arial" panose="020B0604020202020204" pitchFamily="34" charset="0"/>
              <a:buChar char="○"/>
            </a:pPr>
            <a:r>
              <a:rPr lang="zh-CN" altLang="en-US" spc="100">
                <a:solidFill>
                  <a:schemeClr val="dk1">
                    <a:lumMod val="85000"/>
                    <a:lumOff val="15000"/>
                  </a:schemeClr>
                </a:solidFill>
                <a:latin typeface="Microsoft YaHei" panose="020B0503020204020204" pitchFamily="34" charset="-122"/>
                <a:ea typeface="Microsoft YaHei" panose="020B0503020204020204" pitchFamily="34" charset="-122"/>
              </a:rPr>
              <a:t>多租户支持</a:t>
            </a:r>
            <a:endParaRPr lang="en-US" altLang="zh-CN" spc="100">
              <a:solidFill>
                <a:schemeClr val="dk1">
                  <a:lumMod val="85000"/>
                  <a:lumOff val="15000"/>
                </a:schemeClr>
              </a:solidFill>
              <a:latin typeface="Microsoft YaHei" panose="020B0503020204020204" pitchFamily="34" charset="-122"/>
              <a:ea typeface="Microsoft YaHei" panose="020B0503020204020204" pitchFamily="34" charset="-122"/>
            </a:endParaRPr>
          </a:p>
          <a:p>
            <a:pPr marL="685800" lvl="1" indent="-330200" algn="l" fontAlgn="ctr">
              <a:lnSpc>
                <a:spcPct val="120000"/>
              </a:lnSpc>
              <a:spcBef>
                <a:spcPts val="0"/>
              </a:spcBef>
              <a:spcAft>
                <a:spcPts val="800"/>
              </a:spcAft>
              <a:buSzPct val="100000"/>
              <a:buFont typeface="Arial" panose="020B0604020202020204" pitchFamily="34" charset="0"/>
              <a:buChar char="○"/>
            </a:pPr>
            <a:r>
              <a:rPr lang="zh-CN" altLang="en-US" spc="100">
                <a:solidFill>
                  <a:schemeClr val="dk1">
                    <a:lumMod val="85000"/>
                    <a:lumOff val="15000"/>
                  </a:schemeClr>
                </a:solidFill>
                <a:latin typeface="Microsoft YaHei" panose="020B0503020204020204" pitchFamily="34" charset="-122"/>
                <a:ea typeface="Microsoft YaHei" panose="020B0503020204020204" pitchFamily="34" charset="-122"/>
              </a:rPr>
              <a:t>透明的服务注册和发现</a:t>
            </a:r>
            <a:endParaRPr lang="zh-CN" altLang="en-US" spc="100" dirty="0">
              <a:solidFill>
                <a:schemeClr val="dk1">
                  <a:lumMod val="85000"/>
                  <a:lumOff val="15000"/>
                </a:schemeClr>
              </a:solidFill>
              <a:latin typeface="Microsoft YaHei" panose="020B0503020204020204" pitchFamily="34" charset="-122"/>
              <a:ea typeface="Microsoft YaHei" panose="020B0503020204020204" pitchFamily="34" charset="-122"/>
            </a:endParaRPr>
          </a:p>
          <a:p>
            <a:pPr marL="685800" lvl="1" indent="-330200" algn="l" fontAlgn="ctr">
              <a:lnSpc>
                <a:spcPct val="120000"/>
              </a:lnSpc>
              <a:spcBef>
                <a:spcPts val="0"/>
              </a:spcBef>
              <a:spcAft>
                <a:spcPts val="800"/>
              </a:spcAft>
              <a:buSzPct val="100000"/>
              <a:buFont typeface="Arial" panose="020B0604020202020204" pitchFamily="34" charset="0"/>
              <a:buChar char="○"/>
            </a:pPr>
            <a:r>
              <a:rPr lang="zh-CN" altLang="en-US" spc="100">
                <a:solidFill>
                  <a:schemeClr val="dk1">
                    <a:lumMod val="85000"/>
                    <a:lumOff val="15000"/>
                  </a:schemeClr>
                </a:solidFill>
                <a:latin typeface="Microsoft YaHei" panose="020B0503020204020204" pitchFamily="34" charset="-122"/>
                <a:ea typeface="Microsoft YaHei" panose="020B0503020204020204" pitchFamily="34" charset="-122"/>
              </a:rPr>
              <a:t>负载均衡、故障发现和自我修复</a:t>
            </a:r>
            <a:endParaRPr lang="en-US" altLang="zh-CN" spc="100">
              <a:solidFill>
                <a:schemeClr val="dk1">
                  <a:lumMod val="85000"/>
                  <a:lumOff val="15000"/>
                </a:schemeClr>
              </a:solidFill>
              <a:latin typeface="Microsoft YaHei" panose="020B0503020204020204" pitchFamily="34" charset="-122"/>
              <a:ea typeface="Microsoft YaHei" panose="020B0503020204020204" pitchFamily="34" charset="-122"/>
            </a:endParaRPr>
          </a:p>
          <a:p>
            <a:pPr marL="685800" lvl="1" indent="-330200" algn="l" fontAlgn="ctr">
              <a:lnSpc>
                <a:spcPct val="120000"/>
              </a:lnSpc>
              <a:spcBef>
                <a:spcPts val="0"/>
              </a:spcBef>
              <a:spcAft>
                <a:spcPts val="800"/>
              </a:spcAft>
              <a:buSzPct val="100000"/>
              <a:buFont typeface="Arial" panose="020B0604020202020204" pitchFamily="34" charset="0"/>
              <a:buChar char="○"/>
            </a:pPr>
            <a:r>
              <a:rPr lang="zh-CN" altLang="en-US" spc="100">
                <a:solidFill>
                  <a:schemeClr val="dk1">
                    <a:lumMod val="85000"/>
                    <a:lumOff val="15000"/>
                  </a:schemeClr>
                </a:solidFill>
                <a:latin typeface="Microsoft YaHei" panose="020B0503020204020204" pitchFamily="34" charset="-122"/>
                <a:ea typeface="Microsoft YaHei" panose="020B0503020204020204" pitchFamily="34" charset="-122"/>
              </a:rPr>
              <a:t>服务滚动升级和在线扩容</a:t>
            </a:r>
            <a:endParaRPr lang="en-US" altLang="zh-CN" spc="100">
              <a:solidFill>
                <a:schemeClr val="dk1">
                  <a:lumMod val="85000"/>
                  <a:lumOff val="15000"/>
                </a:schemeClr>
              </a:solidFill>
              <a:latin typeface="Microsoft YaHei" panose="020B0503020204020204" pitchFamily="34" charset="-122"/>
              <a:ea typeface="Microsoft YaHei" panose="020B0503020204020204" pitchFamily="34" charset="-122"/>
            </a:endParaRPr>
          </a:p>
          <a:p>
            <a:pPr marL="685800" lvl="1" indent="-330200" algn="l" fontAlgn="ctr">
              <a:lnSpc>
                <a:spcPct val="120000"/>
              </a:lnSpc>
              <a:spcBef>
                <a:spcPts val="0"/>
              </a:spcBef>
              <a:spcAft>
                <a:spcPts val="800"/>
              </a:spcAft>
              <a:buSzPct val="100000"/>
              <a:buFont typeface="Arial" panose="020B0604020202020204" pitchFamily="34" charset="0"/>
              <a:buChar char="○"/>
            </a:pPr>
            <a:r>
              <a:rPr lang="zh-CN" altLang="en-US" spc="100">
                <a:solidFill>
                  <a:schemeClr val="dk1">
                    <a:lumMod val="85000"/>
                    <a:lumOff val="15000"/>
                  </a:schemeClr>
                </a:solidFill>
                <a:latin typeface="Microsoft YaHei" panose="020B0503020204020204" pitchFamily="34" charset="-122"/>
                <a:ea typeface="Microsoft YaHei" panose="020B0503020204020204" pitchFamily="34" charset="-122"/>
              </a:rPr>
              <a:t>资源自动调度和扩展</a:t>
            </a:r>
            <a:endParaRPr lang="en-US" altLang="zh-CN" spc="100">
              <a:solidFill>
                <a:schemeClr val="dk1">
                  <a:lumMod val="85000"/>
                  <a:lumOff val="15000"/>
                </a:schemeClr>
              </a:solidFill>
              <a:latin typeface="Microsoft YaHei" panose="020B0503020204020204" pitchFamily="34" charset="-122"/>
              <a:ea typeface="Microsoft YaHei" panose="020B0503020204020204" pitchFamily="34" charset="-122"/>
            </a:endParaRPr>
          </a:p>
          <a:p>
            <a:pPr marL="685800" lvl="1" indent="-330200" algn="l" fontAlgn="ctr">
              <a:lnSpc>
                <a:spcPct val="120000"/>
              </a:lnSpc>
              <a:spcBef>
                <a:spcPts val="0"/>
              </a:spcBef>
              <a:spcAft>
                <a:spcPts val="800"/>
              </a:spcAft>
              <a:buSzPct val="100000"/>
              <a:buFont typeface="Arial" panose="020B0604020202020204" pitchFamily="34" charset="0"/>
              <a:buChar char="○"/>
            </a:pPr>
            <a:r>
              <a:rPr lang="zh-CN" altLang="en-US" spc="100">
                <a:solidFill>
                  <a:schemeClr val="dk1">
                    <a:lumMod val="85000"/>
                    <a:lumOff val="15000"/>
                  </a:schemeClr>
                </a:solidFill>
                <a:latin typeface="Microsoft YaHei" panose="020B0503020204020204" pitchFamily="34" charset="-122"/>
                <a:ea typeface="Microsoft YaHei" panose="020B0503020204020204" pitchFamily="34" charset="-122"/>
              </a:rPr>
              <a:t>多粒度资源配额管理</a:t>
            </a:r>
            <a:endParaRPr lang="zh-CN" altLang="en-US" spc="100" dirty="0">
              <a:solidFill>
                <a:schemeClr val="dk1">
                  <a:lumMod val="85000"/>
                  <a:lumOff val="15000"/>
                </a:schemeClr>
              </a:solidFill>
              <a:latin typeface="Microsoft YaHei" panose="020B0503020204020204" pitchFamily="34" charset="-122"/>
              <a:ea typeface="Microsoft YaHei" panose="020B0503020204020204" pitchFamily="34" charset="-122"/>
            </a:endParaRPr>
          </a:p>
        </p:txBody>
      </p:sp>
      <p:grpSp>
        <p:nvGrpSpPr>
          <p:cNvPr id="26" name="组合 28">
            <a:extLst>
              <a:ext uri="{FF2B5EF4-FFF2-40B4-BE49-F238E27FC236}">
                <a16:creationId xmlns:a16="http://schemas.microsoft.com/office/drawing/2014/main" id="{0958F7FE-DDDC-440F-81B6-1B2C2D6D765C}"/>
              </a:ext>
            </a:extLst>
          </p:cNvPr>
          <p:cNvGrpSpPr/>
          <p:nvPr>
            <p:custDataLst>
              <p:tags r:id="rId5"/>
            </p:custDataLst>
          </p:nvPr>
        </p:nvGrpSpPr>
        <p:grpSpPr>
          <a:xfrm rot="5400000">
            <a:off x="949650" y="5412153"/>
            <a:ext cx="643631" cy="766026"/>
            <a:chOff x="3121" y="7415"/>
            <a:chExt cx="1220" cy="1452"/>
          </a:xfrm>
        </p:grpSpPr>
        <p:sp>
          <p:nvSpPr>
            <p:cNvPr id="27" name="空心弧 24">
              <a:extLst>
                <a:ext uri="{FF2B5EF4-FFF2-40B4-BE49-F238E27FC236}">
                  <a16:creationId xmlns:a16="http://schemas.microsoft.com/office/drawing/2014/main" id="{BE848164-3D42-44B7-99EC-70178DEE2A35}"/>
                </a:ext>
              </a:extLst>
            </p:cNvPr>
            <p:cNvSpPr/>
            <p:nvPr>
              <p:custDataLst>
                <p:tags r:id="rId17"/>
              </p:custDataLst>
            </p:nvPr>
          </p:nvSpPr>
          <p:spPr>
            <a:xfrm>
              <a:off x="3121" y="7415"/>
              <a:ext cx="1220" cy="1220"/>
            </a:xfrm>
            <a:prstGeom prst="blockArc">
              <a:avLst>
                <a:gd name="adj1" fmla="val 10800000"/>
                <a:gd name="adj2" fmla="val 0"/>
                <a:gd name="adj3" fmla="val 13278"/>
              </a:avLst>
            </a:prstGeom>
            <a:solidFill>
              <a:schemeClr val="accent1"/>
            </a:solidFill>
            <a:ln>
              <a:solidFill>
                <a:schemeClr val="dk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dk1"/>
                </a:solidFill>
                <a:latin typeface="Microsoft YaHei" panose="020B0503020204020204" pitchFamily="34" charset="-122"/>
                <a:ea typeface="Microsoft YaHei" panose="020B0503020204020204" pitchFamily="34" charset="-122"/>
              </a:endParaRPr>
            </a:p>
          </p:txBody>
        </p:sp>
        <p:sp>
          <p:nvSpPr>
            <p:cNvPr id="28" name="空心弧 26">
              <a:extLst>
                <a:ext uri="{FF2B5EF4-FFF2-40B4-BE49-F238E27FC236}">
                  <a16:creationId xmlns:a16="http://schemas.microsoft.com/office/drawing/2014/main" id="{8AA94806-78B4-4EEA-98A0-3B7C51E1DD76}"/>
                </a:ext>
              </a:extLst>
            </p:cNvPr>
            <p:cNvSpPr/>
            <p:nvPr>
              <p:custDataLst>
                <p:tags r:id="rId18"/>
              </p:custDataLst>
            </p:nvPr>
          </p:nvSpPr>
          <p:spPr>
            <a:xfrm rot="10800000">
              <a:off x="3121" y="7647"/>
              <a:ext cx="1220" cy="1220"/>
            </a:xfrm>
            <a:prstGeom prst="blockArc">
              <a:avLst>
                <a:gd name="adj1" fmla="val 10800000"/>
                <a:gd name="adj2" fmla="val 0"/>
                <a:gd name="adj3" fmla="val 13278"/>
              </a:avLst>
            </a:prstGeom>
            <a:solidFill>
              <a:schemeClr val="accent1"/>
            </a:solidFill>
            <a:ln>
              <a:solidFill>
                <a:schemeClr val="l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dk1"/>
                </a:solidFill>
                <a:latin typeface="Microsoft YaHei" panose="020B0503020204020204" pitchFamily="34" charset="-122"/>
                <a:ea typeface="Microsoft YaHei" panose="020B0503020204020204" pitchFamily="34" charset="-122"/>
              </a:endParaRPr>
            </a:p>
          </p:txBody>
        </p:sp>
      </p:grpSp>
      <p:sp>
        <p:nvSpPr>
          <p:cNvPr id="29" name="文本框 27">
            <a:extLst>
              <a:ext uri="{FF2B5EF4-FFF2-40B4-BE49-F238E27FC236}">
                <a16:creationId xmlns:a16="http://schemas.microsoft.com/office/drawing/2014/main" id="{1F293B5D-C018-4BEE-8512-22AA90465E04}"/>
              </a:ext>
            </a:extLst>
          </p:cNvPr>
          <p:cNvSpPr txBox="1"/>
          <p:nvPr>
            <p:custDataLst>
              <p:tags r:id="rId6"/>
            </p:custDataLst>
          </p:nvPr>
        </p:nvSpPr>
        <p:spPr>
          <a:xfrm>
            <a:off x="1125330" y="5612101"/>
            <a:ext cx="292799" cy="382485"/>
          </a:xfrm>
          <a:prstGeom prst="rect">
            <a:avLst/>
          </a:prstGeom>
          <a:noFill/>
        </p:spPr>
        <p:txBody>
          <a:bodyPr wrap="square" rtlCol="0">
            <a:normAutofit fontScale="87500" lnSpcReduction="20000"/>
          </a:bodyPr>
          <a:lstStyle/>
          <a:p>
            <a:pPr marL="0">
              <a:lnSpc>
                <a:spcPct val="100000"/>
              </a:lnSpc>
              <a:spcBef>
                <a:spcPts val="0"/>
              </a:spcBef>
              <a:spcAft>
                <a:spcPts val="800"/>
              </a:spcAft>
            </a:pPr>
            <a:r>
              <a:rPr lang="en-US" altLang="zh-CN" spc="100" dirty="0">
                <a:solidFill>
                  <a:schemeClr val="dk1">
                    <a:lumMod val="75000"/>
                    <a:lumOff val="25000"/>
                  </a:schemeClr>
                </a:solidFill>
                <a:latin typeface="Microsoft YaHei" panose="020B0503020204020204" pitchFamily="34" charset="-122"/>
                <a:ea typeface="Microsoft YaHei" panose="020B0503020204020204" pitchFamily="34" charset="-122"/>
              </a:rPr>
              <a:t>1</a:t>
            </a:r>
          </a:p>
        </p:txBody>
      </p:sp>
      <p:sp>
        <p:nvSpPr>
          <p:cNvPr id="30" name="椭圆 29">
            <a:extLst>
              <a:ext uri="{FF2B5EF4-FFF2-40B4-BE49-F238E27FC236}">
                <a16:creationId xmlns:a16="http://schemas.microsoft.com/office/drawing/2014/main" id="{06A90C1E-632D-40F8-82A3-9217026F073B}"/>
              </a:ext>
            </a:extLst>
          </p:cNvPr>
          <p:cNvSpPr/>
          <p:nvPr>
            <p:custDataLst>
              <p:tags r:id="rId7"/>
            </p:custDataLst>
          </p:nvPr>
        </p:nvSpPr>
        <p:spPr>
          <a:xfrm>
            <a:off x="818286" y="5686487"/>
            <a:ext cx="217357" cy="217357"/>
          </a:xfrm>
          <a:prstGeom prst="ellipse">
            <a:avLst/>
          </a:prstGeom>
          <a:solidFill>
            <a:schemeClr val="lt1"/>
          </a:solidFill>
          <a:ln>
            <a:solidFill>
              <a:schemeClr val="l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latin typeface="Microsoft YaHei" panose="020B0503020204020204" pitchFamily="34" charset="-122"/>
              <a:ea typeface="Microsoft YaHei" panose="020B0503020204020204" pitchFamily="34" charset="-122"/>
            </a:endParaRPr>
          </a:p>
        </p:txBody>
      </p:sp>
      <p:sp>
        <p:nvSpPr>
          <p:cNvPr id="31" name="椭圆 30">
            <a:extLst>
              <a:ext uri="{FF2B5EF4-FFF2-40B4-BE49-F238E27FC236}">
                <a16:creationId xmlns:a16="http://schemas.microsoft.com/office/drawing/2014/main" id="{6CF43B08-1770-4896-9809-097A9CF74A61}"/>
              </a:ext>
            </a:extLst>
          </p:cNvPr>
          <p:cNvSpPr/>
          <p:nvPr>
            <p:custDataLst>
              <p:tags r:id="rId8"/>
            </p:custDataLst>
          </p:nvPr>
        </p:nvSpPr>
        <p:spPr>
          <a:xfrm>
            <a:off x="1498847" y="5686487"/>
            <a:ext cx="217357" cy="217357"/>
          </a:xfrm>
          <a:prstGeom prst="ellipse">
            <a:avLst/>
          </a:prstGeom>
          <a:solidFill>
            <a:schemeClr val="lt1"/>
          </a:solidFill>
          <a:ln>
            <a:solidFill>
              <a:schemeClr val="l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latin typeface="Microsoft YaHei" panose="020B0503020204020204" pitchFamily="34" charset="-122"/>
              <a:ea typeface="Microsoft YaHei" panose="020B0503020204020204" pitchFamily="34" charset="-122"/>
            </a:endParaRPr>
          </a:p>
        </p:txBody>
      </p:sp>
      <p:grpSp>
        <p:nvGrpSpPr>
          <p:cNvPr id="32" name="组合 36">
            <a:extLst>
              <a:ext uri="{FF2B5EF4-FFF2-40B4-BE49-F238E27FC236}">
                <a16:creationId xmlns:a16="http://schemas.microsoft.com/office/drawing/2014/main" id="{1DF9DD83-D175-4974-846E-626CA4C3542E}"/>
              </a:ext>
            </a:extLst>
          </p:cNvPr>
          <p:cNvGrpSpPr/>
          <p:nvPr>
            <p:custDataLst>
              <p:tags r:id="rId9"/>
            </p:custDataLst>
          </p:nvPr>
        </p:nvGrpSpPr>
        <p:grpSpPr>
          <a:xfrm rot="5400000">
            <a:off x="7233821" y="5412154"/>
            <a:ext cx="643631" cy="766026"/>
            <a:chOff x="3121" y="7415"/>
            <a:chExt cx="1220" cy="1452"/>
          </a:xfrm>
        </p:grpSpPr>
        <p:sp>
          <p:nvSpPr>
            <p:cNvPr id="33" name="空心弧 37">
              <a:extLst>
                <a:ext uri="{FF2B5EF4-FFF2-40B4-BE49-F238E27FC236}">
                  <a16:creationId xmlns:a16="http://schemas.microsoft.com/office/drawing/2014/main" id="{F6538338-4F77-446B-9651-CB61B834583B}"/>
                </a:ext>
              </a:extLst>
            </p:cNvPr>
            <p:cNvSpPr/>
            <p:nvPr>
              <p:custDataLst>
                <p:tags r:id="rId15"/>
              </p:custDataLst>
            </p:nvPr>
          </p:nvSpPr>
          <p:spPr>
            <a:xfrm>
              <a:off x="3121" y="7415"/>
              <a:ext cx="1220" cy="1220"/>
            </a:xfrm>
            <a:prstGeom prst="blockArc">
              <a:avLst>
                <a:gd name="adj1" fmla="val 10800000"/>
                <a:gd name="adj2" fmla="val 0"/>
                <a:gd name="adj3" fmla="val 13278"/>
              </a:avLst>
            </a:prstGeom>
            <a:solidFill>
              <a:schemeClr val="accent2"/>
            </a:solidFill>
            <a:ln>
              <a:solidFill>
                <a:schemeClr val="dk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dk1"/>
                </a:solidFill>
                <a:latin typeface="Microsoft YaHei" panose="020B0503020204020204" pitchFamily="34" charset="-122"/>
                <a:ea typeface="Microsoft YaHei" panose="020B0503020204020204" pitchFamily="34" charset="-122"/>
              </a:endParaRPr>
            </a:p>
          </p:txBody>
        </p:sp>
        <p:sp>
          <p:nvSpPr>
            <p:cNvPr id="34" name="空心弧 38">
              <a:extLst>
                <a:ext uri="{FF2B5EF4-FFF2-40B4-BE49-F238E27FC236}">
                  <a16:creationId xmlns:a16="http://schemas.microsoft.com/office/drawing/2014/main" id="{224D03A0-5A93-4C05-8CD4-F8BB6E819DAE}"/>
                </a:ext>
              </a:extLst>
            </p:cNvPr>
            <p:cNvSpPr/>
            <p:nvPr>
              <p:custDataLst>
                <p:tags r:id="rId16"/>
              </p:custDataLst>
            </p:nvPr>
          </p:nvSpPr>
          <p:spPr>
            <a:xfrm rot="10800000">
              <a:off x="3121" y="7647"/>
              <a:ext cx="1220" cy="1220"/>
            </a:xfrm>
            <a:prstGeom prst="blockArc">
              <a:avLst>
                <a:gd name="adj1" fmla="val 10800000"/>
                <a:gd name="adj2" fmla="val 0"/>
                <a:gd name="adj3" fmla="val 13278"/>
              </a:avLst>
            </a:prstGeom>
            <a:solidFill>
              <a:schemeClr val="accent2"/>
            </a:solidFill>
            <a:ln>
              <a:solidFill>
                <a:schemeClr val="l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dk1"/>
                </a:solidFill>
                <a:latin typeface="Microsoft YaHei" panose="020B0503020204020204" pitchFamily="34" charset="-122"/>
                <a:ea typeface="Microsoft YaHei" panose="020B0503020204020204" pitchFamily="34" charset="-122"/>
              </a:endParaRPr>
            </a:p>
          </p:txBody>
        </p:sp>
      </p:grpSp>
      <p:sp>
        <p:nvSpPr>
          <p:cNvPr id="35" name="文本框 39">
            <a:extLst>
              <a:ext uri="{FF2B5EF4-FFF2-40B4-BE49-F238E27FC236}">
                <a16:creationId xmlns:a16="http://schemas.microsoft.com/office/drawing/2014/main" id="{785977CD-73BD-46C3-A58D-6C977BA82A4D}"/>
              </a:ext>
            </a:extLst>
          </p:cNvPr>
          <p:cNvSpPr txBox="1"/>
          <p:nvPr>
            <p:custDataLst>
              <p:tags r:id="rId10"/>
            </p:custDataLst>
          </p:nvPr>
        </p:nvSpPr>
        <p:spPr>
          <a:xfrm>
            <a:off x="7409500" y="5612102"/>
            <a:ext cx="292799" cy="382485"/>
          </a:xfrm>
          <a:prstGeom prst="rect">
            <a:avLst/>
          </a:prstGeom>
          <a:noFill/>
        </p:spPr>
        <p:txBody>
          <a:bodyPr wrap="square" rtlCol="0">
            <a:normAutofit fontScale="87500" lnSpcReduction="20000"/>
          </a:bodyPr>
          <a:lstStyle/>
          <a:p>
            <a:pPr marL="0">
              <a:lnSpc>
                <a:spcPct val="100000"/>
              </a:lnSpc>
              <a:spcBef>
                <a:spcPts val="0"/>
              </a:spcBef>
              <a:spcAft>
                <a:spcPts val="800"/>
              </a:spcAft>
            </a:pPr>
            <a:r>
              <a:rPr lang="en-US" altLang="zh-CN" spc="100">
                <a:solidFill>
                  <a:schemeClr val="dk1">
                    <a:lumMod val="75000"/>
                    <a:lumOff val="25000"/>
                  </a:schemeClr>
                </a:solidFill>
                <a:latin typeface="Microsoft YaHei" panose="020B0503020204020204" pitchFamily="34" charset="-122"/>
                <a:ea typeface="Microsoft YaHei" panose="020B0503020204020204" pitchFamily="34" charset="-122"/>
              </a:rPr>
              <a:t>2</a:t>
            </a:r>
          </a:p>
        </p:txBody>
      </p:sp>
      <p:sp>
        <p:nvSpPr>
          <p:cNvPr id="36" name="椭圆 40">
            <a:extLst>
              <a:ext uri="{FF2B5EF4-FFF2-40B4-BE49-F238E27FC236}">
                <a16:creationId xmlns:a16="http://schemas.microsoft.com/office/drawing/2014/main" id="{94CF08F9-B0C3-465A-906D-5B398F6A675F}"/>
              </a:ext>
            </a:extLst>
          </p:cNvPr>
          <p:cNvSpPr/>
          <p:nvPr>
            <p:custDataLst>
              <p:tags r:id="rId11"/>
            </p:custDataLst>
          </p:nvPr>
        </p:nvSpPr>
        <p:spPr>
          <a:xfrm>
            <a:off x="4403099" y="5686487"/>
            <a:ext cx="217357" cy="217357"/>
          </a:xfrm>
          <a:prstGeom prst="ellipse">
            <a:avLst/>
          </a:prstGeom>
          <a:solidFill>
            <a:schemeClr val="lt1"/>
          </a:solidFill>
          <a:ln>
            <a:solidFill>
              <a:schemeClr val="l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latin typeface="Microsoft YaHei" panose="020B0503020204020204" pitchFamily="34" charset="-122"/>
              <a:ea typeface="Microsoft YaHei" panose="020B0503020204020204" pitchFamily="34" charset="-122"/>
            </a:endParaRPr>
          </a:p>
        </p:txBody>
      </p:sp>
      <p:sp>
        <p:nvSpPr>
          <p:cNvPr id="37" name="椭圆 47">
            <a:extLst>
              <a:ext uri="{FF2B5EF4-FFF2-40B4-BE49-F238E27FC236}">
                <a16:creationId xmlns:a16="http://schemas.microsoft.com/office/drawing/2014/main" id="{8B70E486-A578-469C-ACAF-24B52CB3E81F}"/>
              </a:ext>
            </a:extLst>
          </p:cNvPr>
          <p:cNvSpPr/>
          <p:nvPr>
            <p:custDataLst>
              <p:tags r:id="rId12"/>
            </p:custDataLst>
          </p:nvPr>
        </p:nvSpPr>
        <p:spPr>
          <a:xfrm>
            <a:off x="5083659" y="5686487"/>
            <a:ext cx="217357" cy="217357"/>
          </a:xfrm>
          <a:prstGeom prst="ellipse">
            <a:avLst/>
          </a:prstGeom>
          <a:solidFill>
            <a:schemeClr val="lt1"/>
          </a:solidFill>
          <a:ln>
            <a:solidFill>
              <a:schemeClr val="l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latin typeface="Microsoft YaHei" panose="020B0503020204020204" pitchFamily="34" charset="-122"/>
              <a:ea typeface="Microsoft YaHei" panose="020B0503020204020204" pitchFamily="34" charset="-122"/>
            </a:endParaRPr>
          </a:p>
        </p:txBody>
      </p:sp>
      <p:cxnSp>
        <p:nvCxnSpPr>
          <p:cNvPr id="38" name="直接连接符 48">
            <a:extLst>
              <a:ext uri="{FF2B5EF4-FFF2-40B4-BE49-F238E27FC236}">
                <a16:creationId xmlns:a16="http://schemas.microsoft.com/office/drawing/2014/main" id="{4825FE96-2465-4200-84ED-C4825907D96B}"/>
              </a:ext>
            </a:extLst>
          </p:cNvPr>
          <p:cNvCxnSpPr>
            <a:cxnSpLocks/>
            <a:stCxn id="31" idx="6"/>
          </p:cNvCxnSpPr>
          <p:nvPr>
            <p:custDataLst>
              <p:tags r:id="rId13"/>
            </p:custDataLst>
          </p:nvPr>
        </p:nvCxnSpPr>
        <p:spPr>
          <a:xfrm>
            <a:off x="1716204" y="5795166"/>
            <a:ext cx="5398274" cy="0"/>
          </a:xfrm>
          <a:prstGeom prst="line">
            <a:avLst/>
          </a:prstGeom>
          <a:ln w="12700">
            <a:solidFill>
              <a:schemeClr val="dk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39" name="直接连接符 49">
            <a:extLst>
              <a:ext uri="{FF2B5EF4-FFF2-40B4-BE49-F238E27FC236}">
                <a16:creationId xmlns:a16="http://schemas.microsoft.com/office/drawing/2014/main" id="{41A5EEEB-5400-4276-95D3-29CF8DD211C6}"/>
              </a:ext>
            </a:extLst>
          </p:cNvPr>
          <p:cNvCxnSpPr>
            <a:cxnSpLocks/>
          </p:cNvCxnSpPr>
          <p:nvPr>
            <p:custDataLst>
              <p:tags r:id="rId14"/>
            </p:custDataLst>
          </p:nvPr>
        </p:nvCxnSpPr>
        <p:spPr>
          <a:xfrm>
            <a:off x="8000374" y="5795167"/>
            <a:ext cx="2594043" cy="0"/>
          </a:xfrm>
          <a:prstGeom prst="line">
            <a:avLst/>
          </a:prstGeom>
          <a:ln w="12700">
            <a:solidFill>
              <a:schemeClr val="dk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34803187"/>
      </p:ext>
    </p:extLst>
  </p:cSld>
  <p:clrMapOvr>
    <a:masterClrMapping/>
  </p:clrMapOvr>
  <p:transition spd="slow"/>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7E402F0C-111C-4118-84A1-D897CF240C6A}"/>
              </a:ext>
            </a:extLst>
          </p:cNvPr>
          <p:cNvPicPr>
            <a:picLocks noChangeAspect="1"/>
          </p:cNvPicPr>
          <p:nvPr/>
        </p:nvPicPr>
        <p:blipFill>
          <a:blip r:embed="rId3"/>
          <a:stretch>
            <a:fillRect/>
          </a:stretch>
        </p:blipFill>
        <p:spPr>
          <a:xfrm>
            <a:off x="2007520" y="1918138"/>
            <a:ext cx="8176958" cy="4126766"/>
          </a:xfrm>
          <a:prstGeom prst="rect">
            <a:avLst/>
          </a:prstGeom>
        </p:spPr>
      </p:pic>
      <p:sp>
        <p:nvSpPr>
          <p:cNvPr id="12" name="标题 1">
            <a:extLst>
              <a:ext uri="{FF2B5EF4-FFF2-40B4-BE49-F238E27FC236}">
                <a16:creationId xmlns:a16="http://schemas.microsoft.com/office/drawing/2014/main" id="{5C492946-ABDD-464A-B6A5-6BDE1E6DD53C}"/>
              </a:ext>
            </a:extLst>
          </p:cNvPr>
          <p:cNvSpPr>
            <a:spLocks noGrp="1"/>
          </p:cNvSpPr>
          <p:nvPr>
            <p:ph type="title"/>
          </p:nvPr>
        </p:nvSpPr>
        <p:spPr>
          <a:xfrm>
            <a:off x="1942080" y="615117"/>
            <a:ext cx="8307839" cy="576263"/>
          </a:xfrm>
        </p:spPr>
        <p:txBody>
          <a:bodyPr>
            <a:noAutofit/>
          </a:bodyPr>
          <a:lstStyle/>
          <a:p>
            <a:r>
              <a:rPr lang="zh-CN" altLang="en-US">
                <a:solidFill>
                  <a:schemeClr val="tx2">
                    <a:lumMod val="75000"/>
                  </a:schemeClr>
                </a:solidFill>
                <a:latin typeface="Microsoft YaHei" panose="020B0503020204020204" pitchFamily="34" charset="-122"/>
                <a:ea typeface="Microsoft YaHei" panose="020B0503020204020204" pitchFamily="34" charset="-122"/>
              </a:rPr>
              <a:t>例子：以服务间通讯为例</a:t>
            </a:r>
            <a:endParaRPr lang="zh-CN" altLang="en-US" dirty="0">
              <a:solidFill>
                <a:schemeClr val="tx2">
                  <a:lumMod val="75000"/>
                </a:schemeClr>
              </a:solidFill>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920931512"/>
      </p:ext>
    </p:extLst>
  </p:cSld>
  <p:clrMapOvr>
    <a:masterClrMapping/>
  </p:clrMapOvr>
  <p:transition spd="slow"/>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9DF3CC1-E4D6-4F5C-B847-95AB0B5E2EF6}"/>
              </a:ext>
            </a:extLst>
          </p:cNvPr>
          <p:cNvPicPr>
            <a:picLocks noChangeAspect="1"/>
          </p:cNvPicPr>
          <p:nvPr/>
        </p:nvPicPr>
        <p:blipFill>
          <a:blip r:embed="rId3"/>
          <a:stretch>
            <a:fillRect/>
          </a:stretch>
        </p:blipFill>
        <p:spPr>
          <a:xfrm>
            <a:off x="1135777" y="1772449"/>
            <a:ext cx="9700958" cy="4446318"/>
          </a:xfrm>
          <a:prstGeom prst="rect">
            <a:avLst/>
          </a:prstGeom>
        </p:spPr>
      </p:pic>
      <p:sp>
        <p:nvSpPr>
          <p:cNvPr id="4" name="标题 1">
            <a:extLst>
              <a:ext uri="{FF2B5EF4-FFF2-40B4-BE49-F238E27FC236}">
                <a16:creationId xmlns:a16="http://schemas.microsoft.com/office/drawing/2014/main" id="{DAB0353E-8508-4E1B-ACCA-8FD9D7A370F4}"/>
              </a:ext>
            </a:extLst>
          </p:cNvPr>
          <p:cNvSpPr>
            <a:spLocks noGrp="1"/>
          </p:cNvSpPr>
          <p:nvPr>
            <p:ph type="title"/>
          </p:nvPr>
        </p:nvSpPr>
        <p:spPr>
          <a:xfrm>
            <a:off x="1832337" y="639233"/>
            <a:ext cx="8307839" cy="576263"/>
          </a:xfrm>
        </p:spPr>
        <p:txBody>
          <a:bodyPr>
            <a:noAutofit/>
          </a:bodyPr>
          <a:lstStyle/>
          <a:p>
            <a:r>
              <a:rPr lang="en-US" altLang="zh-CN">
                <a:solidFill>
                  <a:schemeClr val="tx2">
                    <a:lumMod val="75000"/>
                  </a:schemeClr>
                </a:solidFill>
                <a:latin typeface="Microsoft YaHei" panose="020B0503020204020204" pitchFamily="34" charset="-122"/>
                <a:ea typeface="Microsoft YaHei" panose="020B0503020204020204" pitchFamily="34" charset="-122"/>
              </a:rPr>
              <a:t>SDK</a:t>
            </a:r>
            <a:r>
              <a:rPr lang="zh-CN" altLang="en-US">
                <a:solidFill>
                  <a:schemeClr val="tx2">
                    <a:lumMod val="75000"/>
                  </a:schemeClr>
                </a:solidFill>
                <a:latin typeface="Microsoft YaHei" panose="020B0503020204020204" pitchFamily="34" charset="-122"/>
                <a:ea typeface="Microsoft YaHei" panose="020B0503020204020204" pitchFamily="34" charset="-122"/>
              </a:rPr>
              <a:t>思路</a:t>
            </a:r>
            <a:endParaRPr lang="zh-CN" altLang="en-US" dirty="0">
              <a:solidFill>
                <a:schemeClr val="tx2">
                  <a:lumMod val="75000"/>
                </a:schemeClr>
              </a:solidFill>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403121943"/>
      </p:ext>
    </p:extLst>
  </p:cSld>
  <p:clrMapOvr>
    <a:masterClrMapping/>
  </p:clrMapOvr>
  <p:transition spd="slow"/>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a:extLst>
              <a:ext uri="{FF2B5EF4-FFF2-40B4-BE49-F238E27FC236}">
                <a16:creationId xmlns:a16="http://schemas.microsoft.com/office/drawing/2014/main" id="{DAB0353E-8508-4E1B-ACCA-8FD9D7A370F4}"/>
              </a:ext>
            </a:extLst>
          </p:cNvPr>
          <p:cNvSpPr>
            <a:spLocks noGrp="1"/>
          </p:cNvSpPr>
          <p:nvPr>
            <p:ph type="title"/>
          </p:nvPr>
        </p:nvSpPr>
        <p:spPr>
          <a:xfrm>
            <a:off x="1501726" y="626627"/>
            <a:ext cx="8307839" cy="576263"/>
          </a:xfrm>
        </p:spPr>
        <p:txBody>
          <a:bodyPr>
            <a:noAutofit/>
          </a:bodyPr>
          <a:lstStyle/>
          <a:p>
            <a:r>
              <a:rPr lang="en-US" altLang="zh-CN">
                <a:solidFill>
                  <a:schemeClr val="tx2">
                    <a:lumMod val="75000"/>
                  </a:schemeClr>
                </a:solidFill>
                <a:latin typeface="Microsoft YaHei" panose="020B0503020204020204" pitchFamily="34" charset="-122"/>
                <a:ea typeface="Microsoft YaHei" panose="020B0503020204020204" pitchFamily="34" charset="-122"/>
              </a:rPr>
              <a:t>Service Mesh</a:t>
            </a:r>
            <a:r>
              <a:rPr lang="zh-CN" altLang="en-US">
                <a:solidFill>
                  <a:schemeClr val="tx2">
                    <a:lumMod val="75000"/>
                  </a:schemeClr>
                </a:solidFill>
                <a:latin typeface="Microsoft YaHei" panose="020B0503020204020204" pitchFamily="34" charset="-122"/>
                <a:ea typeface="Microsoft YaHei" panose="020B0503020204020204" pitchFamily="34" charset="-122"/>
              </a:rPr>
              <a:t>思路</a:t>
            </a:r>
            <a:endParaRPr lang="zh-CN" altLang="en-US" dirty="0">
              <a:solidFill>
                <a:schemeClr val="tx2">
                  <a:lumMod val="75000"/>
                </a:schemeClr>
              </a:solidFill>
              <a:latin typeface="Microsoft YaHei" panose="020B0503020204020204" pitchFamily="34" charset="-122"/>
              <a:ea typeface="Microsoft YaHei" panose="020B0503020204020204" pitchFamily="34" charset="-122"/>
            </a:endParaRPr>
          </a:p>
        </p:txBody>
      </p:sp>
      <p:pic>
        <p:nvPicPr>
          <p:cNvPr id="5" name="Picture 4">
            <a:extLst>
              <a:ext uri="{FF2B5EF4-FFF2-40B4-BE49-F238E27FC236}">
                <a16:creationId xmlns:a16="http://schemas.microsoft.com/office/drawing/2014/main" id="{758EC98E-D65B-459F-AB12-7A9EE1AC5E3A}"/>
              </a:ext>
            </a:extLst>
          </p:cNvPr>
          <p:cNvPicPr>
            <a:picLocks noChangeAspect="1"/>
          </p:cNvPicPr>
          <p:nvPr/>
        </p:nvPicPr>
        <p:blipFill>
          <a:blip r:embed="rId3"/>
          <a:stretch>
            <a:fillRect/>
          </a:stretch>
        </p:blipFill>
        <p:spPr>
          <a:xfrm>
            <a:off x="911495" y="1701859"/>
            <a:ext cx="8898070" cy="4634493"/>
          </a:xfrm>
          <a:prstGeom prst="rect">
            <a:avLst/>
          </a:prstGeom>
        </p:spPr>
      </p:pic>
      <p:sp>
        <p:nvSpPr>
          <p:cNvPr id="6" name="文本占位符 2">
            <a:extLst>
              <a:ext uri="{FF2B5EF4-FFF2-40B4-BE49-F238E27FC236}">
                <a16:creationId xmlns:a16="http://schemas.microsoft.com/office/drawing/2014/main" id="{D4D40E3C-8F31-4096-BCA6-2B2436589361}"/>
              </a:ext>
            </a:extLst>
          </p:cNvPr>
          <p:cNvSpPr>
            <a:spLocks noGrp="1"/>
          </p:cNvSpPr>
          <p:nvPr>
            <p:ph type="body" idx="1"/>
          </p:nvPr>
        </p:nvSpPr>
        <p:spPr>
          <a:xfrm>
            <a:off x="5090923" y="2406479"/>
            <a:ext cx="3473527" cy="774603"/>
          </a:xfrm>
        </p:spPr>
        <p:txBody>
          <a:bodyPr>
            <a:noAutofit/>
          </a:bodyPr>
          <a:lstStyle/>
          <a:p>
            <a:r>
              <a:rPr lang="zh-CN" altLang="en-US">
                <a:latin typeface="Microsoft YaHei" panose="020B0503020204020204" pitchFamily="34" charset="-122"/>
                <a:ea typeface="Microsoft YaHei" panose="020B0503020204020204" pitchFamily="34" charset="-122"/>
              </a:rPr>
              <a:t>将</a:t>
            </a:r>
            <a:r>
              <a:rPr lang="en-US" altLang="zh-CN">
                <a:latin typeface="Microsoft YaHei" panose="020B0503020204020204" pitchFamily="34" charset="-122"/>
                <a:ea typeface="Microsoft YaHei" panose="020B0503020204020204" pitchFamily="34" charset="-122"/>
              </a:rPr>
              <a:t>SDK</a:t>
            </a:r>
            <a:r>
              <a:rPr lang="zh-CN" altLang="en-US">
                <a:latin typeface="Microsoft YaHei" panose="020B0503020204020204" pitchFamily="34" charset="-122"/>
                <a:ea typeface="Microsoft YaHei" panose="020B0503020204020204" pitchFamily="34" charset="-122"/>
              </a:rPr>
              <a:t>客户端功能剥离</a:t>
            </a:r>
          </a:p>
        </p:txBody>
      </p:sp>
    </p:spTree>
    <p:extLst>
      <p:ext uri="{BB962C8B-B14F-4D97-AF65-F5344CB8AC3E}">
        <p14:creationId xmlns:p14="http://schemas.microsoft.com/office/powerpoint/2010/main" val="3947305227"/>
      </p:ext>
    </p:extLst>
  </p:cSld>
  <p:clrMapOvr>
    <a:masterClrMapping/>
  </p:clrMapOvr>
  <p:transition spd="slow"/>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a:extLst>
              <a:ext uri="{FF2B5EF4-FFF2-40B4-BE49-F238E27FC236}">
                <a16:creationId xmlns:a16="http://schemas.microsoft.com/office/drawing/2014/main" id="{DAB0353E-8508-4E1B-ACCA-8FD9D7A370F4}"/>
              </a:ext>
            </a:extLst>
          </p:cNvPr>
          <p:cNvSpPr>
            <a:spLocks noGrp="1"/>
          </p:cNvSpPr>
          <p:nvPr>
            <p:ph type="title"/>
          </p:nvPr>
        </p:nvSpPr>
        <p:spPr>
          <a:xfrm>
            <a:off x="1611196" y="639506"/>
            <a:ext cx="8307839" cy="576263"/>
          </a:xfrm>
        </p:spPr>
        <p:txBody>
          <a:bodyPr>
            <a:noAutofit/>
          </a:bodyPr>
          <a:lstStyle/>
          <a:p>
            <a:r>
              <a:rPr lang="en-US" altLang="zh-CN">
                <a:solidFill>
                  <a:schemeClr val="tx2">
                    <a:lumMod val="75000"/>
                  </a:schemeClr>
                </a:solidFill>
                <a:latin typeface="Microsoft YaHei" panose="020B0503020204020204" pitchFamily="34" charset="-122"/>
                <a:ea typeface="Microsoft YaHei" panose="020B0503020204020204" pitchFamily="34" charset="-122"/>
              </a:rPr>
              <a:t>Service Mesh</a:t>
            </a:r>
            <a:r>
              <a:rPr lang="zh-CN" altLang="en-US">
                <a:solidFill>
                  <a:schemeClr val="tx2">
                    <a:lumMod val="75000"/>
                  </a:schemeClr>
                </a:solidFill>
                <a:latin typeface="Microsoft YaHei" panose="020B0503020204020204" pitchFamily="34" charset="-122"/>
                <a:ea typeface="Microsoft YaHei" panose="020B0503020204020204" pitchFamily="34" charset="-122"/>
              </a:rPr>
              <a:t>模式</a:t>
            </a:r>
            <a:endParaRPr lang="zh-CN" altLang="en-US" dirty="0">
              <a:solidFill>
                <a:schemeClr val="tx2">
                  <a:lumMod val="75000"/>
                </a:schemeClr>
              </a:solidFill>
              <a:latin typeface="Microsoft YaHei" panose="020B0503020204020204" pitchFamily="34" charset="-122"/>
              <a:ea typeface="Microsoft YaHei" panose="020B0503020204020204" pitchFamily="34" charset="-122"/>
            </a:endParaRPr>
          </a:p>
        </p:txBody>
      </p:sp>
      <p:pic>
        <p:nvPicPr>
          <p:cNvPr id="3" name="Picture 2">
            <a:extLst>
              <a:ext uri="{FF2B5EF4-FFF2-40B4-BE49-F238E27FC236}">
                <a16:creationId xmlns:a16="http://schemas.microsoft.com/office/drawing/2014/main" id="{E295AF62-CC23-4C09-A0A2-EB90C0930E31}"/>
              </a:ext>
            </a:extLst>
          </p:cNvPr>
          <p:cNvPicPr>
            <a:picLocks noChangeAspect="1"/>
          </p:cNvPicPr>
          <p:nvPr/>
        </p:nvPicPr>
        <p:blipFill>
          <a:blip r:embed="rId3"/>
          <a:stretch>
            <a:fillRect/>
          </a:stretch>
        </p:blipFill>
        <p:spPr>
          <a:xfrm>
            <a:off x="1189765" y="1527020"/>
            <a:ext cx="9812470" cy="4948121"/>
          </a:xfrm>
          <a:prstGeom prst="rect">
            <a:avLst/>
          </a:prstGeom>
        </p:spPr>
      </p:pic>
    </p:spTree>
    <p:extLst>
      <p:ext uri="{BB962C8B-B14F-4D97-AF65-F5344CB8AC3E}">
        <p14:creationId xmlns:p14="http://schemas.microsoft.com/office/powerpoint/2010/main" val="107948178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a:extLst>
              <a:ext uri="{FF2B5EF4-FFF2-40B4-BE49-F238E27FC236}">
                <a16:creationId xmlns:a16="http://schemas.microsoft.com/office/drawing/2014/main" id="{DAB0353E-8508-4E1B-ACCA-8FD9D7A370F4}"/>
              </a:ext>
            </a:extLst>
          </p:cNvPr>
          <p:cNvSpPr>
            <a:spLocks noGrp="1"/>
          </p:cNvSpPr>
          <p:nvPr>
            <p:ph type="title"/>
          </p:nvPr>
        </p:nvSpPr>
        <p:spPr>
          <a:xfrm>
            <a:off x="1624074" y="620187"/>
            <a:ext cx="8307839" cy="576263"/>
          </a:xfrm>
        </p:spPr>
        <p:txBody>
          <a:bodyPr>
            <a:noAutofit/>
          </a:bodyPr>
          <a:lstStyle/>
          <a:p>
            <a:r>
              <a:rPr lang="en-US" altLang="zh-CN">
                <a:solidFill>
                  <a:schemeClr val="tx2">
                    <a:lumMod val="75000"/>
                  </a:schemeClr>
                </a:solidFill>
                <a:latin typeface="Microsoft YaHei" panose="020B0503020204020204" pitchFamily="34" charset="-122"/>
                <a:ea typeface="Microsoft YaHei" panose="020B0503020204020204" pitchFamily="34" charset="-122"/>
              </a:rPr>
              <a:t>Service Mesh </a:t>
            </a:r>
            <a:r>
              <a:rPr lang="zh-CN" altLang="en-US">
                <a:solidFill>
                  <a:schemeClr val="tx2">
                    <a:lumMod val="75000"/>
                  </a:schemeClr>
                </a:solidFill>
                <a:latin typeface="Microsoft YaHei" panose="020B0503020204020204" pitchFamily="34" charset="-122"/>
                <a:ea typeface="Microsoft YaHei" panose="020B0503020204020204" pitchFamily="34" charset="-122"/>
              </a:rPr>
              <a:t>应用视角</a:t>
            </a:r>
            <a:endParaRPr lang="zh-CN" altLang="en-US" dirty="0">
              <a:solidFill>
                <a:schemeClr val="tx2">
                  <a:lumMod val="75000"/>
                </a:schemeClr>
              </a:solidFill>
              <a:latin typeface="Microsoft YaHei" panose="020B0503020204020204" pitchFamily="34" charset="-122"/>
              <a:ea typeface="Microsoft YaHei" panose="020B0503020204020204" pitchFamily="34" charset="-122"/>
            </a:endParaRPr>
          </a:p>
        </p:txBody>
      </p:sp>
      <p:pic>
        <p:nvPicPr>
          <p:cNvPr id="3" name="Picture 2">
            <a:extLst>
              <a:ext uri="{FF2B5EF4-FFF2-40B4-BE49-F238E27FC236}">
                <a16:creationId xmlns:a16="http://schemas.microsoft.com/office/drawing/2014/main" id="{392E868F-BC8B-4924-B51E-DF9D53A4013A}"/>
              </a:ext>
            </a:extLst>
          </p:cNvPr>
          <p:cNvPicPr>
            <a:picLocks noChangeAspect="1"/>
          </p:cNvPicPr>
          <p:nvPr/>
        </p:nvPicPr>
        <p:blipFill>
          <a:blip r:embed="rId3"/>
          <a:stretch>
            <a:fillRect/>
          </a:stretch>
        </p:blipFill>
        <p:spPr>
          <a:xfrm>
            <a:off x="1327859" y="1619795"/>
            <a:ext cx="9894245" cy="4836028"/>
          </a:xfrm>
          <a:prstGeom prst="rect">
            <a:avLst/>
          </a:prstGeom>
        </p:spPr>
      </p:pic>
    </p:spTree>
    <p:extLst>
      <p:ext uri="{BB962C8B-B14F-4D97-AF65-F5344CB8AC3E}">
        <p14:creationId xmlns:p14="http://schemas.microsoft.com/office/powerpoint/2010/main" val="3247625016"/>
      </p:ext>
    </p:extLst>
  </p:cSld>
  <p:clrMapOvr>
    <a:masterClrMapping/>
  </p:clrMapOvr>
  <p:transition spd="slow"/>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引入云原生的目的</a:t>
            </a:r>
          </a:p>
        </p:txBody>
      </p:sp>
      <p:sp>
        <p:nvSpPr>
          <p:cNvPr id="8" name="矩形 41">
            <a:extLst>
              <a:ext uri="{FF2B5EF4-FFF2-40B4-BE49-F238E27FC236}">
                <a16:creationId xmlns:a16="http://schemas.microsoft.com/office/drawing/2014/main" id="{D6C5B915-5492-4FD2-8FDC-337B45C84B51}"/>
              </a:ext>
            </a:extLst>
          </p:cNvPr>
          <p:cNvSpPr/>
          <p:nvPr/>
        </p:nvSpPr>
        <p:spPr>
          <a:xfrm>
            <a:off x="1831612" y="2408955"/>
            <a:ext cx="2652335" cy="149925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285750" indent="-285750" algn="l" eaLnBrk="1" fontAlgn="auto" hangingPunct="1">
              <a:lnSpc>
                <a:spcPct val="150000"/>
              </a:lnSpc>
              <a:spcBef>
                <a:spcPts val="0"/>
              </a:spcBef>
              <a:spcAft>
                <a:spcPts val="0"/>
              </a:spcAft>
              <a:buFont typeface="Wingdings" panose="05000000000000000000" pitchFamily="2" charset="2"/>
              <a:buChar char="v"/>
              <a:defRPr/>
            </a:pPr>
            <a:r>
              <a:rPr lang="zh-CN" altLang="en-US" sz="2000">
                <a:solidFill>
                  <a:schemeClr val="tx1">
                    <a:lumMod val="75000"/>
                    <a:lumOff val="25000"/>
                  </a:schemeClr>
                </a:solidFill>
                <a:latin typeface="Microsoft YaHei" panose="020B0503020204020204" pitchFamily="34" charset="-122"/>
                <a:ea typeface="Microsoft YaHei" panose="020B0503020204020204" pitchFamily="34" charset="-122"/>
                <a:cs typeface="Arial" panose="020B0604020202020204" pitchFamily="34" charset="0"/>
              </a:rPr>
              <a:t>前后台分离</a:t>
            </a:r>
            <a:endParaRPr lang="en-US" altLang="zh-CN" sz="2000" kern="0">
              <a:solidFill>
                <a:schemeClr val="tx1">
                  <a:lumMod val="75000"/>
                  <a:lumOff val="25000"/>
                </a:schemeClr>
              </a:solidFill>
              <a:latin typeface="Microsoft YaHei" panose="020B0503020204020204" pitchFamily="34" charset="-122"/>
              <a:ea typeface="Microsoft YaHei" panose="020B0503020204020204" pitchFamily="34" charset="-122"/>
              <a:cs typeface="Arial" panose="020B0604020202020204" pitchFamily="34" charset="0"/>
            </a:endParaRPr>
          </a:p>
          <a:p>
            <a:pPr marL="285750" indent="-285750" algn="l" eaLnBrk="1" fontAlgn="auto" hangingPunct="1">
              <a:lnSpc>
                <a:spcPct val="150000"/>
              </a:lnSpc>
              <a:spcBef>
                <a:spcPts val="0"/>
              </a:spcBef>
              <a:spcAft>
                <a:spcPts val="0"/>
              </a:spcAft>
              <a:buFont typeface="Wingdings" panose="05000000000000000000" pitchFamily="2" charset="2"/>
              <a:buChar char="v"/>
              <a:defRPr/>
            </a:pPr>
            <a:r>
              <a:rPr lang="zh-CN" altLang="en-US" sz="2000">
                <a:solidFill>
                  <a:schemeClr val="tx1">
                    <a:lumMod val="75000"/>
                    <a:lumOff val="25000"/>
                  </a:schemeClr>
                </a:solidFill>
                <a:latin typeface="Microsoft YaHei" panose="020B0503020204020204" pitchFamily="34" charset="-122"/>
                <a:ea typeface="Microsoft YaHei" panose="020B0503020204020204" pitchFamily="34" charset="-122"/>
                <a:cs typeface="Arial" panose="020B0604020202020204" pitchFamily="34" charset="0"/>
              </a:rPr>
              <a:t>技术架构下沉</a:t>
            </a:r>
            <a:endParaRPr lang="en-US" altLang="zh-CN" sz="2000" kern="0">
              <a:solidFill>
                <a:schemeClr val="tx1">
                  <a:lumMod val="75000"/>
                  <a:lumOff val="25000"/>
                </a:schemeClr>
              </a:solidFill>
              <a:latin typeface="Microsoft YaHei" panose="020B0503020204020204" pitchFamily="34" charset="-122"/>
              <a:ea typeface="Microsoft YaHei" panose="020B0503020204020204" pitchFamily="34" charset="-122"/>
              <a:cs typeface="Arial" panose="020B0604020202020204" pitchFamily="34" charset="0"/>
            </a:endParaRPr>
          </a:p>
          <a:p>
            <a:pPr marL="285750" indent="-285750" algn="l" eaLnBrk="1" fontAlgn="auto" hangingPunct="1">
              <a:lnSpc>
                <a:spcPct val="150000"/>
              </a:lnSpc>
              <a:spcBef>
                <a:spcPts val="0"/>
              </a:spcBef>
              <a:spcAft>
                <a:spcPts val="0"/>
              </a:spcAft>
              <a:buFont typeface="Wingdings" panose="05000000000000000000" pitchFamily="2" charset="2"/>
              <a:buChar char="v"/>
              <a:defRPr/>
            </a:pPr>
            <a:endParaRPr lang="zh-CN" altLang="en-US" sz="2000" kern="0" dirty="0">
              <a:solidFill>
                <a:schemeClr val="tx1">
                  <a:lumMod val="75000"/>
                  <a:lumOff val="25000"/>
                </a:schemeClr>
              </a:solidFill>
              <a:latin typeface="Microsoft YaHei" panose="020B0503020204020204" pitchFamily="34" charset="-122"/>
              <a:ea typeface="Microsoft YaHei" panose="020B0503020204020204" pitchFamily="34" charset="-122"/>
              <a:cs typeface="Arial" panose="020B0604020202020204" pitchFamily="34" charset="0"/>
            </a:endParaRPr>
          </a:p>
        </p:txBody>
      </p:sp>
      <p:sp>
        <p:nvSpPr>
          <p:cNvPr id="9" name="矩形 43">
            <a:extLst>
              <a:ext uri="{FF2B5EF4-FFF2-40B4-BE49-F238E27FC236}">
                <a16:creationId xmlns:a16="http://schemas.microsoft.com/office/drawing/2014/main" id="{6E2F2319-34D2-4986-BC1B-CDFBBFE109BE}"/>
              </a:ext>
            </a:extLst>
          </p:cNvPr>
          <p:cNvSpPr/>
          <p:nvPr/>
        </p:nvSpPr>
        <p:spPr>
          <a:xfrm>
            <a:off x="4964537" y="2408955"/>
            <a:ext cx="3206997" cy="149925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285750" indent="-285750" algn="l">
              <a:lnSpc>
                <a:spcPct val="150000"/>
              </a:lnSpc>
              <a:spcBef>
                <a:spcPts val="0"/>
              </a:spcBef>
              <a:spcAft>
                <a:spcPts val="0"/>
              </a:spcAft>
              <a:buClrTx/>
              <a:buSzTx/>
              <a:buFont typeface="Wingdings" panose="05000000000000000000" pitchFamily="2" charset="2"/>
              <a:buChar char="v"/>
              <a:defRPr/>
            </a:pPr>
            <a:r>
              <a:rPr lang="zh-CN" altLang="en-US" sz="2000" kern="0">
                <a:solidFill>
                  <a:schemeClr val="tx1">
                    <a:lumMod val="75000"/>
                    <a:lumOff val="25000"/>
                  </a:schemeClr>
                </a:solidFill>
                <a:latin typeface="Microsoft YaHei" panose="020B0503020204020204" pitchFamily="34" charset="-122"/>
                <a:ea typeface="Microsoft YaHei" panose="020B0503020204020204" pitchFamily="34" charset="-122"/>
                <a:cs typeface="Arial" panose="020B0604020202020204" pitchFamily="34" charset="0"/>
              </a:rPr>
              <a:t>业务组件垂直拆分</a:t>
            </a:r>
            <a:endParaRPr lang="en-US" altLang="zh-CN" sz="2000" kern="0">
              <a:solidFill>
                <a:schemeClr val="tx1">
                  <a:lumMod val="75000"/>
                  <a:lumOff val="25000"/>
                </a:schemeClr>
              </a:solidFill>
              <a:latin typeface="Microsoft YaHei" panose="020B0503020204020204" pitchFamily="34" charset="-122"/>
              <a:ea typeface="Microsoft YaHei" panose="020B0503020204020204" pitchFamily="34" charset="-122"/>
              <a:cs typeface="Arial" panose="020B0604020202020204" pitchFamily="34" charset="0"/>
            </a:endParaRPr>
          </a:p>
          <a:p>
            <a:pPr marL="285750" indent="-285750" algn="l">
              <a:lnSpc>
                <a:spcPct val="150000"/>
              </a:lnSpc>
              <a:spcBef>
                <a:spcPts val="0"/>
              </a:spcBef>
              <a:spcAft>
                <a:spcPts val="0"/>
              </a:spcAft>
              <a:buClrTx/>
              <a:buSzTx/>
              <a:buFont typeface="Wingdings" panose="05000000000000000000" pitchFamily="2" charset="2"/>
              <a:buChar char="v"/>
              <a:defRPr/>
            </a:pPr>
            <a:r>
              <a:rPr lang="zh-CN" altLang="en-US" sz="2000">
                <a:solidFill>
                  <a:schemeClr val="tx1">
                    <a:lumMod val="75000"/>
                    <a:lumOff val="25000"/>
                  </a:schemeClr>
                </a:solidFill>
                <a:latin typeface="Microsoft YaHei" panose="020B0503020204020204" pitchFamily="34" charset="-122"/>
                <a:ea typeface="Microsoft YaHei" panose="020B0503020204020204" pitchFamily="34" charset="-122"/>
                <a:cs typeface="Arial" panose="020B0604020202020204" pitchFamily="34" charset="0"/>
              </a:rPr>
              <a:t>组件间高内聚、低耦合</a:t>
            </a:r>
            <a:endParaRPr lang="en-US" altLang="zh-CN" sz="2000">
              <a:solidFill>
                <a:schemeClr val="tx1">
                  <a:lumMod val="75000"/>
                  <a:lumOff val="25000"/>
                </a:schemeClr>
              </a:solidFill>
              <a:latin typeface="Microsoft YaHei" panose="020B0503020204020204" pitchFamily="34" charset="-122"/>
              <a:ea typeface="Microsoft YaHei" panose="020B0503020204020204" pitchFamily="34" charset="-122"/>
              <a:cs typeface="Arial" panose="020B0604020202020204" pitchFamily="34" charset="0"/>
            </a:endParaRPr>
          </a:p>
          <a:p>
            <a:pPr marL="285750" indent="-285750" algn="l">
              <a:lnSpc>
                <a:spcPct val="150000"/>
              </a:lnSpc>
              <a:spcBef>
                <a:spcPts val="0"/>
              </a:spcBef>
              <a:spcAft>
                <a:spcPts val="0"/>
              </a:spcAft>
              <a:buClrTx/>
              <a:buSzTx/>
              <a:buFont typeface="Wingdings" panose="05000000000000000000" pitchFamily="2" charset="2"/>
              <a:buChar char="v"/>
              <a:defRPr/>
            </a:pPr>
            <a:r>
              <a:rPr lang="zh-CN" altLang="en-US" sz="2000">
                <a:solidFill>
                  <a:schemeClr val="tx1">
                    <a:lumMod val="75000"/>
                    <a:lumOff val="25000"/>
                  </a:schemeClr>
                </a:solidFill>
                <a:latin typeface="Microsoft YaHei" panose="020B0503020204020204" pitchFamily="34" charset="-122"/>
                <a:ea typeface="Microsoft YaHei" panose="020B0503020204020204" pitchFamily="34" charset="-122"/>
                <a:cs typeface="Arial" panose="020B0604020202020204" pitchFamily="34" charset="0"/>
              </a:rPr>
              <a:t>组件重组复用</a:t>
            </a:r>
            <a:endParaRPr lang="en-US" altLang="zh-CN" sz="2000">
              <a:solidFill>
                <a:schemeClr val="tx1">
                  <a:lumMod val="75000"/>
                  <a:lumOff val="25000"/>
                </a:schemeClr>
              </a:solidFill>
              <a:latin typeface="Microsoft YaHei" panose="020B0503020204020204" pitchFamily="34" charset="-122"/>
              <a:ea typeface="Microsoft YaHei" panose="020B0503020204020204" pitchFamily="34" charset="-122"/>
              <a:cs typeface="Arial" panose="020B0604020202020204" pitchFamily="34" charset="0"/>
            </a:endParaRPr>
          </a:p>
        </p:txBody>
      </p:sp>
      <p:sp>
        <p:nvSpPr>
          <p:cNvPr id="10" name="矩形 45">
            <a:extLst>
              <a:ext uri="{FF2B5EF4-FFF2-40B4-BE49-F238E27FC236}">
                <a16:creationId xmlns:a16="http://schemas.microsoft.com/office/drawing/2014/main" id="{34E40615-6945-40A9-B9AF-E74C2AD7E994}"/>
              </a:ext>
            </a:extLst>
          </p:cNvPr>
          <p:cNvSpPr/>
          <p:nvPr/>
        </p:nvSpPr>
        <p:spPr>
          <a:xfrm>
            <a:off x="8488599" y="2408955"/>
            <a:ext cx="2954097" cy="137506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342900" indent="-342900" algn="l">
              <a:lnSpc>
                <a:spcPct val="150000"/>
              </a:lnSpc>
              <a:spcBef>
                <a:spcPts val="0"/>
              </a:spcBef>
              <a:spcAft>
                <a:spcPts val="0"/>
              </a:spcAft>
              <a:buClrTx/>
              <a:buSzTx/>
              <a:buFont typeface="Wingdings" panose="05000000000000000000" pitchFamily="2" charset="2"/>
              <a:buChar char="v"/>
              <a:defRPr/>
            </a:pPr>
            <a:r>
              <a:rPr lang="zh-CN" altLang="en-US" sz="2000" kern="0">
                <a:solidFill>
                  <a:schemeClr val="tx1">
                    <a:lumMod val="75000"/>
                    <a:lumOff val="25000"/>
                  </a:schemeClr>
                </a:solidFill>
                <a:latin typeface="Microsoft YaHei" panose="020B0503020204020204" pitchFamily="34" charset="-122"/>
                <a:ea typeface="Microsoft YaHei" panose="020B0503020204020204" pitchFamily="34" charset="-122"/>
                <a:cs typeface="Arial" panose="020B0604020202020204" pitchFamily="34" charset="0"/>
              </a:rPr>
              <a:t>业务快速迭代</a:t>
            </a:r>
            <a:endParaRPr lang="en-US" altLang="zh-CN" sz="2000" kern="0">
              <a:solidFill>
                <a:schemeClr val="tx1">
                  <a:lumMod val="75000"/>
                  <a:lumOff val="25000"/>
                </a:schemeClr>
              </a:solidFill>
              <a:latin typeface="Microsoft YaHei" panose="020B0503020204020204" pitchFamily="34" charset="-122"/>
              <a:ea typeface="Microsoft YaHei" panose="020B0503020204020204" pitchFamily="34" charset="-122"/>
              <a:cs typeface="Arial" panose="020B0604020202020204" pitchFamily="34" charset="0"/>
            </a:endParaRPr>
          </a:p>
          <a:p>
            <a:pPr marL="342900" indent="-342900" algn="l">
              <a:lnSpc>
                <a:spcPct val="150000"/>
              </a:lnSpc>
              <a:spcBef>
                <a:spcPts val="0"/>
              </a:spcBef>
              <a:spcAft>
                <a:spcPts val="0"/>
              </a:spcAft>
              <a:buClrTx/>
              <a:buSzTx/>
              <a:buFont typeface="Wingdings" panose="05000000000000000000" pitchFamily="2" charset="2"/>
              <a:buChar char="v"/>
              <a:defRPr/>
            </a:pPr>
            <a:r>
              <a:rPr lang="zh-CN" altLang="en-US" sz="2000">
                <a:solidFill>
                  <a:schemeClr val="tx1">
                    <a:lumMod val="75000"/>
                    <a:lumOff val="25000"/>
                  </a:schemeClr>
                </a:solidFill>
                <a:latin typeface="Microsoft YaHei" panose="020B0503020204020204" pitchFamily="34" charset="-122"/>
                <a:ea typeface="Microsoft YaHei" panose="020B0503020204020204" pitchFamily="34" charset="-122"/>
                <a:cs typeface="Arial" panose="020B0604020202020204" pitchFamily="34" charset="0"/>
              </a:rPr>
              <a:t>降低技术成本</a:t>
            </a:r>
            <a:endParaRPr lang="en-US" altLang="zh-CN" sz="2000">
              <a:solidFill>
                <a:schemeClr val="tx1">
                  <a:lumMod val="75000"/>
                  <a:lumOff val="25000"/>
                </a:schemeClr>
              </a:solidFill>
              <a:latin typeface="Microsoft YaHei" panose="020B0503020204020204" pitchFamily="34" charset="-122"/>
              <a:ea typeface="Microsoft YaHei" panose="020B0503020204020204" pitchFamily="34" charset="-122"/>
              <a:cs typeface="Arial" panose="020B0604020202020204" pitchFamily="34" charset="0"/>
            </a:endParaRPr>
          </a:p>
          <a:p>
            <a:pPr marL="342900" indent="-342900" algn="l">
              <a:lnSpc>
                <a:spcPct val="150000"/>
              </a:lnSpc>
              <a:spcBef>
                <a:spcPts val="0"/>
              </a:spcBef>
              <a:spcAft>
                <a:spcPts val="0"/>
              </a:spcAft>
              <a:buClrTx/>
              <a:buSzTx/>
              <a:buFont typeface="Wingdings" panose="05000000000000000000" pitchFamily="2" charset="2"/>
              <a:buChar char="v"/>
              <a:defRPr/>
            </a:pPr>
            <a:r>
              <a:rPr lang="zh-CN" altLang="en-US" sz="2000" kern="0">
                <a:solidFill>
                  <a:schemeClr val="tx1">
                    <a:lumMod val="75000"/>
                    <a:lumOff val="25000"/>
                  </a:schemeClr>
                </a:solidFill>
                <a:latin typeface="Microsoft YaHei" panose="020B0503020204020204" pitchFamily="34" charset="-122"/>
                <a:ea typeface="Microsoft YaHei" panose="020B0503020204020204" pitchFamily="34" charset="-122"/>
                <a:cs typeface="Arial" panose="020B0604020202020204" pitchFamily="34" charset="0"/>
              </a:rPr>
              <a:t>提升自动化运维效率</a:t>
            </a:r>
            <a:endParaRPr lang="zh-CN" altLang="en-US" sz="2000" kern="0" dirty="0">
              <a:solidFill>
                <a:schemeClr val="tx1">
                  <a:lumMod val="75000"/>
                  <a:lumOff val="25000"/>
                </a:schemeClr>
              </a:solidFill>
              <a:latin typeface="Microsoft YaHei" panose="020B0503020204020204" pitchFamily="34" charset="-122"/>
              <a:ea typeface="Microsoft YaHei" panose="020B0503020204020204" pitchFamily="34" charset="-122"/>
              <a:cs typeface="Arial" panose="020B0604020202020204" pitchFamily="34" charset="0"/>
            </a:endParaRPr>
          </a:p>
        </p:txBody>
      </p:sp>
      <p:cxnSp>
        <p:nvCxnSpPr>
          <p:cNvPr id="11" name="直线连接符 8">
            <a:extLst>
              <a:ext uri="{FF2B5EF4-FFF2-40B4-BE49-F238E27FC236}">
                <a16:creationId xmlns:a16="http://schemas.microsoft.com/office/drawing/2014/main" id="{8956A170-5578-4F14-AD1A-C19CBF24D7E8}"/>
              </a:ext>
            </a:extLst>
          </p:cNvPr>
          <p:cNvCxnSpPr>
            <a:cxnSpLocks/>
          </p:cNvCxnSpPr>
          <p:nvPr/>
        </p:nvCxnSpPr>
        <p:spPr>
          <a:xfrm>
            <a:off x="4784394" y="1829988"/>
            <a:ext cx="0" cy="2575883"/>
          </a:xfrm>
          <a:prstGeom prst="line">
            <a:avLst/>
          </a:prstGeom>
        </p:spPr>
        <p:style>
          <a:lnRef idx="1">
            <a:schemeClr val="accent3"/>
          </a:lnRef>
          <a:fillRef idx="0">
            <a:schemeClr val="accent3"/>
          </a:fillRef>
          <a:effectRef idx="0">
            <a:schemeClr val="accent3"/>
          </a:effectRef>
          <a:fontRef idx="minor">
            <a:schemeClr val="tx1"/>
          </a:fontRef>
        </p:style>
      </p:cxnSp>
      <p:cxnSp>
        <p:nvCxnSpPr>
          <p:cNvPr id="12" name="直线连接符 52">
            <a:extLst>
              <a:ext uri="{FF2B5EF4-FFF2-40B4-BE49-F238E27FC236}">
                <a16:creationId xmlns:a16="http://schemas.microsoft.com/office/drawing/2014/main" id="{4A18E0A7-1A05-48E4-8B3D-82906DCC303E}"/>
              </a:ext>
            </a:extLst>
          </p:cNvPr>
          <p:cNvCxnSpPr>
            <a:cxnSpLocks/>
          </p:cNvCxnSpPr>
          <p:nvPr/>
        </p:nvCxnSpPr>
        <p:spPr>
          <a:xfrm>
            <a:off x="8330067" y="1806600"/>
            <a:ext cx="0" cy="2824124"/>
          </a:xfrm>
          <a:prstGeom prst="line">
            <a:avLst/>
          </a:prstGeom>
        </p:spPr>
        <p:style>
          <a:lnRef idx="1">
            <a:schemeClr val="accent3"/>
          </a:lnRef>
          <a:fillRef idx="0">
            <a:schemeClr val="accent3"/>
          </a:fillRef>
          <a:effectRef idx="0">
            <a:schemeClr val="accent3"/>
          </a:effectRef>
          <a:fontRef idx="minor">
            <a:schemeClr val="tx1"/>
          </a:fontRef>
        </p:style>
      </p:cxnSp>
      <p:sp>
        <p:nvSpPr>
          <p:cNvPr id="13" name="文本框 26">
            <a:extLst>
              <a:ext uri="{FF2B5EF4-FFF2-40B4-BE49-F238E27FC236}">
                <a16:creationId xmlns:a16="http://schemas.microsoft.com/office/drawing/2014/main" id="{DDA08266-D9CD-44A4-8375-325BECC244D8}"/>
              </a:ext>
            </a:extLst>
          </p:cNvPr>
          <p:cNvSpPr txBox="1"/>
          <p:nvPr/>
        </p:nvSpPr>
        <p:spPr>
          <a:xfrm>
            <a:off x="2122614" y="1797152"/>
            <a:ext cx="2503248" cy="477054"/>
          </a:xfrm>
          <a:prstGeom prst="rect">
            <a:avLst/>
          </a:prstGeom>
          <a:noFill/>
        </p:spPr>
        <p:txBody>
          <a:bodyPr wrap="square" rtlCol="0">
            <a:spAutoFit/>
          </a:bodyPr>
          <a:lstStyle/>
          <a:p>
            <a:pPr algn="l"/>
            <a:r>
              <a:rPr lang="zh-CN" altLang="en-US" b="1">
                <a:solidFill>
                  <a:srgbClr val="3366CC"/>
                </a:solidFill>
                <a:latin typeface="Microsoft YaHei" panose="020B0503020204020204" pitchFamily="34" charset="-122"/>
                <a:ea typeface="Microsoft YaHei" panose="020B0503020204020204" pitchFamily="34" charset="-122"/>
              </a:rPr>
              <a:t>技术与业务解耦</a:t>
            </a:r>
            <a:endParaRPr lang="en-US" altLang="zh-CN" b="1" dirty="0">
              <a:solidFill>
                <a:srgbClr val="3366CC"/>
              </a:solidFill>
              <a:latin typeface="Microsoft YaHei" panose="020B0503020204020204" pitchFamily="34" charset="-122"/>
              <a:ea typeface="Microsoft YaHei" panose="020B0503020204020204" pitchFamily="34" charset="-122"/>
            </a:endParaRPr>
          </a:p>
        </p:txBody>
      </p:sp>
      <p:sp>
        <p:nvSpPr>
          <p:cNvPr id="14" name="文本框 27">
            <a:extLst>
              <a:ext uri="{FF2B5EF4-FFF2-40B4-BE49-F238E27FC236}">
                <a16:creationId xmlns:a16="http://schemas.microsoft.com/office/drawing/2014/main" id="{BC2F7A2D-2111-4C54-BC4B-0BCC1809BABE}"/>
              </a:ext>
            </a:extLst>
          </p:cNvPr>
          <p:cNvSpPr txBox="1"/>
          <p:nvPr/>
        </p:nvSpPr>
        <p:spPr>
          <a:xfrm>
            <a:off x="5412397" y="1797152"/>
            <a:ext cx="2759137" cy="477054"/>
          </a:xfrm>
          <a:prstGeom prst="rect">
            <a:avLst/>
          </a:prstGeom>
          <a:noFill/>
        </p:spPr>
        <p:txBody>
          <a:bodyPr wrap="square" rtlCol="0">
            <a:spAutoFit/>
          </a:bodyPr>
          <a:lstStyle/>
          <a:p>
            <a:pPr algn="l">
              <a:buClrTx/>
              <a:buSzTx/>
              <a:buFontTx/>
            </a:pPr>
            <a:r>
              <a:rPr lang="zh-CN" altLang="en-US" b="1">
                <a:solidFill>
                  <a:srgbClr val="3366CC"/>
                </a:solidFill>
                <a:latin typeface="Microsoft YaHei" panose="020B0503020204020204" pitchFamily="34" charset="-122"/>
                <a:ea typeface="Microsoft YaHei" panose="020B0503020204020204" pitchFamily="34" charset="-122"/>
              </a:rPr>
              <a:t>功能组件化</a:t>
            </a:r>
            <a:endParaRPr lang="en-US" altLang="zh-CN" b="1" dirty="0">
              <a:solidFill>
                <a:srgbClr val="3366CC"/>
              </a:solidFill>
              <a:latin typeface="Microsoft YaHei" panose="020B0503020204020204" pitchFamily="34" charset="-122"/>
              <a:ea typeface="Microsoft YaHei" panose="020B0503020204020204" pitchFamily="34" charset="-122"/>
            </a:endParaRPr>
          </a:p>
        </p:txBody>
      </p:sp>
      <p:sp>
        <p:nvSpPr>
          <p:cNvPr id="15" name="文本框 28">
            <a:extLst>
              <a:ext uri="{FF2B5EF4-FFF2-40B4-BE49-F238E27FC236}">
                <a16:creationId xmlns:a16="http://schemas.microsoft.com/office/drawing/2014/main" id="{12E67E66-BFE9-45B9-B51B-72DAFA153A02}"/>
              </a:ext>
            </a:extLst>
          </p:cNvPr>
          <p:cNvSpPr txBox="1"/>
          <p:nvPr/>
        </p:nvSpPr>
        <p:spPr>
          <a:xfrm>
            <a:off x="8913458" y="1755160"/>
            <a:ext cx="1467068" cy="477054"/>
          </a:xfrm>
          <a:prstGeom prst="rect">
            <a:avLst/>
          </a:prstGeom>
          <a:noFill/>
        </p:spPr>
        <p:txBody>
          <a:bodyPr wrap="none" rtlCol="0">
            <a:spAutoFit/>
          </a:bodyPr>
          <a:lstStyle/>
          <a:p>
            <a:pPr algn="l">
              <a:buClrTx/>
              <a:buSzTx/>
              <a:buFontTx/>
            </a:pPr>
            <a:r>
              <a:rPr lang="zh-CN" altLang="en-US" b="1">
                <a:solidFill>
                  <a:srgbClr val="3366CC"/>
                </a:solidFill>
                <a:latin typeface="Microsoft YaHei" panose="020B0503020204020204" pitchFamily="34" charset="-122"/>
                <a:ea typeface="Microsoft YaHei" panose="020B0503020204020204" pitchFamily="34" charset="-122"/>
              </a:rPr>
              <a:t>经济因素</a:t>
            </a:r>
            <a:endParaRPr lang="en-US" altLang="zh-CN" b="1" dirty="0">
              <a:solidFill>
                <a:srgbClr val="3366CC"/>
              </a:solidFill>
              <a:latin typeface="Microsoft YaHei" panose="020B0503020204020204" pitchFamily="34" charset="-122"/>
              <a:ea typeface="Microsoft YaHei" panose="020B0503020204020204" pitchFamily="34" charset="-122"/>
            </a:endParaRPr>
          </a:p>
        </p:txBody>
      </p:sp>
      <p:sp>
        <p:nvSpPr>
          <p:cNvPr id="16" name="圆角矩形 30">
            <a:extLst>
              <a:ext uri="{FF2B5EF4-FFF2-40B4-BE49-F238E27FC236}">
                <a16:creationId xmlns:a16="http://schemas.microsoft.com/office/drawing/2014/main" id="{C9D41C63-A691-4089-87A9-B135D6592D81}"/>
              </a:ext>
            </a:extLst>
          </p:cNvPr>
          <p:cNvSpPr/>
          <p:nvPr/>
        </p:nvSpPr>
        <p:spPr>
          <a:xfrm>
            <a:off x="2208596" y="2214214"/>
            <a:ext cx="432000" cy="36000"/>
          </a:xfrm>
          <a:prstGeom prst="roundRect">
            <a:avLst>
              <a:gd name="adj" fmla="val 50000"/>
            </a:avLst>
          </a:prstGeom>
          <a:solidFill>
            <a:srgbClr val="3366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Microsoft YaHei" panose="020B0503020204020204" pitchFamily="34" charset="-122"/>
              <a:ea typeface="Microsoft YaHei" panose="020B0503020204020204" pitchFamily="34" charset="-122"/>
            </a:endParaRPr>
          </a:p>
        </p:txBody>
      </p:sp>
      <p:sp>
        <p:nvSpPr>
          <p:cNvPr id="17" name="圆角矩形 31">
            <a:extLst>
              <a:ext uri="{FF2B5EF4-FFF2-40B4-BE49-F238E27FC236}">
                <a16:creationId xmlns:a16="http://schemas.microsoft.com/office/drawing/2014/main" id="{E705A0BF-7720-454B-9ED7-C7FFD805BC23}"/>
              </a:ext>
            </a:extLst>
          </p:cNvPr>
          <p:cNvSpPr/>
          <p:nvPr/>
        </p:nvSpPr>
        <p:spPr>
          <a:xfrm>
            <a:off x="5507496" y="2222025"/>
            <a:ext cx="432000" cy="36000"/>
          </a:xfrm>
          <a:prstGeom prst="roundRect">
            <a:avLst>
              <a:gd name="adj" fmla="val 50000"/>
            </a:avLst>
          </a:prstGeom>
          <a:solidFill>
            <a:srgbClr val="3366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Microsoft YaHei" panose="020B0503020204020204" pitchFamily="34" charset="-122"/>
              <a:ea typeface="Microsoft YaHei" panose="020B0503020204020204" pitchFamily="34" charset="-122"/>
            </a:endParaRPr>
          </a:p>
        </p:txBody>
      </p:sp>
      <p:sp>
        <p:nvSpPr>
          <p:cNvPr id="18" name="圆角矩形 32">
            <a:extLst>
              <a:ext uri="{FF2B5EF4-FFF2-40B4-BE49-F238E27FC236}">
                <a16:creationId xmlns:a16="http://schemas.microsoft.com/office/drawing/2014/main" id="{4CA4082B-2732-4ECC-9E9C-1C932E7468F6}"/>
              </a:ext>
            </a:extLst>
          </p:cNvPr>
          <p:cNvSpPr/>
          <p:nvPr/>
        </p:nvSpPr>
        <p:spPr>
          <a:xfrm>
            <a:off x="8958069" y="2203670"/>
            <a:ext cx="432000" cy="36000"/>
          </a:xfrm>
          <a:prstGeom prst="roundRect">
            <a:avLst>
              <a:gd name="adj" fmla="val 50000"/>
            </a:avLst>
          </a:prstGeom>
          <a:solidFill>
            <a:srgbClr val="3366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Microsoft YaHei" panose="020B0503020204020204" pitchFamily="34" charset="-122"/>
              <a:ea typeface="Microsoft YaHei" panose="020B0503020204020204" pitchFamily="34" charset="-122"/>
            </a:endParaRPr>
          </a:p>
        </p:txBody>
      </p:sp>
      <p:sp>
        <p:nvSpPr>
          <p:cNvPr id="19" name="iconfont-11899-5651343">
            <a:extLst>
              <a:ext uri="{FF2B5EF4-FFF2-40B4-BE49-F238E27FC236}">
                <a16:creationId xmlns:a16="http://schemas.microsoft.com/office/drawing/2014/main" id="{26881087-C380-43E1-8CD7-80AAEDD9AB22}"/>
              </a:ext>
            </a:extLst>
          </p:cNvPr>
          <p:cNvSpPr>
            <a:spLocks noChangeAspect="1"/>
          </p:cNvSpPr>
          <p:nvPr/>
        </p:nvSpPr>
        <p:spPr>
          <a:xfrm>
            <a:off x="1831612" y="1906150"/>
            <a:ext cx="297520" cy="297520"/>
          </a:xfrm>
          <a:custGeom>
            <a:avLst/>
            <a:gdLst>
              <a:gd name="T0" fmla="*/ 6526 w 10397"/>
              <a:gd name="T1" fmla="*/ 8233 h 10397"/>
              <a:gd name="T2" fmla="*/ 7000 w 10397"/>
              <a:gd name="T3" fmla="*/ 7343 h 10397"/>
              <a:gd name="T4" fmla="*/ 7729 w 10397"/>
              <a:gd name="T5" fmla="*/ 7018 h 10397"/>
              <a:gd name="T6" fmla="*/ 9897 w 10397"/>
              <a:gd name="T7" fmla="*/ 7558 h 10397"/>
              <a:gd name="T8" fmla="*/ 10390 w 10397"/>
              <a:gd name="T9" fmla="*/ 8188 h 10397"/>
              <a:gd name="T10" fmla="*/ 10391 w 10397"/>
              <a:gd name="T11" fmla="*/ 9096 h 10397"/>
              <a:gd name="T12" fmla="*/ 10397 w 10397"/>
              <a:gd name="T13" fmla="*/ 9096 h 10397"/>
              <a:gd name="T14" fmla="*/ 10397 w 10397"/>
              <a:gd name="T15" fmla="*/ 9723 h 10397"/>
              <a:gd name="T16" fmla="*/ 9715 w 10397"/>
              <a:gd name="T17" fmla="*/ 10373 h 10397"/>
              <a:gd name="T18" fmla="*/ 23 w 10397"/>
              <a:gd name="T19" fmla="*/ 682 h 10397"/>
              <a:gd name="T20" fmla="*/ 673 w 10397"/>
              <a:gd name="T21" fmla="*/ 0 h 10397"/>
              <a:gd name="T22" fmla="*/ 1301 w 10397"/>
              <a:gd name="T23" fmla="*/ 0 h 10397"/>
              <a:gd name="T24" fmla="*/ 1301 w 10397"/>
              <a:gd name="T25" fmla="*/ 2 h 10397"/>
              <a:gd name="T26" fmla="*/ 2189 w 10397"/>
              <a:gd name="T27" fmla="*/ 3 h 10397"/>
              <a:gd name="T28" fmla="*/ 2819 w 10397"/>
              <a:gd name="T29" fmla="*/ 496 h 10397"/>
              <a:gd name="T30" fmla="*/ 3360 w 10397"/>
              <a:gd name="T31" fmla="*/ 2663 h 10397"/>
              <a:gd name="T32" fmla="*/ 3035 w 10397"/>
              <a:gd name="T33" fmla="*/ 3395 h 10397"/>
              <a:gd name="T34" fmla="*/ 2158 w 10397"/>
              <a:gd name="T35" fmla="*/ 3860 h 10397"/>
              <a:gd name="T36" fmla="*/ 6526 w 10397"/>
              <a:gd name="T37" fmla="*/ 8233 h 103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0397" h="10397">
                <a:moveTo>
                  <a:pt x="6526" y="8233"/>
                </a:moveTo>
                <a:lnTo>
                  <a:pt x="7000" y="7343"/>
                </a:lnTo>
                <a:cubicBezTo>
                  <a:pt x="7140" y="7081"/>
                  <a:pt x="7441" y="6947"/>
                  <a:pt x="7729" y="7018"/>
                </a:cubicBezTo>
                <a:lnTo>
                  <a:pt x="9897" y="7558"/>
                </a:lnTo>
                <a:cubicBezTo>
                  <a:pt x="10186" y="7631"/>
                  <a:pt x="10390" y="7891"/>
                  <a:pt x="10390" y="8188"/>
                </a:cubicBezTo>
                <a:lnTo>
                  <a:pt x="10391" y="9096"/>
                </a:lnTo>
                <a:lnTo>
                  <a:pt x="10397" y="9096"/>
                </a:lnTo>
                <a:lnTo>
                  <a:pt x="10397" y="9723"/>
                </a:lnTo>
                <a:cubicBezTo>
                  <a:pt x="10397" y="10095"/>
                  <a:pt x="10086" y="10397"/>
                  <a:pt x="9715" y="10373"/>
                </a:cubicBezTo>
                <a:cubicBezTo>
                  <a:pt x="4516" y="10036"/>
                  <a:pt x="360" y="5880"/>
                  <a:pt x="23" y="682"/>
                </a:cubicBezTo>
                <a:cubicBezTo>
                  <a:pt x="0" y="311"/>
                  <a:pt x="301" y="0"/>
                  <a:pt x="673" y="0"/>
                </a:cubicBezTo>
                <a:lnTo>
                  <a:pt x="1301" y="0"/>
                </a:lnTo>
                <a:lnTo>
                  <a:pt x="1301" y="2"/>
                </a:lnTo>
                <a:lnTo>
                  <a:pt x="2189" y="3"/>
                </a:lnTo>
                <a:cubicBezTo>
                  <a:pt x="2488" y="3"/>
                  <a:pt x="2748" y="207"/>
                  <a:pt x="2819" y="496"/>
                </a:cubicBezTo>
                <a:lnTo>
                  <a:pt x="3360" y="2663"/>
                </a:lnTo>
                <a:cubicBezTo>
                  <a:pt x="3432" y="2952"/>
                  <a:pt x="3298" y="3255"/>
                  <a:pt x="3035" y="3395"/>
                </a:cubicBezTo>
                <a:lnTo>
                  <a:pt x="2158" y="3860"/>
                </a:lnTo>
                <a:cubicBezTo>
                  <a:pt x="3062" y="5781"/>
                  <a:pt x="4606" y="7327"/>
                  <a:pt x="6526" y="8233"/>
                </a:cubicBezTo>
                <a:close/>
              </a:path>
            </a:pathLst>
          </a:custGeom>
          <a:solidFill>
            <a:srgbClr val="3669C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meeting_115918">
            <a:extLst>
              <a:ext uri="{FF2B5EF4-FFF2-40B4-BE49-F238E27FC236}">
                <a16:creationId xmlns:a16="http://schemas.microsoft.com/office/drawing/2014/main" id="{2242E505-D02F-4BD2-9E7D-3A3262D2E2FF}"/>
              </a:ext>
            </a:extLst>
          </p:cNvPr>
          <p:cNvSpPr>
            <a:spLocks noChangeAspect="1"/>
          </p:cNvSpPr>
          <p:nvPr/>
        </p:nvSpPr>
        <p:spPr>
          <a:xfrm>
            <a:off x="5035624" y="1849774"/>
            <a:ext cx="339026" cy="338554"/>
          </a:xfrm>
          <a:custGeom>
            <a:avLst/>
            <a:gdLst>
              <a:gd name="connsiteX0" fmla="*/ 199404 w 608416"/>
              <a:gd name="connsiteY0" fmla="*/ 274640 h 607568"/>
              <a:gd name="connsiteX1" fmla="*/ 409013 w 608416"/>
              <a:gd name="connsiteY1" fmla="*/ 274640 h 607568"/>
              <a:gd name="connsiteX2" fmla="*/ 426992 w 608416"/>
              <a:gd name="connsiteY2" fmla="*/ 292590 h 607568"/>
              <a:gd name="connsiteX3" fmla="*/ 409013 w 608416"/>
              <a:gd name="connsiteY3" fmla="*/ 310541 h 607568"/>
              <a:gd name="connsiteX4" fmla="*/ 322188 w 608416"/>
              <a:gd name="connsiteY4" fmla="*/ 310541 h 607568"/>
              <a:gd name="connsiteX5" fmla="*/ 322188 w 608416"/>
              <a:gd name="connsiteY5" fmla="*/ 589617 h 607568"/>
              <a:gd name="connsiteX6" fmla="*/ 304208 w 608416"/>
              <a:gd name="connsiteY6" fmla="*/ 607568 h 607568"/>
              <a:gd name="connsiteX7" fmla="*/ 286229 w 608416"/>
              <a:gd name="connsiteY7" fmla="*/ 589617 h 607568"/>
              <a:gd name="connsiteX8" fmla="*/ 286229 w 608416"/>
              <a:gd name="connsiteY8" fmla="*/ 310541 h 607568"/>
              <a:gd name="connsiteX9" fmla="*/ 199404 w 608416"/>
              <a:gd name="connsiteY9" fmla="*/ 310541 h 607568"/>
              <a:gd name="connsiteX10" fmla="*/ 181424 w 608416"/>
              <a:gd name="connsiteY10" fmla="*/ 292590 h 607568"/>
              <a:gd name="connsiteX11" fmla="*/ 199404 w 608416"/>
              <a:gd name="connsiteY11" fmla="*/ 274640 h 607568"/>
              <a:gd name="connsiteX12" fmla="*/ 538360 w 608416"/>
              <a:gd name="connsiteY12" fmla="*/ 210638 h 607568"/>
              <a:gd name="connsiteX13" fmla="*/ 601500 w 608416"/>
              <a:gd name="connsiteY13" fmla="*/ 273691 h 607568"/>
              <a:gd name="connsiteX14" fmla="*/ 601500 w 608416"/>
              <a:gd name="connsiteY14" fmla="*/ 418820 h 607568"/>
              <a:gd name="connsiteX15" fmla="*/ 541125 w 608416"/>
              <a:gd name="connsiteY15" fmla="*/ 479112 h 607568"/>
              <a:gd name="connsiteX16" fmla="*/ 462315 w 608416"/>
              <a:gd name="connsiteY16" fmla="*/ 479112 h 607568"/>
              <a:gd name="connsiteX17" fmla="*/ 462315 w 608416"/>
              <a:gd name="connsiteY17" fmla="*/ 586348 h 607568"/>
              <a:gd name="connsiteX18" fmla="*/ 447566 w 608416"/>
              <a:gd name="connsiteY18" fmla="*/ 601076 h 607568"/>
              <a:gd name="connsiteX19" fmla="*/ 377666 w 608416"/>
              <a:gd name="connsiteY19" fmla="*/ 601076 h 607568"/>
              <a:gd name="connsiteX20" fmla="*/ 362918 w 608416"/>
              <a:gd name="connsiteY20" fmla="*/ 586348 h 607568"/>
              <a:gd name="connsiteX21" fmla="*/ 362918 w 608416"/>
              <a:gd name="connsiteY21" fmla="*/ 431707 h 607568"/>
              <a:gd name="connsiteX22" fmla="*/ 413922 w 608416"/>
              <a:gd name="connsiteY22" fmla="*/ 380774 h 607568"/>
              <a:gd name="connsiteX23" fmla="*/ 475373 w 608416"/>
              <a:gd name="connsiteY23" fmla="*/ 380774 h 607568"/>
              <a:gd name="connsiteX24" fmla="*/ 475373 w 608416"/>
              <a:gd name="connsiteY24" fmla="*/ 273691 h 607568"/>
              <a:gd name="connsiteX25" fmla="*/ 538360 w 608416"/>
              <a:gd name="connsiteY25" fmla="*/ 210638 h 607568"/>
              <a:gd name="connsiteX26" fmla="*/ 70055 w 608416"/>
              <a:gd name="connsiteY26" fmla="*/ 210638 h 607568"/>
              <a:gd name="connsiteX27" fmla="*/ 133042 w 608416"/>
              <a:gd name="connsiteY27" fmla="*/ 273691 h 607568"/>
              <a:gd name="connsiteX28" fmla="*/ 133042 w 608416"/>
              <a:gd name="connsiteY28" fmla="*/ 380774 h 607568"/>
              <a:gd name="connsiteX29" fmla="*/ 194493 w 608416"/>
              <a:gd name="connsiteY29" fmla="*/ 380774 h 607568"/>
              <a:gd name="connsiteX30" fmla="*/ 245497 w 608416"/>
              <a:gd name="connsiteY30" fmla="*/ 431707 h 607568"/>
              <a:gd name="connsiteX31" fmla="*/ 245497 w 608416"/>
              <a:gd name="connsiteY31" fmla="*/ 586348 h 607568"/>
              <a:gd name="connsiteX32" fmla="*/ 230749 w 608416"/>
              <a:gd name="connsiteY32" fmla="*/ 601076 h 607568"/>
              <a:gd name="connsiteX33" fmla="*/ 160849 w 608416"/>
              <a:gd name="connsiteY33" fmla="*/ 601076 h 607568"/>
              <a:gd name="connsiteX34" fmla="*/ 146100 w 608416"/>
              <a:gd name="connsiteY34" fmla="*/ 586348 h 607568"/>
              <a:gd name="connsiteX35" fmla="*/ 146100 w 608416"/>
              <a:gd name="connsiteY35" fmla="*/ 479112 h 607568"/>
              <a:gd name="connsiteX36" fmla="*/ 67290 w 608416"/>
              <a:gd name="connsiteY36" fmla="*/ 479112 h 607568"/>
              <a:gd name="connsiteX37" fmla="*/ 6915 w 608416"/>
              <a:gd name="connsiteY37" fmla="*/ 418820 h 607568"/>
              <a:gd name="connsiteX38" fmla="*/ 6915 w 608416"/>
              <a:gd name="connsiteY38" fmla="*/ 273691 h 607568"/>
              <a:gd name="connsiteX39" fmla="*/ 70055 w 608416"/>
              <a:gd name="connsiteY39" fmla="*/ 210638 h 607568"/>
              <a:gd name="connsiteX40" fmla="*/ 349065 w 608416"/>
              <a:gd name="connsiteY40" fmla="*/ 71077 h 607568"/>
              <a:gd name="connsiteX41" fmla="*/ 336314 w 608416"/>
              <a:gd name="connsiteY41" fmla="*/ 76255 h 607568"/>
              <a:gd name="connsiteX42" fmla="*/ 289307 w 608416"/>
              <a:gd name="connsiteY42" fmla="*/ 123358 h 607568"/>
              <a:gd name="connsiteX43" fmla="*/ 272101 w 608416"/>
              <a:gd name="connsiteY43" fmla="*/ 106174 h 607568"/>
              <a:gd name="connsiteX44" fmla="*/ 246600 w 608416"/>
              <a:gd name="connsiteY44" fmla="*/ 106174 h 607568"/>
              <a:gd name="connsiteX45" fmla="*/ 246600 w 608416"/>
              <a:gd name="connsiteY45" fmla="*/ 131490 h 607568"/>
              <a:gd name="connsiteX46" fmla="*/ 276556 w 608416"/>
              <a:gd name="connsiteY46" fmla="*/ 161409 h 607568"/>
              <a:gd name="connsiteX47" fmla="*/ 289307 w 608416"/>
              <a:gd name="connsiteY47" fmla="*/ 166626 h 607568"/>
              <a:gd name="connsiteX48" fmla="*/ 301903 w 608416"/>
              <a:gd name="connsiteY48" fmla="*/ 161409 h 607568"/>
              <a:gd name="connsiteX49" fmla="*/ 361816 w 608416"/>
              <a:gd name="connsiteY49" fmla="*/ 101724 h 607568"/>
              <a:gd name="connsiteX50" fmla="*/ 361816 w 608416"/>
              <a:gd name="connsiteY50" fmla="*/ 76255 h 607568"/>
              <a:gd name="connsiteX51" fmla="*/ 349065 w 608416"/>
              <a:gd name="connsiteY51" fmla="*/ 71077 h 607568"/>
              <a:gd name="connsiteX52" fmla="*/ 538450 w 608416"/>
              <a:gd name="connsiteY52" fmla="*/ 33730 h 607568"/>
              <a:gd name="connsiteX53" fmla="*/ 608416 w 608416"/>
              <a:gd name="connsiteY53" fmla="*/ 103696 h 607568"/>
              <a:gd name="connsiteX54" fmla="*/ 538450 w 608416"/>
              <a:gd name="connsiteY54" fmla="*/ 173662 h 607568"/>
              <a:gd name="connsiteX55" fmla="*/ 468484 w 608416"/>
              <a:gd name="connsiteY55" fmla="*/ 103696 h 607568"/>
              <a:gd name="connsiteX56" fmla="*/ 538450 w 608416"/>
              <a:gd name="connsiteY56" fmla="*/ 33730 h 607568"/>
              <a:gd name="connsiteX57" fmla="*/ 70001 w 608416"/>
              <a:gd name="connsiteY57" fmla="*/ 33730 h 607568"/>
              <a:gd name="connsiteX58" fmla="*/ 140002 w 608416"/>
              <a:gd name="connsiteY58" fmla="*/ 103696 h 607568"/>
              <a:gd name="connsiteX59" fmla="*/ 70001 w 608416"/>
              <a:gd name="connsiteY59" fmla="*/ 173662 h 607568"/>
              <a:gd name="connsiteX60" fmla="*/ 0 w 608416"/>
              <a:gd name="connsiteY60" fmla="*/ 103696 h 607568"/>
              <a:gd name="connsiteX61" fmla="*/ 70001 w 608416"/>
              <a:gd name="connsiteY61" fmla="*/ 33730 h 607568"/>
              <a:gd name="connsiteX62" fmla="*/ 304208 w 608416"/>
              <a:gd name="connsiteY62" fmla="*/ 0 h 607568"/>
              <a:gd name="connsiteX63" fmla="*/ 423110 w 608416"/>
              <a:gd name="connsiteY63" fmla="*/ 118909 h 607568"/>
              <a:gd name="connsiteX64" fmla="*/ 304208 w 608416"/>
              <a:gd name="connsiteY64" fmla="*/ 237664 h 607568"/>
              <a:gd name="connsiteX65" fmla="*/ 185305 w 608416"/>
              <a:gd name="connsiteY65" fmla="*/ 118909 h 607568"/>
              <a:gd name="connsiteX66" fmla="*/ 304208 w 608416"/>
              <a:gd name="connsiteY66" fmla="*/ 0 h 6075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Lst>
            <a:rect l="l" t="t" r="r" b="b"/>
            <a:pathLst>
              <a:path w="608416" h="607568">
                <a:moveTo>
                  <a:pt x="199404" y="274640"/>
                </a:moveTo>
                <a:lnTo>
                  <a:pt x="409013" y="274640"/>
                </a:lnTo>
                <a:cubicBezTo>
                  <a:pt x="418848" y="274640"/>
                  <a:pt x="426992" y="282771"/>
                  <a:pt x="426992" y="292590"/>
                </a:cubicBezTo>
                <a:cubicBezTo>
                  <a:pt x="426992" y="302563"/>
                  <a:pt x="418848" y="310541"/>
                  <a:pt x="409013" y="310541"/>
                </a:cubicBezTo>
                <a:lnTo>
                  <a:pt x="322188" y="310541"/>
                </a:lnTo>
                <a:lnTo>
                  <a:pt x="322188" y="589617"/>
                </a:lnTo>
                <a:cubicBezTo>
                  <a:pt x="322188" y="599437"/>
                  <a:pt x="314197" y="607568"/>
                  <a:pt x="304208" y="607568"/>
                </a:cubicBezTo>
                <a:cubicBezTo>
                  <a:pt x="294220" y="607568"/>
                  <a:pt x="286229" y="599437"/>
                  <a:pt x="286229" y="589617"/>
                </a:cubicBezTo>
                <a:lnTo>
                  <a:pt x="286229" y="310541"/>
                </a:lnTo>
                <a:lnTo>
                  <a:pt x="199404" y="310541"/>
                </a:lnTo>
                <a:cubicBezTo>
                  <a:pt x="189569" y="310541"/>
                  <a:pt x="181424" y="302563"/>
                  <a:pt x="181424" y="292590"/>
                </a:cubicBezTo>
                <a:cubicBezTo>
                  <a:pt x="181424" y="282771"/>
                  <a:pt x="189569" y="274640"/>
                  <a:pt x="199404" y="274640"/>
                </a:cubicBezTo>
                <a:close/>
                <a:moveTo>
                  <a:pt x="538360" y="210638"/>
                </a:moveTo>
                <a:cubicBezTo>
                  <a:pt x="573233" y="210638"/>
                  <a:pt x="601500" y="238866"/>
                  <a:pt x="601500" y="273691"/>
                </a:cubicBezTo>
                <a:lnTo>
                  <a:pt x="601500" y="418820"/>
                </a:lnTo>
                <a:cubicBezTo>
                  <a:pt x="601500" y="452111"/>
                  <a:pt x="574462" y="479112"/>
                  <a:pt x="541125" y="479112"/>
                </a:cubicBezTo>
                <a:lnTo>
                  <a:pt x="462315" y="479112"/>
                </a:lnTo>
                <a:lnTo>
                  <a:pt x="462315" y="586348"/>
                </a:lnTo>
                <a:cubicBezTo>
                  <a:pt x="462315" y="594479"/>
                  <a:pt x="455709" y="601076"/>
                  <a:pt x="447566" y="601076"/>
                </a:cubicBezTo>
                <a:lnTo>
                  <a:pt x="377666" y="601076"/>
                </a:lnTo>
                <a:cubicBezTo>
                  <a:pt x="369524" y="601076"/>
                  <a:pt x="362918" y="594479"/>
                  <a:pt x="362918" y="586348"/>
                </a:cubicBezTo>
                <a:lnTo>
                  <a:pt x="362918" y="431707"/>
                </a:lnTo>
                <a:cubicBezTo>
                  <a:pt x="362918" y="403633"/>
                  <a:pt x="385655" y="380774"/>
                  <a:pt x="413922" y="380774"/>
                </a:cubicBezTo>
                <a:lnTo>
                  <a:pt x="475373" y="380774"/>
                </a:lnTo>
                <a:lnTo>
                  <a:pt x="475373" y="273691"/>
                </a:lnTo>
                <a:cubicBezTo>
                  <a:pt x="475373" y="238866"/>
                  <a:pt x="503640" y="210638"/>
                  <a:pt x="538360" y="210638"/>
                </a:cubicBezTo>
                <a:close/>
                <a:moveTo>
                  <a:pt x="70055" y="210638"/>
                </a:moveTo>
                <a:cubicBezTo>
                  <a:pt x="104775" y="210638"/>
                  <a:pt x="133042" y="238866"/>
                  <a:pt x="133042" y="273691"/>
                </a:cubicBezTo>
                <a:lnTo>
                  <a:pt x="133042" y="380774"/>
                </a:lnTo>
                <a:lnTo>
                  <a:pt x="194493" y="380774"/>
                </a:lnTo>
                <a:cubicBezTo>
                  <a:pt x="222761" y="380774"/>
                  <a:pt x="245497" y="403633"/>
                  <a:pt x="245497" y="431707"/>
                </a:cubicBezTo>
                <a:lnTo>
                  <a:pt x="245497" y="586348"/>
                </a:lnTo>
                <a:cubicBezTo>
                  <a:pt x="245497" y="594479"/>
                  <a:pt x="238891" y="601076"/>
                  <a:pt x="230749" y="601076"/>
                </a:cubicBezTo>
                <a:lnTo>
                  <a:pt x="160849" y="601076"/>
                </a:lnTo>
                <a:cubicBezTo>
                  <a:pt x="152706" y="601076"/>
                  <a:pt x="146100" y="594479"/>
                  <a:pt x="146100" y="586348"/>
                </a:cubicBezTo>
                <a:lnTo>
                  <a:pt x="146100" y="479112"/>
                </a:lnTo>
                <a:lnTo>
                  <a:pt x="67290" y="479112"/>
                </a:lnTo>
                <a:cubicBezTo>
                  <a:pt x="33953" y="479112"/>
                  <a:pt x="6915" y="452111"/>
                  <a:pt x="6915" y="418820"/>
                </a:cubicBezTo>
                <a:lnTo>
                  <a:pt x="6915" y="273691"/>
                </a:lnTo>
                <a:cubicBezTo>
                  <a:pt x="6915" y="238866"/>
                  <a:pt x="35182" y="210638"/>
                  <a:pt x="70055" y="210638"/>
                </a:cubicBezTo>
                <a:close/>
                <a:moveTo>
                  <a:pt x="349065" y="71077"/>
                </a:moveTo>
                <a:cubicBezTo>
                  <a:pt x="344457" y="71077"/>
                  <a:pt x="339848" y="72803"/>
                  <a:pt x="336314" y="76255"/>
                </a:cubicBezTo>
                <a:lnTo>
                  <a:pt x="289307" y="123358"/>
                </a:lnTo>
                <a:lnTo>
                  <a:pt x="272101" y="106174"/>
                </a:lnTo>
                <a:cubicBezTo>
                  <a:pt x="265034" y="99116"/>
                  <a:pt x="253667" y="99116"/>
                  <a:pt x="246600" y="106174"/>
                </a:cubicBezTo>
                <a:cubicBezTo>
                  <a:pt x="239687" y="113232"/>
                  <a:pt x="239687" y="124586"/>
                  <a:pt x="246600" y="131490"/>
                </a:cubicBezTo>
                <a:lnTo>
                  <a:pt x="276556" y="161409"/>
                </a:lnTo>
                <a:cubicBezTo>
                  <a:pt x="280089" y="164938"/>
                  <a:pt x="284698" y="166626"/>
                  <a:pt x="289307" y="166626"/>
                </a:cubicBezTo>
                <a:cubicBezTo>
                  <a:pt x="293915" y="166626"/>
                  <a:pt x="298524" y="164938"/>
                  <a:pt x="301903" y="161409"/>
                </a:cubicBezTo>
                <a:lnTo>
                  <a:pt x="361816" y="101724"/>
                </a:lnTo>
                <a:cubicBezTo>
                  <a:pt x="368728" y="94667"/>
                  <a:pt x="368728" y="83313"/>
                  <a:pt x="361816" y="76255"/>
                </a:cubicBezTo>
                <a:cubicBezTo>
                  <a:pt x="358282" y="72803"/>
                  <a:pt x="353674" y="71077"/>
                  <a:pt x="349065" y="71077"/>
                </a:cubicBezTo>
                <a:close/>
                <a:moveTo>
                  <a:pt x="538450" y="33730"/>
                </a:moveTo>
                <a:cubicBezTo>
                  <a:pt x="577091" y="33730"/>
                  <a:pt x="608416" y="65055"/>
                  <a:pt x="608416" y="103696"/>
                </a:cubicBezTo>
                <a:cubicBezTo>
                  <a:pt x="608416" y="142337"/>
                  <a:pt x="577091" y="173662"/>
                  <a:pt x="538450" y="173662"/>
                </a:cubicBezTo>
                <a:cubicBezTo>
                  <a:pt x="499809" y="173662"/>
                  <a:pt x="468484" y="142337"/>
                  <a:pt x="468484" y="103696"/>
                </a:cubicBezTo>
                <a:cubicBezTo>
                  <a:pt x="468484" y="65055"/>
                  <a:pt x="499809" y="33730"/>
                  <a:pt x="538450" y="33730"/>
                </a:cubicBezTo>
                <a:close/>
                <a:moveTo>
                  <a:pt x="70001" y="33730"/>
                </a:moveTo>
                <a:cubicBezTo>
                  <a:pt x="108661" y="33730"/>
                  <a:pt x="140002" y="65055"/>
                  <a:pt x="140002" y="103696"/>
                </a:cubicBezTo>
                <a:cubicBezTo>
                  <a:pt x="140002" y="142337"/>
                  <a:pt x="108661" y="173662"/>
                  <a:pt x="70001" y="173662"/>
                </a:cubicBezTo>
                <a:cubicBezTo>
                  <a:pt x="31341" y="173662"/>
                  <a:pt x="0" y="142337"/>
                  <a:pt x="0" y="103696"/>
                </a:cubicBezTo>
                <a:cubicBezTo>
                  <a:pt x="0" y="65055"/>
                  <a:pt x="31341" y="33730"/>
                  <a:pt x="70001" y="33730"/>
                </a:cubicBezTo>
                <a:close/>
                <a:moveTo>
                  <a:pt x="304208" y="0"/>
                </a:moveTo>
                <a:cubicBezTo>
                  <a:pt x="369804" y="0"/>
                  <a:pt x="423110" y="53394"/>
                  <a:pt x="423110" y="118909"/>
                </a:cubicBezTo>
                <a:cubicBezTo>
                  <a:pt x="423110" y="184424"/>
                  <a:pt x="369804" y="237664"/>
                  <a:pt x="304208" y="237664"/>
                </a:cubicBezTo>
                <a:cubicBezTo>
                  <a:pt x="238612" y="237664"/>
                  <a:pt x="185305" y="184424"/>
                  <a:pt x="185305" y="118909"/>
                </a:cubicBezTo>
                <a:cubicBezTo>
                  <a:pt x="185305" y="53394"/>
                  <a:pt x="238612" y="0"/>
                  <a:pt x="304208" y="0"/>
                </a:cubicBezTo>
                <a:close/>
              </a:path>
            </a:pathLst>
          </a:custGeom>
          <a:solidFill>
            <a:srgbClr val="3669C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iconfont-11250-5318183">
            <a:extLst>
              <a:ext uri="{FF2B5EF4-FFF2-40B4-BE49-F238E27FC236}">
                <a16:creationId xmlns:a16="http://schemas.microsoft.com/office/drawing/2014/main" id="{2AE39932-9F6E-4531-BBD3-AA1563FD59CC}"/>
              </a:ext>
            </a:extLst>
          </p:cNvPr>
          <p:cNvSpPr>
            <a:spLocks noChangeAspect="1"/>
          </p:cNvSpPr>
          <p:nvPr/>
        </p:nvSpPr>
        <p:spPr>
          <a:xfrm>
            <a:off x="8488599" y="1829988"/>
            <a:ext cx="424859" cy="338554"/>
          </a:xfrm>
          <a:custGeom>
            <a:avLst/>
            <a:gdLst>
              <a:gd name="connsiteX0" fmla="*/ 147709 w 442433"/>
              <a:gd name="connsiteY0" fmla="*/ 328948 h 352558"/>
              <a:gd name="connsiteX1" fmla="*/ 209412 w 442433"/>
              <a:gd name="connsiteY1" fmla="*/ 328948 h 352558"/>
              <a:gd name="connsiteX2" fmla="*/ 209412 w 442433"/>
              <a:gd name="connsiteY2" fmla="*/ 328949 h 352558"/>
              <a:gd name="connsiteX3" fmla="*/ 233022 w 442433"/>
              <a:gd name="connsiteY3" fmla="*/ 328949 h 352558"/>
              <a:gd name="connsiteX4" fmla="*/ 233022 w 442433"/>
              <a:gd name="connsiteY4" fmla="*/ 328948 h 352558"/>
              <a:gd name="connsiteX5" fmla="*/ 294724 w 442433"/>
              <a:gd name="connsiteY5" fmla="*/ 328948 h 352558"/>
              <a:gd name="connsiteX6" fmla="*/ 294724 w 442433"/>
              <a:gd name="connsiteY6" fmla="*/ 352558 h 352558"/>
              <a:gd name="connsiteX7" fmla="*/ 147709 w 442433"/>
              <a:gd name="connsiteY7" fmla="*/ 352558 h 352558"/>
              <a:gd name="connsiteX8" fmla="*/ 161302 w 442433"/>
              <a:gd name="connsiteY8" fmla="*/ 203162 h 352558"/>
              <a:gd name="connsiteX9" fmla="*/ 184711 w 442433"/>
              <a:gd name="connsiteY9" fmla="*/ 203162 h 352558"/>
              <a:gd name="connsiteX10" fmla="*/ 184711 w 442433"/>
              <a:gd name="connsiteY10" fmla="*/ 232096 h 352558"/>
              <a:gd name="connsiteX11" fmla="*/ 156538 w 442433"/>
              <a:gd name="connsiteY11" fmla="*/ 226277 h 352558"/>
              <a:gd name="connsiteX12" fmla="*/ 235404 w 442433"/>
              <a:gd name="connsiteY12" fmla="*/ 135955 h 352558"/>
              <a:gd name="connsiteX13" fmla="*/ 253629 w 442433"/>
              <a:gd name="connsiteY13" fmla="*/ 159018 h 352558"/>
              <a:gd name="connsiteX14" fmla="*/ 231116 w 442433"/>
              <a:gd name="connsiteY14" fmla="*/ 176815 h 352558"/>
              <a:gd name="connsiteX15" fmla="*/ 212876 w 442433"/>
              <a:gd name="connsiteY15" fmla="*/ 153774 h 352558"/>
              <a:gd name="connsiteX16" fmla="*/ 211427 w 442433"/>
              <a:gd name="connsiteY16" fmla="*/ 105612 h 352558"/>
              <a:gd name="connsiteX17" fmla="*/ 211441 w 442433"/>
              <a:gd name="connsiteY17" fmla="*/ 105630 h 352558"/>
              <a:gd name="connsiteX18" fmla="*/ 203691 w 442433"/>
              <a:gd name="connsiteY18" fmla="*/ 143236 h 352558"/>
              <a:gd name="connsiteX19" fmla="*/ 188381 w 442433"/>
              <a:gd name="connsiteY19" fmla="*/ 123862 h 352558"/>
              <a:gd name="connsiteX20" fmla="*/ 294789 w 442433"/>
              <a:gd name="connsiteY20" fmla="*/ 88983 h 352558"/>
              <a:gd name="connsiteX21" fmla="*/ 313076 w 442433"/>
              <a:gd name="connsiteY21" fmla="*/ 112024 h 352558"/>
              <a:gd name="connsiteX22" fmla="*/ 304973 w 442433"/>
              <a:gd name="connsiteY22" fmla="*/ 118430 h 352558"/>
              <a:gd name="connsiteX23" fmla="*/ 294612 w 442433"/>
              <a:gd name="connsiteY23" fmla="*/ 118430 h 352558"/>
              <a:gd name="connsiteX24" fmla="*/ 294612 w 442433"/>
              <a:gd name="connsiteY24" fmla="*/ 89123 h 352558"/>
              <a:gd name="connsiteX25" fmla="*/ 294612 w 442433"/>
              <a:gd name="connsiteY25" fmla="*/ 88983 h 352558"/>
              <a:gd name="connsiteX26" fmla="*/ 294612 w 442433"/>
              <a:gd name="connsiteY26" fmla="*/ 89123 h 352558"/>
              <a:gd name="connsiteX27" fmla="*/ 235404 w 442433"/>
              <a:gd name="connsiteY27" fmla="*/ 135955 h 352558"/>
              <a:gd name="connsiteX28" fmla="*/ 211441 w 442433"/>
              <a:gd name="connsiteY28" fmla="*/ 105630 h 352558"/>
              <a:gd name="connsiteX29" fmla="*/ 211448 w 442433"/>
              <a:gd name="connsiteY29" fmla="*/ 105597 h 352558"/>
              <a:gd name="connsiteX30" fmla="*/ 182636 w 442433"/>
              <a:gd name="connsiteY30" fmla="*/ 99647 h 352558"/>
              <a:gd name="connsiteX31" fmla="*/ 161302 w 442433"/>
              <a:gd name="connsiteY31" fmla="*/ 203162 h 352558"/>
              <a:gd name="connsiteX32" fmla="*/ 44343 w 442433"/>
              <a:gd name="connsiteY32" fmla="*/ 203162 h 352558"/>
              <a:gd name="connsiteX33" fmla="*/ 44343 w 442433"/>
              <a:gd name="connsiteY33" fmla="*/ 232525 h 352558"/>
              <a:gd name="connsiteX34" fmla="*/ 184711 w 442433"/>
              <a:gd name="connsiteY34" fmla="*/ 232525 h 352558"/>
              <a:gd name="connsiteX35" fmla="*/ 184711 w 442433"/>
              <a:gd name="connsiteY35" fmla="*/ 232096 h 352558"/>
              <a:gd name="connsiteX36" fmla="*/ 185350 w 442433"/>
              <a:gd name="connsiteY36" fmla="*/ 232228 h 352558"/>
              <a:gd name="connsiteX37" fmla="*/ 203691 w 442433"/>
              <a:gd name="connsiteY37" fmla="*/ 143236 h 352558"/>
              <a:gd name="connsiteX38" fmla="*/ 230664 w 442433"/>
              <a:gd name="connsiteY38" fmla="*/ 177371 h 352558"/>
              <a:gd name="connsiteX39" fmla="*/ 253710 w 442433"/>
              <a:gd name="connsiteY39" fmla="*/ 159122 h 352558"/>
              <a:gd name="connsiteX40" fmla="*/ 253629 w 442433"/>
              <a:gd name="connsiteY40" fmla="*/ 159018 h 352558"/>
              <a:gd name="connsiteX41" fmla="*/ 304973 w 442433"/>
              <a:gd name="connsiteY41" fmla="*/ 118430 h 352558"/>
              <a:gd name="connsiteX42" fmla="*/ 399082 w 442433"/>
              <a:gd name="connsiteY42" fmla="*/ 118430 h 352558"/>
              <a:gd name="connsiteX43" fmla="*/ 399082 w 442433"/>
              <a:gd name="connsiteY43" fmla="*/ 88983 h 352558"/>
              <a:gd name="connsiteX44" fmla="*/ 294789 w 442433"/>
              <a:gd name="connsiteY44" fmla="*/ 88983 h 352558"/>
              <a:gd name="connsiteX45" fmla="*/ 17558 w 442433"/>
              <a:gd name="connsiteY45" fmla="*/ 23709 h 352558"/>
              <a:gd name="connsiteX46" fmla="*/ 424973 w 442433"/>
              <a:gd name="connsiteY46" fmla="*/ 23709 h 352558"/>
              <a:gd name="connsiteX47" fmla="*/ 424973 w 442433"/>
              <a:gd name="connsiteY47" fmla="*/ 282027 h 352558"/>
              <a:gd name="connsiteX48" fmla="*/ 233022 w 442433"/>
              <a:gd name="connsiteY48" fmla="*/ 282027 h 352558"/>
              <a:gd name="connsiteX49" fmla="*/ 233022 w 442433"/>
              <a:gd name="connsiteY49" fmla="*/ 328948 h 352558"/>
              <a:gd name="connsiteX50" fmla="*/ 209412 w 442433"/>
              <a:gd name="connsiteY50" fmla="*/ 328948 h 352558"/>
              <a:gd name="connsiteX51" fmla="*/ 209412 w 442433"/>
              <a:gd name="connsiteY51" fmla="*/ 282027 h 352558"/>
              <a:gd name="connsiteX52" fmla="*/ 17558 w 442433"/>
              <a:gd name="connsiteY52" fmla="*/ 282027 h 352558"/>
              <a:gd name="connsiteX53" fmla="*/ 0 w 442433"/>
              <a:gd name="connsiteY53" fmla="*/ 0 h 352558"/>
              <a:gd name="connsiteX54" fmla="*/ 442433 w 442433"/>
              <a:gd name="connsiteY54" fmla="*/ 0 h 352558"/>
              <a:gd name="connsiteX55" fmla="*/ 442433 w 442433"/>
              <a:gd name="connsiteY55" fmla="*/ 23709 h 352558"/>
              <a:gd name="connsiteX56" fmla="*/ 424973 w 442433"/>
              <a:gd name="connsiteY56" fmla="*/ 23709 h 352558"/>
              <a:gd name="connsiteX57" fmla="*/ 424973 w 442433"/>
              <a:gd name="connsiteY57" fmla="*/ 14880 h 352558"/>
              <a:gd name="connsiteX58" fmla="*/ 17558 w 442433"/>
              <a:gd name="connsiteY58" fmla="*/ 14880 h 352558"/>
              <a:gd name="connsiteX59" fmla="*/ 17558 w 442433"/>
              <a:gd name="connsiteY59" fmla="*/ 23709 h 352558"/>
              <a:gd name="connsiteX60" fmla="*/ 0 w 442433"/>
              <a:gd name="connsiteY60" fmla="*/ 23709 h 3525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442433" h="352558">
                <a:moveTo>
                  <a:pt x="147709" y="328948"/>
                </a:moveTo>
                <a:lnTo>
                  <a:pt x="209412" y="328948"/>
                </a:lnTo>
                <a:lnTo>
                  <a:pt x="209412" y="328949"/>
                </a:lnTo>
                <a:lnTo>
                  <a:pt x="233022" y="328949"/>
                </a:lnTo>
                <a:lnTo>
                  <a:pt x="233022" y="328948"/>
                </a:lnTo>
                <a:lnTo>
                  <a:pt x="294724" y="328948"/>
                </a:lnTo>
                <a:lnTo>
                  <a:pt x="294724" y="352558"/>
                </a:lnTo>
                <a:lnTo>
                  <a:pt x="147709" y="352558"/>
                </a:lnTo>
                <a:close/>
                <a:moveTo>
                  <a:pt x="161302" y="203162"/>
                </a:moveTo>
                <a:lnTo>
                  <a:pt x="184711" y="203162"/>
                </a:lnTo>
                <a:lnTo>
                  <a:pt x="184711" y="232096"/>
                </a:lnTo>
                <a:lnTo>
                  <a:pt x="156538" y="226277"/>
                </a:lnTo>
                <a:close/>
                <a:moveTo>
                  <a:pt x="235404" y="135955"/>
                </a:moveTo>
                <a:lnTo>
                  <a:pt x="253629" y="159018"/>
                </a:lnTo>
                <a:lnTo>
                  <a:pt x="231116" y="176815"/>
                </a:lnTo>
                <a:lnTo>
                  <a:pt x="212876" y="153774"/>
                </a:lnTo>
                <a:close/>
                <a:moveTo>
                  <a:pt x="211427" y="105612"/>
                </a:moveTo>
                <a:lnTo>
                  <a:pt x="211441" y="105630"/>
                </a:lnTo>
                <a:lnTo>
                  <a:pt x="203691" y="143236"/>
                </a:lnTo>
                <a:lnTo>
                  <a:pt x="188381" y="123862"/>
                </a:lnTo>
                <a:close/>
                <a:moveTo>
                  <a:pt x="294789" y="88983"/>
                </a:moveTo>
                <a:lnTo>
                  <a:pt x="313076" y="112024"/>
                </a:lnTo>
                <a:lnTo>
                  <a:pt x="304973" y="118430"/>
                </a:lnTo>
                <a:lnTo>
                  <a:pt x="294612" y="118430"/>
                </a:lnTo>
                <a:lnTo>
                  <a:pt x="294612" y="89123"/>
                </a:lnTo>
                <a:close/>
                <a:moveTo>
                  <a:pt x="294612" y="88983"/>
                </a:moveTo>
                <a:lnTo>
                  <a:pt x="294612" y="89123"/>
                </a:lnTo>
                <a:lnTo>
                  <a:pt x="235404" y="135955"/>
                </a:lnTo>
                <a:lnTo>
                  <a:pt x="211441" y="105630"/>
                </a:lnTo>
                <a:lnTo>
                  <a:pt x="211448" y="105597"/>
                </a:lnTo>
                <a:lnTo>
                  <a:pt x="182636" y="99647"/>
                </a:lnTo>
                <a:lnTo>
                  <a:pt x="161302" y="203162"/>
                </a:lnTo>
                <a:lnTo>
                  <a:pt x="44343" y="203162"/>
                </a:lnTo>
                <a:lnTo>
                  <a:pt x="44343" y="232525"/>
                </a:lnTo>
                <a:lnTo>
                  <a:pt x="184711" y="232525"/>
                </a:lnTo>
                <a:lnTo>
                  <a:pt x="184711" y="232096"/>
                </a:lnTo>
                <a:lnTo>
                  <a:pt x="185350" y="232228"/>
                </a:lnTo>
                <a:lnTo>
                  <a:pt x="203691" y="143236"/>
                </a:lnTo>
                <a:lnTo>
                  <a:pt x="230664" y="177371"/>
                </a:lnTo>
                <a:lnTo>
                  <a:pt x="253710" y="159122"/>
                </a:lnTo>
                <a:lnTo>
                  <a:pt x="253629" y="159018"/>
                </a:lnTo>
                <a:lnTo>
                  <a:pt x="304973" y="118430"/>
                </a:lnTo>
                <a:lnTo>
                  <a:pt x="399082" y="118430"/>
                </a:lnTo>
                <a:lnTo>
                  <a:pt x="399082" y="88983"/>
                </a:lnTo>
                <a:lnTo>
                  <a:pt x="294789" y="88983"/>
                </a:lnTo>
                <a:close/>
                <a:moveTo>
                  <a:pt x="17558" y="23709"/>
                </a:moveTo>
                <a:lnTo>
                  <a:pt x="424973" y="23709"/>
                </a:lnTo>
                <a:lnTo>
                  <a:pt x="424973" y="282027"/>
                </a:lnTo>
                <a:lnTo>
                  <a:pt x="233022" y="282027"/>
                </a:lnTo>
                <a:lnTo>
                  <a:pt x="233022" y="328948"/>
                </a:lnTo>
                <a:lnTo>
                  <a:pt x="209412" y="328948"/>
                </a:lnTo>
                <a:lnTo>
                  <a:pt x="209412" y="282027"/>
                </a:lnTo>
                <a:lnTo>
                  <a:pt x="17558" y="282027"/>
                </a:lnTo>
                <a:close/>
                <a:moveTo>
                  <a:pt x="0" y="0"/>
                </a:moveTo>
                <a:lnTo>
                  <a:pt x="442433" y="0"/>
                </a:lnTo>
                <a:lnTo>
                  <a:pt x="442433" y="23709"/>
                </a:lnTo>
                <a:lnTo>
                  <a:pt x="424973" y="23709"/>
                </a:lnTo>
                <a:lnTo>
                  <a:pt x="424973" y="14880"/>
                </a:lnTo>
                <a:lnTo>
                  <a:pt x="17558" y="14880"/>
                </a:lnTo>
                <a:lnTo>
                  <a:pt x="17558" y="23709"/>
                </a:lnTo>
                <a:lnTo>
                  <a:pt x="0" y="23709"/>
                </a:lnTo>
                <a:close/>
              </a:path>
            </a:pathLst>
          </a:custGeom>
          <a:solidFill>
            <a:srgbClr val="3669C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688158488"/>
      </p:ext>
    </p:extLst>
  </p:cSld>
  <p:clrMapOvr>
    <a:masterClrMapping/>
  </p:clrMapOvr>
  <p:transition spd="slow"/>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idx="1"/>
          </p:nvPr>
        </p:nvSpPr>
        <p:spPr>
          <a:xfrm>
            <a:off x="1416050" y="2178050"/>
            <a:ext cx="9467850" cy="2514600"/>
          </a:xfrm>
        </p:spPr>
        <p:txBody>
          <a:bodyPr>
            <a:normAutofit/>
          </a:bodyPr>
          <a:lstStyle/>
          <a:p>
            <a:pPr>
              <a:spcBef>
                <a:spcPts val="0"/>
              </a:spcBef>
              <a:spcAft>
                <a:spcPts val="0"/>
              </a:spcAft>
            </a:pPr>
            <a:r>
              <a:rPr lang="en-US" altLang="zh-CN" sz="3200">
                <a:latin typeface="Candara Light" panose="020E0502030303020204" pitchFamily="34" charset="0"/>
              </a:rPr>
              <a:t>Before you become a leader,all is to grow yourself;</a:t>
            </a:r>
          </a:p>
          <a:p>
            <a:r>
              <a:rPr lang="en-US" altLang="zh-CN" sz="3200">
                <a:latin typeface="Candara Light" panose="020E0502030303020204" pitchFamily="34" charset="0"/>
              </a:rPr>
              <a:t>after you become a leader,all is to grow your team.</a:t>
            </a:r>
          </a:p>
        </p:txBody>
      </p:sp>
    </p:spTree>
    <p:extLst>
      <p:ext uri="{BB962C8B-B14F-4D97-AF65-F5344CB8AC3E}">
        <p14:creationId xmlns:p14="http://schemas.microsoft.com/office/powerpoint/2010/main" val="289990384"/>
      </p:ext>
    </p:extLst>
  </p:cSld>
  <p:clrMapOvr>
    <a:masterClrMapping/>
  </p:clrMapOvr>
  <p:transition spd="slow"/>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transition spd="slow"/>
</p:sld>
</file>

<file path=ppt/tags/tag1.xml><?xml version="1.0" encoding="utf-8"?>
<p:tagLst xmlns:a="http://schemas.openxmlformats.org/drawingml/2006/main" xmlns:r="http://schemas.openxmlformats.org/officeDocument/2006/relationships" xmlns:p="http://schemas.openxmlformats.org/presentationml/2006/main">
  <p:tag name="KSO_WM_SLIDE_ID" val="custom20218885_4"/>
  <p:tag name="KSO_WM_SLIDE_TYPE" val="contents"/>
  <p:tag name="KSO_WM_SLIDE_SUBTYPE" val="diag"/>
  <p:tag name="KSO_WM_SLIDE_ITEM_CNT" val="4"/>
  <p:tag name="KSO_WM_SLIDE_INDEX" val="4"/>
  <p:tag name="KSO_WM_DIAGRAM_GROUP_CODE" val="l1-1"/>
  <p:tag name="KSO_WM_SLIDE_DIAGTYPE" val="l"/>
  <p:tag name="KSO_WM_TAG_VERSION" val="1.0"/>
  <p:tag name="KSO_WM_BEAUTIFY_FLAG" val="#wm#"/>
  <p:tag name="KSO_WM_TEMPLATE_CATEGORY" val="custom"/>
  <p:tag name="KSO_WM_TEMPLATE_INDEX" val="20218885"/>
  <p:tag name="KSO_WM_SLIDE_LAYOUT" val="a_l"/>
  <p:tag name="KSO_WM_SLIDE_LAYOUT_CNT" val="1_1"/>
  <p:tag name="KSO_WM_TEMPLATE_SUBCATEGORY" val="0"/>
  <p:tag name="KSO_WM_TEMPLATE_MASTER_TYPE" val="1"/>
  <p:tag name="KSO_WM_TEMPLATE_COLOR_TYPE" val="0"/>
  <p:tag name="KSO_WM_SPECIAL_SOURCE" val="bdnull"/>
</p:tagLst>
</file>

<file path=ppt/tags/tag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1_1"/>
  <p:tag name="KSO_WM_UNIT_ID" val="custom20218885_4*l_h_i*1_1_1"/>
  <p:tag name="KSO_WM_TEMPLATE_CATEGORY" val="custom"/>
  <p:tag name="KSO_WM_TEMPLATE_INDEX" val="20218885"/>
  <p:tag name="KSO_WM_UNIT_LAYERLEVEL" val="1_1_1"/>
  <p:tag name="KSO_WM_TAG_VERSION" val="1.0"/>
  <p:tag name="KSO_WM_BEAUTIFY_FLAG" val="#wm#"/>
  <p:tag name="KSO_WM_UNIT_USESOURCEFORMAT_APPLY" val="1"/>
</p:tagLst>
</file>

<file path=ppt/tags/tag3.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企业文化定位"/>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1_1"/>
  <p:tag name="KSO_WM_UNIT_ID" val="custom20218885_4*l_h_a*1_1_1"/>
  <p:tag name="KSO_WM_TEMPLATE_CATEGORY" val="custom"/>
  <p:tag name="KSO_WM_TEMPLATE_INDEX" val="20218885"/>
  <p:tag name="KSO_WM_UNIT_LAYERLEVEL" val="1_1_1"/>
  <p:tag name="KSO_WM_TAG_VERSION" val="1.0"/>
  <p:tag name="KSO_WM_BEAUTIFY_FLAG" val="#wm#"/>
  <p:tag name="KSO_WM_UNIT_TEXT_FILL_FORE_SCHEMECOLOR_INDEX" val="13"/>
  <p:tag name="KSO_WM_UNIT_TEXT_FILL_TYPE" val="1"/>
  <p:tag name="KSO_WM_UNIT_USESOURCEFORMAT_APPLY" val="1"/>
</p:tagLst>
</file>

<file path=ppt/tags/tag4.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企业运营方式"/>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2_1"/>
  <p:tag name="KSO_WM_UNIT_ID" val="custom20218885_4*l_h_a*1_2_1"/>
  <p:tag name="KSO_WM_TEMPLATE_CATEGORY" val="custom"/>
  <p:tag name="KSO_WM_TEMPLATE_INDEX" val="20218885"/>
  <p:tag name="KSO_WM_UNIT_LAYERLEVEL" val="1_1_1"/>
  <p:tag name="KSO_WM_TAG_VERSION" val="1.0"/>
  <p:tag name="KSO_WM_BEAUTIFY_FLAG" val="#wm#"/>
  <p:tag name="KSO_WM_UNIT_TEXT_FILL_FORE_SCHEMECOLOR_INDEX" val="13"/>
  <p:tag name="KSO_WM_UNIT_TEXT_FILL_TYPE" val="1"/>
  <p:tag name="KSO_WM_UNIT_USESOURCEFORMAT_APPLY" val="1"/>
</p:tagLst>
</file>

<file path=ppt/tags/tag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2_1"/>
  <p:tag name="KSO_WM_UNIT_ID" val="custom20218885_4*l_h_i*1_2_1"/>
  <p:tag name="KSO_WM_TEMPLATE_CATEGORY" val="custom"/>
  <p:tag name="KSO_WM_TEMPLATE_INDEX" val="20218885"/>
  <p:tag name="KSO_WM_UNIT_LAYERLEVEL" val="1_1_1"/>
  <p:tag name="KSO_WM_TAG_VERSION" val="1.0"/>
  <p:tag name="KSO_WM_BEAUTIFY_FLAG" val="#wm#"/>
  <p:tag name="KSO_WM_UNIT_USESOURCEFORMAT_APPLY" val="1"/>
</p:tagLst>
</file>

<file path=ppt/tags/tag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3_1"/>
  <p:tag name="KSO_WM_UNIT_ID" val="custom20218885_4*l_h_i*1_3_1"/>
  <p:tag name="KSO_WM_TEMPLATE_CATEGORY" val="custom"/>
  <p:tag name="KSO_WM_TEMPLATE_INDEX" val="20218885"/>
  <p:tag name="KSO_WM_UNIT_LAYERLEVEL" val="1_1_1"/>
  <p:tag name="KSO_WM_TAG_VERSION" val="1.0"/>
  <p:tag name="KSO_WM_BEAUTIFY_FLAG" val="#wm#"/>
  <p:tag name="KSO_WM_UNIT_USESOURCEFORMAT_APPLY" val="1"/>
</p:tagLst>
</file>

<file path=ppt/tags/tag7.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企业效果预估"/>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3_1"/>
  <p:tag name="KSO_WM_UNIT_ID" val="custom20218885_4*l_h_a*1_3_1"/>
  <p:tag name="KSO_WM_TEMPLATE_CATEGORY" val="custom"/>
  <p:tag name="KSO_WM_TEMPLATE_INDEX" val="20218885"/>
  <p:tag name="KSO_WM_UNIT_LAYERLEVEL" val="1_1_1"/>
  <p:tag name="KSO_WM_TAG_VERSION" val="1.0"/>
  <p:tag name="KSO_WM_BEAUTIFY_FLAG" val="#wm#"/>
  <p:tag name="KSO_WM_UNIT_TEXT_FILL_FORE_SCHEMECOLOR_INDEX" val="13"/>
  <p:tag name="KSO_WM_UNIT_TEXT_FILL_TYPE" val="1"/>
  <p:tag name="KSO_WM_UNIT_USESOURCEFORMAT_APPLY" val="1"/>
</p:tagLst>
</file>

<file path=ppt/tags/tag8.xml><?xml version="1.0" encoding="utf-8"?>
<p:tagLst xmlns:a="http://schemas.openxmlformats.org/drawingml/2006/main" xmlns:r="http://schemas.openxmlformats.org/officeDocument/2006/relationships" xmlns:p="http://schemas.openxmlformats.org/presentationml/2006/main">
  <p:tag name="KSO_WM_SLIDE_ID" val="custom20218885_4"/>
  <p:tag name="KSO_WM_SLIDE_TYPE" val="contents"/>
  <p:tag name="KSO_WM_SLIDE_SUBTYPE" val="diag"/>
  <p:tag name="KSO_WM_SLIDE_ITEM_CNT" val="4"/>
  <p:tag name="KSO_WM_SLIDE_INDEX" val="4"/>
  <p:tag name="KSO_WM_DIAGRAM_GROUP_CODE" val="l1-1"/>
  <p:tag name="KSO_WM_SLIDE_DIAGTYPE" val="l"/>
  <p:tag name="KSO_WM_TAG_VERSION" val="1.0"/>
  <p:tag name="KSO_WM_BEAUTIFY_FLAG" val="#wm#"/>
  <p:tag name="KSO_WM_TEMPLATE_CATEGORY" val="custom"/>
  <p:tag name="KSO_WM_TEMPLATE_INDEX" val="20218885"/>
  <p:tag name="KSO_WM_SLIDE_LAYOUT" val="a_l"/>
  <p:tag name="KSO_WM_SLIDE_LAYOUT_CNT" val="1_1"/>
  <p:tag name="KSO_WM_TEMPLATE_SUBCATEGORY" val="0"/>
  <p:tag name="KSO_WM_TEMPLATE_MASTER_TYPE" val="1"/>
  <p:tag name="KSO_WM_TEMPLATE_COLOR_TYPE" val="0"/>
  <p:tag name="KSO_WM_SPECIAL_SOURCE" val="bdnull"/>
</p:tagLst>
</file>

<file path=ppt/tags/tag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1_1"/>
  <p:tag name="KSO_WM_UNIT_ID" val="custom20218885_4*l_h_i*1_1_1"/>
  <p:tag name="KSO_WM_TEMPLATE_CATEGORY" val="custom"/>
  <p:tag name="KSO_WM_TEMPLATE_INDEX" val="20218885"/>
  <p:tag name="KSO_WM_UNIT_LAYERLEVEL" val="1_1_1"/>
  <p:tag name="KSO_WM_TAG_VERSION" val="1.0"/>
  <p:tag name="KSO_WM_BEAUTIFY_FLAG" val="#wm#"/>
  <p:tag name="KSO_WM_UNIT_USESOURCEFORMAT_APPLY" val="1"/>
</p:tagLst>
</file>

<file path=ppt/tags/tag10.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企业文化定位"/>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1_1"/>
  <p:tag name="KSO_WM_UNIT_ID" val="custom20218885_4*l_h_a*1_1_1"/>
  <p:tag name="KSO_WM_TEMPLATE_CATEGORY" val="custom"/>
  <p:tag name="KSO_WM_TEMPLATE_INDEX" val="20218885"/>
  <p:tag name="KSO_WM_UNIT_LAYERLEVEL" val="1_1_1"/>
  <p:tag name="KSO_WM_TAG_VERSION" val="1.0"/>
  <p:tag name="KSO_WM_BEAUTIFY_FLAG" val="#wm#"/>
  <p:tag name="KSO_WM_UNIT_TEXT_FILL_FORE_SCHEMECOLOR_INDEX" val="13"/>
  <p:tag name="KSO_WM_UNIT_TEXT_FILL_TYPE" val="1"/>
  <p:tag name="KSO_WM_UNIT_USESOURCEFORMAT_APPLY" val="1"/>
</p:tagLst>
</file>

<file path=ppt/tags/tag11.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企业运营方式"/>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2_1"/>
  <p:tag name="KSO_WM_UNIT_ID" val="custom20218885_4*l_h_a*1_2_1"/>
  <p:tag name="KSO_WM_TEMPLATE_CATEGORY" val="custom"/>
  <p:tag name="KSO_WM_TEMPLATE_INDEX" val="20218885"/>
  <p:tag name="KSO_WM_UNIT_LAYERLEVEL" val="1_1_1"/>
  <p:tag name="KSO_WM_TAG_VERSION" val="1.0"/>
  <p:tag name="KSO_WM_BEAUTIFY_FLAG" val="#wm#"/>
  <p:tag name="KSO_WM_UNIT_TEXT_FILL_FORE_SCHEMECOLOR_INDEX" val="13"/>
  <p:tag name="KSO_WM_UNIT_TEXT_FILL_TYPE" val="1"/>
  <p:tag name="KSO_WM_UNIT_USESOURCEFORMAT_APPLY" val="1"/>
</p:tagLst>
</file>

<file path=ppt/tags/tag1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2_1"/>
  <p:tag name="KSO_WM_UNIT_ID" val="custom20218885_4*l_h_i*1_2_1"/>
  <p:tag name="KSO_WM_TEMPLATE_CATEGORY" val="custom"/>
  <p:tag name="KSO_WM_TEMPLATE_INDEX" val="20218885"/>
  <p:tag name="KSO_WM_UNIT_LAYERLEVEL" val="1_1_1"/>
  <p:tag name="KSO_WM_TAG_VERSION" val="1.0"/>
  <p:tag name="KSO_WM_BEAUTIFY_FLAG" val="#wm#"/>
  <p:tag name="KSO_WM_UNIT_USESOURCEFORMAT_APPLY" val="1"/>
</p:tagLst>
</file>

<file path=ppt/tags/tag1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3_1"/>
  <p:tag name="KSO_WM_UNIT_ID" val="custom20218885_4*l_h_i*1_3_1"/>
  <p:tag name="KSO_WM_TEMPLATE_CATEGORY" val="custom"/>
  <p:tag name="KSO_WM_TEMPLATE_INDEX" val="20218885"/>
  <p:tag name="KSO_WM_UNIT_LAYERLEVEL" val="1_1_1"/>
  <p:tag name="KSO_WM_TAG_VERSION" val="1.0"/>
  <p:tag name="KSO_WM_BEAUTIFY_FLAG" val="#wm#"/>
  <p:tag name="KSO_WM_UNIT_USESOURCEFORMAT_APPLY" val="1"/>
</p:tagLst>
</file>

<file path=ppt/tags/tag14.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企业效果预估"/>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3_1"/>
  <p:tag name="KSO_WM_UNIT_ID" val="custom20218885_4*l_h_a*1_3_1"/>
  <p:tag name="KSO_WM_TEMPLATE_CATEGORY" val="custom"/>
  <p:tag name="KSO_WM_TEMPLATE_INDEX" val="20218885"/>
  <p:tag name="KSO_WM_UNIT_LAYERLEVEL" val="1_1_1"/>
  <p:tag name="KSO_WM_TAG_VERSION" val="1.0"/>
  <p:tag name="KSO_WM_BEAUTIFY_FLAG" val="#wm#"/>
  <p:tag name="KSO_WM_UNIT_TEXT_FILL_FORE_SCHEMECOLOR_INDEX" val="13"/>
  <p:tag name="KSO_WM_UNIT_TEXT_FILL_TYPE" val="1"/>
  <p:tag name="KSO_WM_UNIT_USESOURCEFORMAT_APPLY" val="1"/>
</p:tagLst>
</file>

<file path=ppt/tags/tag1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2"/>
  <p:tag name="KSO_WM_UNIT_ID" val="diagram20205830_1*m_h_i*1_1_2"/>
  <p:tag name="KSO_WM_TEMPLATE_CATEGORY" val="diagram"/>
  <p:tag name="KSO_WM_TEMPLATE_INDEX" val="20205830"/>
  <p:tag name="KSO_WM_UNIT_LAYERLEVEL" val="1_1_1"/>
  <p:tag name="KSO_WM_TAG_VERSION" val="1.0"/>
  <p:tag name="KSO_WM_BEAUTIFY_FLAG" val="#wm#"/>
  <p:tag name="KSO_WM_UNIT_FILL_FORE_SCHEMECOLOR_INDEX_BRIGHTNESS" val="0"/>
  <p:tag name="KSO_WM_UNIT_FILL_FORE_SCHEMECOLOR_INDEX" val="5"/>
  <p:tag name="KSO_WM_UNIT_FILL_TYPE" val="1"/>
  <p:tag name="KSO_WM_UNIT_LINE_FORE_SCHEMECOLOR_INDEX_BRIGHTNESS" val="0.5"/>
  <p:tag name="KSO_WM_UNIT_LINE_FORE_SCHEMECOLOR_INDEX" val="13"/>
  <p:tag name="KSO_WM_UNIT_LINE_FILL_TYPE" val="2"/>
  <p:tag name="KSO_WM_UNIT_TEXT_FILL_FORE_SCHEMECOLOR_INDEX_BRIGHTNESS" val="0"/>
  <p:tag name="KSO_WM_UNIT_TEXT_FILL_FORE_SCHEMECOLOR_INDEX" val="2"/>
  <p:tag name="KSO_WM_UNIT_TEXT_FILL_TYPE" val="1"/>
  <p:tag name="KSO_WM_UNIT_USESOURCEFORMAT_APPLY" val="1"/>
</p:tagLst>
</file>

<file path=ppt/tags/tag16.xml><?xml version="1.0" encoding="utf-8"?>
<p:tagLst xmlns:a="http://schemas.openxmlformats.org/drawingml/2006/main" xmlns:r="http://schemas.openxmlformats.org/officeDocument/2006/relationships" xmlns:p="http://schemas.openxmlformats.org/presentationml/2006/main">
  <p:tag name="KSO_WM_UNIT_SUBTYPE" val="a"/>
  <p:tag name="KSO_WM_UNIT_PRESET_TEXT" val="单点击此处添加正文，文字是您思想的提炼，为了演示发布的良好效果，请您尽可能提炼思想的精髓，然后简单的阐述您的观点。如果您的内容确实非常重要又难以精简，也请使用分段处理，对内容进行简单的梳理和提炼，这样会使逻辑框架相对清晰。请您尽可能提炼思想的精髓，否则容易造成观者的阅读压力，适得其反。"/>
  <p:tag name="KSO_WM_UNIT_NOCLEAR" val="0"/>
  <p:tag name="KSO_WM_UNIT_HIGHLIGHT" val="0"/>
  <p:tag name="KSO_WM_UNIT_COMPATIBLE" val="0"/>
  <p:tag name="KSO_WM_UNIT_DIAGRAM_ISNUMVISUAL" val="0"/>
  <p:tag name="KSO_WM_UNIT_DIAGRAM_ISREFERUNIT" val="0"/>
  <p:tag name="KSO_WM_DIAGRAM_GROUP_CODE" val="m1-1"/>
  <p:tag name="KSO_WM_UNIT_TYPE" val="m_h_f"/>
  <p:tag name="KSO_WM_UNIT_INDEX" val="1_1_1"/>
  <p:tag name="KSO_WM_UNIT_ID" val="diagram20205830_1*m_h_f*1_1_1"/>
  <p:tag name="KSO_WM_TEMPLATE_CATEGORY" val="diagram"/>
  <p:tag name="KSO_WM_TEMPLATE_INDEX" val="20205830"/>
  <p:tag name="KSO_WM_UNIT_LAYERLEVEL" val="1_1_1"/>
  <p:tag name="KSO_WM_TAG_VERSION" val="1.0"/>
  <p:tag name="KSO_WM_BEAUTIFY_FLAG" val="#wm#"/>
  <p:tag name="KSO_WM_UNIT_TEXT_FILL_FORE_SCHEMECOLOR_INDEX_BRIGHTNESS" val="0.15"/>
  <p:tag name="KSO_WM_UNIT_TEXT_FILL_FORE_SCHEMECOLOR_INDEX" val="13"/>
  <p:tag name="KSO_WM_UNIT_TEXT_FILL_TYPE" val="1"/>
  <p:tag name="KSO_WM_UNIT_USESOURCEFORMAT_APPLY" val="1"/>
</p:tagLst>
</file>

<file path=ppt/tags/tag1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2_2"/>
  <p:tag name="KSO_WM_UNIT_ID" val="diagram20205830_1*m_h_i*1_2_2"/>
  <p:tag name="KSO_WM_TEMPLATE_CATEGORY" val="diagram"/>
  <p:tag name="KSO_WM_TEMPLATE_INDEX" val="20205830"/>
  <p:tag name="KSO_WM_UNIT_LAYERLEVEL" val="1_1_1"/>
  <p:tag name="KSO_WM_TAG_VERSION" val="1.0"/>
  <p:tag name="KSO_WM_BEAUTIFY_FLAG" val="#wm#"/>
  <p:tag name="KSO_WM_UNIT_FILL_FORE_SCHEMECOLOR_INDEX_BRIGHTNESS" val="0"/>
  <p:tag name="KSO_WM_UNIT_FILL_FORE_SCHEMECOLOR_INDEX" val="5"/>
  <p:tag name="KSO_WM_UNIT_FILL_TYPE" val="1"/>
  <p:tag name="KSO_WM_UNIT_LINE_FORE_SCHEMECOLOR_INDEX_BRIGHTNESS" val="0.5"/>
  <p:tag name="KSO_WM_UNIT_LINE_FORE_SCHEMECOLOR_INDEX" val="13"/>
  <p:tag name="KSO_WM_UNIT_LINE_FILL_TYPE" val="2"/>
  <p:tag name="KSO_WM_UNIT_TEXT_FILL_FORE_SCHEMECOLOR_INDEX_BRIGHTNESS" val="0"/>
  <p:tag name="KSO_WM_UNIT_TEXT_FILL_FORE_SCHEMECOLOR_INDEX" val="2"/>
  <p:tag name="KSO_WM_UNIT_TEXT_FILL_TYPE" val="1"/>
  <p:tag name="KSO_WM_UNIT_USESOURCEFORMAT_APPLY" val="1"/>
</p:tagLst>
</file>

<file path=ppt/tags/tag1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3"/>
  <p:tag name="KSO_WM_UNIT_ID" val="diagram20205830_1*m_h_i*1_1_3"/>
  <p:tag name="KSO_WM_TEMPLATE_CATEGORY" val="diagram"/>
  <p:tag name="KSO_WM_TEMPLATE_INDEX" val="20205830"/>
  <p:tag name="KSO_WM_UNIT_LAYERLEVEL" val="1_1_1"/>
  <p:tag name="KSO_WM_TAG_VERSION" val="1.0"/>
  <p:tag name="KSO_WM_BEAUTIFY_FLAG" val="#wm#"/>
  <p:tag name="KSO_WM_UNIT_USESOURCEFORMAT_APPLY" val="1"/>
</p:tagLst>
</file>

<file path=ppt/tags/tag1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SUBTYPE" val="d"/>
  <p:tag name="KSO_WM_UNIT_TYPE" val="m_h_i"/>
  <p:tag name="KSO_WM_UNIT_INDEX" val="1_1_1"/>
  <p:tag name="KSO_WM_UNIT_ID" val="diagram20205830_1*m_h_i*1_1_1"/>
  <p:tag name="KSO_WM_TEMPLATE_CATEGORY" val="diagram"/>
  <p:tag name="KSO_WM_TEMPLATE_INDEX" val="20205830"/>
  <p:tag name="KSO_WM_UNIT_LAYERLEVEL" val="1_1_1"/>
  <p:tag name="KSO_WM_TAG_VERSION" val="1.0"/>
  <p:tag name="KSO_WM_BEAUTIFY_FLAG" val="#wm#"/>
  <p:tag name="KSO_WM_UNIT_TEXT_FILL_FORE_SCHEMECOLOR_INDEX_BRIGHTNESS" val="0.25"/>
  <p:tag name="KSO_WM_UNIT_TEXT_FILL_FORE_SCHEMECOLOR_INDEX" val="13"/>
  <p:tag name="KSO_WM_UNIT_TEXT_FILL_TYPE" val="1"/>
  <p:tag name="KSO_WM_UNIT_USESOURCEFORMAT_APPLY" val="1"/>
</p:tagLst>
</file>

<file path=ppt/tags/tag2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6"/>
  <p:tag name="KSO_WM_UNIT_ID" val="diagram20205830_1*m_h_i*1_1_6"/>
  <p:tag name="KSO_WM_TEMPLATE_CATEGORY" val="diagram"/>
  <p:tag name="KSO_WM_TEMPLATE_INDEX" val="20205830"/>
  <p:tag name="KSO_WM_UNIT_LAYERLEVEL" val="1_1_1"/>
  <p:tag name="KSO_WM_TAG_VERSION" val="1.0"/>
  <p:tag name="KSO_WM_BEAUTIFY_FLAG" val="#wm#"/>
  <p:tag name="KSO_WM_UNIT_FILL_FORE_SCHEMECOLOR_INDEX_BRIGHTNESS" val="0"/>
  <p:tag name="KSO_WM_UNIT_FILL_FORE_SCHEMECOLOR_INDEX" val="14"/>
  <p:tag name="KSO_WM_UNIT_FILL_TYPE" val="1"/>
  <p:tag name="KSO_WM_UNIT_LINE_FORE_SCHEMECOLOR_INDEX_BRIGHTNESS" val="0.5"/>
  <p:tag name="KSO_WM_UNIT_LINE_FORE_SCHEMECOLOR_INDEX" val="13"/>
  <p:tag name="KSO_WM_UNIT_LINE_FILL_TYPE" val="2"/>
  <p:tag name="KSO_WM_UNIT_TEXT_FILL_FORE_SCHEMECOLOR_INDEX_BRIGHTNESS" val="0"/>
  <p:tag name="KSO_WM_UNIT_TEXT_FILL_FORE_SCHEMECOLOR_INDEX" val="2"/>
  <p:tag name="KSO_WM_UNIT_TEXT_FILL_TYPE" val="1"/>
  <p:tag name="KSO_WM_UNIT_USESOURCEFORMAT_APPLY" val="1"/>
</p:tagLst>
</file>

<file path=ppt/tags/tag2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7"/>
  <p:tag name="KSO_WM_UNIT_ID" val="diagram20205830_1*m_h_i*1_1_7"/>
  <p:tag name="KSO_WM_TEMPLATE_CATEGORY" val="diagram"/>
  <p:tag name="KSO_WM_TEMPLATE_INDEX" val="20205830"/>
  <p:tag name="KSO_WM_UNIT_LAYERLEVEL" val="1_1_1"/>
  <p:tag name="KSO_WM_TAG_VERSION" val="1.0"/>
  <p:tag name="KSO_WM_BEAUTIFY_FLAG" val="#wm#"/>
  <p:tag name="KSO_WM_UNIT_FILL_FORE_SCHEMECOLOR_INDEX_BRIGHTNESS" val="0"/>
  <p:tag name="KSO_WM_UNIT_FILL_FORE_SCHEMECOLOR_INDEX" val="14"/>
  <p:tag name="KSO_WM_UNIT_FILL_TYPE" val="1"/>
  <p:tag name="KSO_WM_UNIT_LINE_FORE_SCHEMECOLOR_INDEX_BRIGHTNESS" val="0.5"/>
  <p:tag name="KSO_WM_UNIT_LINE_FORE_SCHEMECOLOR_INDEX" val="13"/>
  <p:tag name="KSO_WM_UNIT_LINE_FILL_TYPE" val="2"/>
  <p:tag name="KSO_WM_UNIT_TEXT_FILL_FORE_SCHEMECOLOR_INDEX_BRIGHTNESS" val="0"/>
  <p:tag name="KSO_WM_UNIT_TEXT_FILL_FORE_SCHEMECOLOR_INDEX" val="2"/>
  <p:tag name="KSO_WM_UNIT_TEXT_FILL_TYPE" val="1"/>
  <p:tag name="KSO_WM_UNIT_USESOURCEFORMAT_APPLY" val="1"/>
</p:tagLst>
</file>

<file path=ppt/tags/tag2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2_3"/>
  <p:tag name="KSO_WM_UNIT_ID" val="diagram20205830_1*m_h_i*1_2_3"/>
  <p:tag name="KSO_WM_TEMPLATE_CATEGORY" val="diagram"/>
  <p:tag name="KSO_WM_TEMPLATE_INDEX" val="20205830"/>
  <p:tag name="KSO_WM_UNIT_LAYERLEVEL" val="1_1_1"/>
  <p:tag name="KSO_WM_TAG_VERSION" val="1.0"/>
  <p:tag name="KSO_WM_BEAUTIFY_FLAG" val="#wm#"/>
  <p:tag name="KSO_WM_UNIT_USESOURCEFORMAT_APPLY" val="1"/>
</p:tagLst>
</file>

<file path=ppt/tags/tag2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SUBTYPE" val="d"/>
  <p:tag name="KSO_WM_UNIT_TYPE" val="m_h_i"/>
  <p:tag name="KSO_WM_UNIT_INDEX" val="1_2_1"/>
  <p:tag name="KSO_WM_UNIT_ID" val="diagram20205830_1*m_h_i*1_2_1"/>
  <p:tag name="KSO_WM_TEMPLATE_CATEGORY" val="diagram"/>
  <p:tag name="KSO_WM_TEMPLATE_INDEX" val="20205830"/>
  <p:tag name="KSO_WM_UNIT_LAYERLEVEL" val="1_1_1"/>
  <p:tag name="KSO_WM_TAG_VERSION" val="1.0"/>
  <p:tag name="KSO_WM_BEAUTIFY_FLAG" val="#wm#"/>
  <p:tag name="KSO_WM_UNIT_TEXT_FILL_FORE_SCHEMECOLOR_INDEX_BRIGHTNESS" val="0.25"/>
  <p:tag name="KSO_WM_UNIT_TEXT_FILL_FORE_SCHEMECOLOR_INDEX" val="13"/>
  <p:tag name="KSO_WM_UNIT_TEXT_FILL_TYPE" val="1"/>
  <p:tag name="KSO_WM_UNIT_USESOURCEFORMAT_APPLY" val="1"/>
</p:tagLst>
</file>

<file path=ppt/tags/tag2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2_6"/>
  <p:tag name="KSO_WM_UNIT_ID" val="diagram20205830_1*m_h_i*1_2_6"/>
  <p:tag name="KSO_WM_TEMPLATE_CATEGORY" val="diagram"/>
  <p:tag name="KSO_WM_TEMPLATE_INDEX" val="20205830"/>
  <p:tag name="KSO_WM_UNIT_LAYERLEVEL" val="1_1_1"/>
  <p:tag name="KSO_WM_TAG_VERSION" val="1.0"/>
  <p:tag name="KSO_WM_BEAUTIFY_FLAG" val="#wm#"/>
  <p:tag name="KSO_WM_UNIT_FILL_FORE_SCHEMECOLOR_INDEX_BRIGHTNESS" val="0"/>
  <p:tag name="KSO_WM_UNIT_FILL_FORE_SCHEMECOLOR_INDEX" val="14"/>
  <p:tag name="KSO_WM_UNIT_FILL_TYPE" val="1"/>
  <p:tag name="KSO_WM_UNIT_LINE_FORE_SCHEMECOLOR_INDEX_BRIGHTNESS" val="0.5"/>
  <p:tag name="KSO_WM_UNIT_LINE_FORE_SCHEMECOLOR_INDEX" val="13"/>
  <p:tag name="KSO_WM_UNIT_LINE_FILL_TYPE" val="2"/>
  <p:tag name="KSO_WM_UNIT_TEXT_FILL_FORE_SCHEMECOLOR_INDEX_BRIGHTNESS" val="0"/>
  <p:tag name="KSO_WM_UNIT_TEXT_FILL_FORE_SCHEMECOLOR_INDEX" val="2"/>
  <p:tag name="KSO_WM_UNIT_TEXT_FILL_TYPE" val="1"/>
  <p:tag name="KSO_WM_UNIT_USESOURCEFORMAT_APPLY" val="1"/>
</p:tagLst>
</file>

<file path=ppt/tags/tag2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2_7"/>
  <p:tag name="KSO_WM_UNIT_ID" val="diagram20205830_1*m_h_i*1_2_7"/>
  <p:tag name="KSO_WM_TEMPLATE_CATEGORY" val="diagram"/>
  <p:tag name="KSO_WM_TEMPLATE_INDEX" val="20205830"/>
  <p:tag name="KSO_WM_UNIT_LAYERLEVEL" val="1_1_1"/>
  <p:tag name="KSO_WM_TAG_VERSION" val="1.0"/>
  <p:tag name="KSO_WM_BEAUTIFY_FLAG" val="#wm#"/>
  <p:tag name="KSO_WM_UNIT_FILL_FORE_SCHEMECOLOR_INDEX_BRIGHTNESS" val="0"/>
  <p:tag name="KSO_WM_UNIT_FILL_FORE_SCHEMECOLOR_INDEX" val="14"/>
  <p:tag name="KSO_WM_UNIT_FILL_TYPE" val="1"/>
  <p:tag name="KSO_WM_UNIT_LINE_FORE_SCHEMECOLOR_INDEX_BRIGHTNESS" val="0.5"/>
  <p:tag name="KSO_WM_UNIT_LINE_FORE_SCHEMECOLOR_INDEX" val="13"/>
  <p:tag name="KSO_WM_UNIT_LINE_FILL_TYPE" val="2"/>
  <p:tag name="KSO_WM_UNIT_TEXT_FILL_FORE_SCHEMECOLOR_INDEX_BRIGHTNESS" val="0"/>
  <p:tag name="KSO_WM_UNIT_TEXT_FILL_FORE_SCHEMECOLOR_INDEX" val="2"/>
  <p:tag name="KSO_WM_UNIT_TEXT_FILL_TYPE" val="1"/>
  <p:tag name="KSO_WM_UNIT_USESOURCEFORMAT_APPLY" val="1"/>
</p:tagLst>
</file>

<file path=ppt/tags/tag2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8"/>
  <p:tag name="KSO_WM_UNIT_ID" val="diagram20205830_1*m_h_i*1_1_8"/>
  <p:tag name="KSO_WM_TEMPLATE_CATEGORY" val="diagram"/>
  <p:tag name="KSO_WM_TEMPLATE_INDEX" val="20205830"/>
  <p:tag name="KSO_WM_UNIT_LAYERLEVEL" val="1_1_1"/>
  <p:tag name="KSO_WM_TAG_VERSION" val="1.0"/>
  <p:tag name="KSO_WM_BEAUTIFY_FLAG" val="#wm#"/>
  <p:tag name="KSO_WM_UNIT_LINE_FORE_SCHEMECOLOR_INDEX_BRIGHTNESS" val="0.5"/>
  <p:tag name="KSO_WM_UNIT_LINE_FORE_SCHEMECOLOR_INDEX" val="13"/>
  <p:tag name="KSO_WM_UNIT_LINE_FILL_TYPE" val="2"/>
  <p:tag name="KSO_WM_UNIT_USESOURCEFORMAT_APPLY" val="1"/>
</p:tagLst>
</file>

<file path=ppt/tags/tag2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2_8"/>
  <p:tag name="KSO_WM_UNIT_ID" val="diagram20205830_1*m_h_i*1_2_8"/>
  <p:tag name="KSO_WM_TEMPLATE_CATEGORY" val="diagram"/>
  <p:tag name="KSO_WM_TEMPLATE_INDEX" val="20205830"/>
  <p:tag name="KSO_WM_UNIT_LAYERLEVEL" val="1_1_1"/>
  <p:tag name="KSO_WM_TAG_VERSION" val="1.0"/>
  <p:tag name="KSO_WM_BEAUTIFY_FLAG" val="#wm#"/>
  <p:tag name="KSO_WM_UNIT_LINE_FORE_SCHEMECOLOR_INDEX_BRIGHTNESS" val="0.5"/>
  <p:tag name="KSO_WM_UNIT_LINE_FORE_SCHEMECOLOR_INDEX" val="13"/>
  <p:tag name="KSO_WM_UNIT_LINE_FILL_TYPE" val="2"/>
  <p:tag name="KSO_WM_UNIT_USESOURCEFORMAT_APPLY" val="1"/>
</p:tagLst>
</file>

<file path=ppt/tags/tag28.xml><?xml version="1.0" encoding="utf-8"?>
<p:tagLst xmlns:a="http://schemas.openxmlformats.org/drawingml/2006/main" xmlns:r="http://schemas.openxmlformats.org/officeDocument/2006/relationships" xmlns:p="http://schemas.openxmlformats.org/presentationml/2006/main">
  <p:tag name="KSO_WM_UNIT_SUBTYPE" val="a"/>
  <p:tag name="KSO_WM_UNIT_PRESET_TEXT" val="单点击此处添加正文，文字是您思想的提炼，为了演示发布的良好效果，请您尽可能提炼思想的精髓，然后简单的阐述您的观点。如果您的内容确实非常重要又难以精简，也请使用分段处理，对内容进行简单的梳理和提炼，这样会使逻辑框架相对清晰。请您尽可能提炼思想的精髓，否则容易造成观者的阅读压力，适得其反。"/>
  <p:tag name="KSO_WM_UNIT_NOCLEAR" val="0"/>
  <p:tag name="KSO_WM_UNIT_HIGHLIGHT" val="0"/>
  <p:tag name="KSO_WM_UNIT_COMPATIBLE" val="0"/>
  <p:tag name="KSO_WM_UNIT_DIAGRAM_ISNUMVISUAL" val="0"/>
  <p:tag name="KSO_WM_UNIT_DIAGRAM_ISREFERUNIT" val="0"/>
  <p:tag name="KSO_WM_DIAGRAM_GROUP_CODE" val="m1-1"/>
  <p:tag name="KSO_WM_UNIT_TYPE" val="m_h_f"/>
  <p:tag name="KSO_WM_UNIT_INDEX" val="1_1_1"/>
  <p:tag name="KSO_WM_UNIT_ID" val="diagram20205830_1*m_h_f*1_1_1"/>
  <p:tag name="KSO_WM_TEMPLATE_CATEGORY" val="diagram"/>
  <p:tag name="KSO_WM_TEMPLATE_INDEX" val="20205830"/>
  <p:tag name="KSO_WM_UNIT_LAYERLEVEL" val="1_1_1"/>
  <p:tag name="KSO_WM_TAG_VERSION" val="1.0"/>
  <p:tag name="KSO_WM_BEAUTIFY_FLAG" val="#wm#"/>
  <p:tag name="KSO_WM_UNIT_TEXT_FILL_FORE_SCHEMECOLOR_INDEX_BRIGHTNESS" val="0.15"/>
  <p:tag name="KSO_WM_UNIT_TEXT_FILL_FORE_SCHEMECOLOR_INDEX" val="13"/>
  <p:tag name="KSO_WM_UNIT_TEXT_FILL_TYPE" val="1"/>
  <p:tag name="KSO_WM_UNIT_USESOURCEFORMAT_APPLY" val="1"/>
</p:tagLst>
</file>

<file path=ppt/tags/tag2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2_4"/>
  <p:tag name="KSO_WM_UNIT_ID" val="diagram20205830_1*m_h_i*1_2_4"/>
  <p:tag name="KSO_WM_TEMPLATE_CATEGORY" val="diagram"/>
  <p:tag name="KSO_WM_TEMPLATE_INDEX" val="20205830"/>
  <p:tag name="KSO_WM_UNIT_LAYERLEVEL" val="1_1_1"/>
  <p:tag name="KSO_WM_TAG_VERSION" val="1.0"/>
  <p:tag name="KSO_WM_BEAUTIFY_FLAG" val="#wm#"/>
  <p:tag name="KSO_WM_UNIT_FILL_FORE_SCHEMECOLOR_INDEX_BRIGHTNESS" val="0"/>
  <p:tag name="KSO_WM_UNIT_FILL_FORE_SCHEMECOLOR_INDEX" val="6"/>
  <p:tag name="KSO_WM_UNIT_FILL_TYPE" val="1"/>
  <p:tag name="KSO_WM_UNIT_LINE_FORE_SCHEMECOLOR_INDEX_BRIGHTNESS" val="0.5"/>
  <p:tag name="KSO_WM_UNIT_LINE_FORE_SCHEMECOLOR_INDEX" val="13"/>
  <p:tag name="KSO_WM_UNIT_LINE_FILL_TYPE" val="2"/>
  <p:tag name="KSO_WM_UNIT_TEXT_FILL_FORE_SCHEMECOLOR_INDEX_BRIGHTNESS" val="0"/>
  <p:tag name="KSO_WM_UNIT_TEXT_FILL_FORE_SCHEMECOLOR_INDEX" val="13"/>
  <p:tag name="KSO_WM_UNIT_TEXT_FILL_TYPE" val="1"/>
  <p:tag name="KSO_WM_UNIT_USESOURCEFORMAT_APPLY" val="1"/>
</p:tagLst>
</file>

<file path=ppt/tags/tag3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2_5"/>
  <p:tag name="KSO_WM_UNIT_ID" val="diagram20205830_1*m_h_i*1_2_5"/>
  <p:tag name="KSO_WM_TEMPLATE_CATEGORY" val="diagram"/>
  <p:tag name="KSO_WM_TEMPLATE_INDEX" val="20205830"/>
  <p:tag name="KSO_WM_UNIT_LAYERLEVEL" val="1_1_1"/>
  <p:tag name="KSO_WM_TAG_VERSION" val="1.0"/>
  <p:tag name="KSO_WM_BEAUTIFY_FLAG" val="#wm#"/>
  <p:tag name="KSO_WM_UNIT_FILL_FORE_SCHEMECOLOR_INDEX_BRIGHTNESS" val="0"/>
  <p:tag name="KSO_WM_UNIT_FILL_FORE_SCHEMECOLOR_INDEX" val="6"/>
  <p:tag name="KSO_WM_UNIT_FILL_TYPE" val="1"/>
  <p:tag name="KSO_WM_UNIT_LINE_FORE_SCHEMECOLOR_INDEX_BRIGHTNESS" val="0.5"/>
  <p:tag name="KSO_WM_UNIT_LINE_FORE_SCHEMECOLOR_INDEX" val="13"/>
  <p:tag name="KSO_WM_UNIT_LINE_FILL_TYPE" val="2"/>
  <p:tag name="KSO_WM_UNIT_TEXT_FILL_FORE_SCHEMECOLOR_INDEX_BRIGHTNESS" val="0"/>
  <p:tag name="KSO_WM_UNIT_TEXT_FILL_FORE_SCHEMECOLOR_INDEX" val="13"/>
  <p:tag name="KSO_WM_UNIT_TEXT_FILL_TYPE" val="1"/>
  <p:tag name="KSO_WM_UNIT_USESOURCEFORMAT_APPLY" val="1"/>
</p:tagLst>
</file>

<file path=ppt/tags/tag3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4"/>
  <p:tag name="KSO_WM_UNIT_ID" val="diagram20205830_1*m_h_i*1_1_4"/>
  <p:tag name="KSO_WM_TEMPLATE_CATEGORY" val="diagram"/>
  <p:tag name="KSO_WM_TEMPLATE_INDEX" val="20205830"/>
  <p:tag name="KSO_WM_UNIT_LAYERLEVEL" val="1_1_1"/>
  <p:tag name="KSO_WM_TAG_VERSION" val="1.0"/>
  <p:tag name="KSO_WM_BEAUTIFY_FLAG" val="#wm#"/>
  <p:tag name="KSO_WM_UNIT_FILL_FORE_SCHEMECOLOR_INDEX_BRIGHTNESS" val="0"/>
  <p:tag name="KSO_WM_UNIT_FILL_FORE_SCHEMECOLOR_INDEX" val="5"/>
  <p:tag name="KSO_WM_UNIT_FILL_TYPE" val="1"/>
  <p:tag name="KSO_WM_UNIT_LINE_FORE_SCHEMECOLOR_INDEX_BRIGHTNESS" val="0.5"/>
  <p:tag name="KSO_WM_UNIT_LINE_FORE_SCHEMECOLOR_INDEX" val="13"/>
  <p:tag name="KSO_WM_UNIT_LINE_FILL_TYPE" val="2"/>
  <p:tag name="KSO_WM_UNIT_TEXT_FILL_FORE_SCHEMECOLOR_INDEX_BRIGHTNESS" val="0"/>
  <p:tag name="KSO_WM_UNIT_TEXT_FILL_FORE_SCHEMECOLOR_INDEX" val="13"/>
  <p:tag name="KSO_WM_UNIT_TEXT_FILL_TYPE" val="1"/>
  <p:tag name="KSO_WM_UNIT_USESOURCEFORMAT_APPLY" val="1"/>
</p:tagLst>
</file>

<file path=ppt/tags/tag3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5"/>
  <p:tag name="KSO_WM_UNIT_ID" val="diagram20205830_1*m_h_i*1_1_5"/>
  <p:tag name="KSO_WM_TEMPLATE_CATEGORY" val="diagram"/>
  <p:tag name="KSO_WM_TEMPLATE_INDEX" val="20205830"/>
  <p:tag name="KSO_WM_UNIT_LAYERLEVEL" val="1_1_1"/>
  <p:tag name="KSO_WM_TAG_VERSION" val="1.0"/>
  <p:tag name="KSO_WM_BEAUTIFY_FLAG" val="#wm#"/>
  <p:tag name="KSO_WM_UNIT_FILL_FORE_SCHEMECOLOR_INDEX_BRIGHTNESS" val="0"/>
  <p:tag name="KSO_WM_UNIT_FILL_FORE_SCHEMECOLOR_INDEX" val="5"/>
  <p:tag name="KSO_WM_UNIT_FILL_TYPE" val="1"/>
  <p:tag name="KSO_WM_UNIT_LINE_FORE_SCHEMECOLOR_INDEX_BRIGHTNESS" val="0.5"/>
  <p:tag name="KSO_WM_UNIT_LINE_FORE_SCHEMECOLOR_INDEX" val="13"/>
  <p:tag name="KSO_WM_UNIT_LINE_FILL_TYPE" val="2"/>
  <p:tag name="KSO_WM_UNIT_TEXT_FILL_FORE_SCHEMECOLOR_INDEX_BRIGHTNESS" val="0"/>
  <p:tag name="KSO_WM_UNIT_TEXT_FILL_FORE_SCHEMECOLOR_INDEX" val="13"/>
  <p:tag name="KSO_WM_UNIT_TEXT_FILL_TYPE" val="1"/>
  <p:tag name="KSO_WM_UNIT_USESOURCEFORMAT_APPLY" val="1"/>
</p:tagLst>
</file>

<file path=ppt/tags/tag33.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_INDEX" val="1"/>
  <p:tag name="KSO_WM_UNIT_PRESET_TEXT_LEN" val="4"/>
  <p:tag name="KSO_WM_UNIT_NOCLEAR" val="0"/>
  <p:tag name="KSO_WM_UNIT_VALUE" val="30"/>
  <p:tag name="KSO_WM_UNIT_HIGHLIGHT" val="0"/>
  <p:tag name="KSO_WM_UNIT_COMPATIBLE" val="0"/>
  <p:tag name="KSO_WM_UNIT_DIAGRAM_ISNUMVISUAL" val="0"/>
  <p:tag name="KSO_WM_UNIT_DIAGRAM_ISREFERUNIT" val="0"/>
  <p:tag name="KSO_WM_DIAGRAM_GROUP_CODE" val="m1-1"/>
  <p:tag name="KSO_WM_UNIT_TYPE" val="m_h_a"/>
  <p:tag name="KSO_WM_UNIT_INDEX" val="1_1_1"/>
  <p:tag name="KSO_WM_UNIT_ID" val="diagram20210775_4*m_h_a*1_1_1"/>
  <p:tag name="KSO_WM_TEMPLATE_CATEGORY" val="diagram"/>
  <p:tag name="KSO_WM_TEMPLATE_INDEX" val="20210775"/>
  <p:tag name="KSO_WM_UNIT_LAYERLEVEL" val="1_1_1"/>
  <p:tag name="KSO_WM_TAG_VERSION" val="1.0"/>
  <p:tag name="KSO_WM_BEAUTIFY_FLAG" val="#wm#"/>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16"/>
  <p:tag name="KSO_WM_UNIT_TEXT_FILL_TYPE" val="1"/>
  <p:tag name="KSO_WM_UNIT_USESOURCEFORMAT_APPLY" val="1"/>
</p:tagLst>
</file>

<file path=ppt/tags/tag3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210775_4*m_h_i*1_1_1"/>
  <p:tag name="KSO_WM_TEMPLATE_CATEGORY" val="diagram"/>
  <p:tag name="KSO_WM_TEMPLATE_INDEX" val="20210775"/>
  <p:tag name="KSO_WM_UNIT_LAYERLEVEL" val="1_1_1"/>
  <p:tag name="KSO_WM_TAG_VERSION" val="1.0"/>
  <p:tag name="KSO_WM_BEAUTIFY_FLAG" val="#wm#"/>
  <p:tag name="KSO_WM_UNIT_TEXT_FILL_FORE_SCHEMECOLOR_INDEX_BRIGHTNESS" val="0"/>
  <p:tag name="KSO_WM_UNIT_TEXT_FILL_FORE_SCHEMECOLOR_INDEX" val="13"/>
  <p:tag name="KSO_WM_UNIT_TEXT_FILL_TYPE" val="1"/>
  <p:tag name="KSO_WM_UNIT_USESOURCEFORMAT_APPLY" val="1"/>
</p:tagLst>
</file>

<file path=ppt/tags/tag35.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_INDEX" val="1"/>
  <p:tag name="KSO_WM_UNIT_PRESET_TEXT_LEN" val="4"/>
  <p:tag name="KSO_WM_UNIT_NOCLEAR" val="0"/>
  <p:tag name="KSO_WM_UNIT_VALUE" val="30"/>
  <p:tag name="KSO_WM_UNIT_HIGHLIGHT" val="0"/>
  <p:tag name="KSO_WM_UNIT_COMPATIBLE" val="0"/>
  <p:tag name="KSO_WM_UNIT_DIAGRAM_ISNUMVISUAL" val="0"/>
  <p:tag name="KSO_WM_UNIT_DIAGRAM_ISREFERUNIT" val="0"/>
  <p:tag name="KSO_WM_DIAGRAM_GROUP_CODE" val="m1-1"/>
  <p:tag name="KSO_WM_UNIT_TYPE" val="m_h_a"/>
  <p:tag name="KSO_WM_UNIT_INDEX" val="1_2_1"/>
  <p:tag name="KSO_WM_UNIT_ID" val="diagram20210775_4*m_h_a*1_2_1"/>
  <p:tag name="KSO_WM_TEMPLATE_CATEGORY" val="diagram"/>
  <p:tag name="KSO_WM_TEMPLATE_INDEX" val="20210775"/>
  <p:tag name="KSO_WM_UNIT_LAYERLEVEL" val="1_1_1"/>
  <p:tag name="KSO_WM_TAG_VERSION" val="1.0"/>
  <p:tag name="KSO_WM_BEAUTIFY_FLAG" val="#wm#"/>
  <p:tag name="KSO_WM_UNIT_FILL_FORE_SCHEMECOLOR_INDEX_BRIGHTNESS" val="0"/>
  <p:tag name="KSO_WM_UNIT_FILL_FORE_SCHEMECOLOR_INDEX" val="6"/>
  <p:tag name="KSO_WM_UNIT_FILL_TYPE" val="1"/>
  <p:tag name="KSO_WM_UNIT_TEXT_FILL_FORE_SCHEMECOLOR_INDEX_BRIGHTNESS" val="0"/>
  <p:tag name="KSO_WM_UNIT_TEXT_FILL_FORE_SCHEMECOLOR_INDEX" val="16"/>
  <p:tag name="KSO_WM_UNIT_TEXT_FILL_TYPE" val="1"/>
  <p:tag name="KSO_WM_UNIT_USESOURCEFORMAT_APPLY" val="1"/>
</p:tagLst>
</file>

<file path=ppt/tags/tag3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2_1"/>
  <p:tag name="KSO_WM_UNIT_ID" val="diagram20210775_4*m_h_i*1_2_1"/>
  <p:tag name="KSO_WM_TEMPLATE_CATEGORY" val="diagram"/>
  <p:tag name="KSO_WM_TEMPLATE_INDEX" val="20210775"/>
  <p:tag name="KSO_WM_UNIT_LAYERLEVEL" val="1_1_1"/>
  <p:tag name="KSO_WM_TAG_VERSION" val="1.0"/>
  <p:tag name="KSO_WM_BEAUTIFY_FLAG" val="#wm#"/>
  <p:tag name="KSO_WM_UNIT_TEXT_FILL_FORE_SCHEMECOLOR_INDEX_BRIGHTNESS" val="0"/>
  <p:tag name="KSO_WM_UNIT_TEXT_FILL_FORE_SCHEMECOLOR_INDEX" val="13"/>
  <p:tag name="KSO_WM_UNIT_TEXT_FILL_TYPE" val="1"/>
  <p:tag name="KSO_WM_UNIT_USESOURCEFORMAT_APPLY" val="1"/>
</p:tagLst>
</file>

<file path=ppt/tags/tag37.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_INDEX" val="1"/>
  <p:tag name="KSO_WM_UNIT_PRESET_TEXT_LEN" val="4"/>
  <p:tag name="KSO_WM_UNIT_NOCLEAR" val="0"/>
  <p:tag name="KSO_WM_UNIT_VALUE" val="30"/>
  <p:tag name="KSO_WM_UNIT_HIGHLIGHT" val="0"/>
  <p:tag name="KSO_WM_UNIT_COMPATIBLE" val="0"/>
  <p:tag name="KSO_WM_UNIT_DIAGRAM_ISNUMVISUAL" val="0"/>
  <p:tag name="KSO_WM_UNIT_DIAGRAM_ISREFERUNIT" val="0"/>
  <p:tag name="KSO_WM_DIAGRAM_GROUP_CODE" val="m1-1"/>
  <p:tag name="KSO_WM_UNIT_TYPE" val="m_h_a"/>
  <p:tag name="KSO_WM_UNIT_INDEX" val="1_3_1"/>
  <p:tag name="KSO_WM_UNIT_ID" val="diagram20210775_4*m_h_a*1_3_1"/>
  <p:tag name="KSO_WM_TEMPLATE_CATEGORY" val="diagram"/>
  <p:tag name="KSO_WM_TEMPLATE_INDEX" val="20210775"/>
  <p:tag name="KSO_WM_UNIT_LAYERLEVEL" val="1_1_1"/>
  <p:tag name="KSO_WM_TAG_VERSION" val="1.0"/>
  <p:tag name="KSO_WM_BEAUTIFY_FLAG" val="#wm#"/>
  <p:tag name="KSO_WM_UNIT_FILL_FORE_SCHEMECOLOR_INDEX_BRIGHTNESS" val="0"/>
  <p:tag name="KSO_WM_UNIT_FILL_FORE_SCHEMECOLOR_INDEX" val="7"/>
  <p:tag name="KSO_WM_UNIT_FILL_TYPE" val="1"/>
  <p:tag name="KSO_WM_UNIT_TEXT_FILL_FORE_SCHEMECOLOR_INDEX_BRIGHTNESS" val="0"/>
  <p:tag name="KSO_WM_UNIT_TEXT_FILL_FORE_SCHEMECOLOR_INDEX" val="16"/>
  <p:tag name="KSO_WM_UNIT_TEXT_FILL_TYPE" val="1"/>
  <p:tag name="KSO_WM_UNIT_USESOURCEFORMAT_APPLY" val="1"/>
</p:tagLst>
</file>

<file path=ppt/tags/tag38.xml><?xml version="1.0" encoding="utf-8"?>
<p:tagLst xmlns:a="http://schemas.openxmlformats.org/drawingml/2006/main" xmlns:r="http://schemas.openxmlformats.org/officeDocument/2006/relationships" xmlns:p="http://schemas.openxmlformats.org/presentationml/2006/main">
  <p:tag name="KSO_WM_UNIT_SUBTYPE" val="a"/>
  <p:tag name="KSO_WM_UNIT_PRESET_TEXT_INDEX" val="4"/>
  <p:tag name="KSO_WM_UNIT_PRESET_TEXT_LEN" val="12"/>
  <p:tag name="KSO_WM_UNIT_NOCLEAR" val="0"/>
  <p:tag name="KSO_WM_UNIT_VALUE" val="27"/>
  <p:tag name="KSO_WM_UNIT_HIGHLIGHT" val="0"/>
  <p:tag name="KSO_WM_UNIT_COMPATIBLE" val="0"/>
  <p:tag name="KSO_WM_UNIT_DIAGRAM_ISNUMVISUAL" val="0"/>
  <p:tag name="KSO_WM_UNIT_DIAGRAM_ISREFERUNIT" val="0"/>
  <p:tag name="KSO_WM_DIAGRAM_GROUP_CODE" val="m1-1"/>
  <p:tag name="KSO_WM_UNIT_TYPE" val="m_h_f"/>
  <p:tag name="KSO_WM_UNIT_INDEX" val="1_1_1"/>
  <p:tag name="KSO_WM_UNIT_ID" val="diagram20210775_4*m_h_f*1_1_1"/>
  <p:tag name="KSO_WM_TEMPLATE_CATEGORY" val="diagram"/>
  <p:tag name="KSO_WM_TEMPLATE_INDEX" val="20210775"/>
  <p:tag name="KSO_WM_UNIT_LAYERLEVEL" val="1_1_1"/>
  <p:tag name="KSO_WM_TAG_VERSION" val="1.0"/>
  <p:tag name="KSO_WM_BEAUTIFY_FLAG" val="#wm#"/>
  <p:tag name="KSO_WM_UNIT_TEXT_FILL_FORE_SCHEMECOLOR_INDEX_BRIGHTNESS" val="0"/>
  <p:tag name="KSO_WM_UNIT_TEXT_FILL_FORE_SCHEMECOLOR_INDEX" val="13"/>
  <p:tag name="KSO_WM_UNIT_TEXT_FILL_TYPE" val="1"/>
  <p:tag name="KSO_WM_UNIT_USESOURCEFORMAT_APPLY" val="1"/>
</p:tagLst>
</file>

<file path=ppt/tags/tag39.xml><?xml version="1.0" encoding="utf-8"?>
<p:tagLst xmlns:a="http://schemas.openxmlformats.org/drawingml/2006/main" xmlns:r="http://schemas.openxmlformats.org/officeDocument/2006/relationships" xmlns:p="http://schemas.openxmlformats.org/presentationml/2006/main">
  <p:tag name="KSO_WM_UNIT_SUBTYPE" val="a"/>
  <p:tag name="KSO_WM_UNIT_PRESET_TEXT_INDEX" val="4"/>
  <p:tag name="KSO_WM_UNIT_PRESET_TEXT_LEN" val="12"/>
  <p:tag name="KSO_WM_UNIT_NOCLEAR" val="0"/>
  <p:tag name="KSO_WM_UNIT_VALUE" val="27"/>
  <p:tag name="KSO_WM_UNIT_HIGHLIGHT" val="0"/>
  <p:tag name="KSO_WM_UNIT_COMPATIBLE" val="0"/>
  <p:tag name="KSO_WM_UNIT_DIAGRAM_ISNUMVISUAL" val="0"/>
  <p:tag name="KSO_WM_UNIT_DIAGRAM_ISREFERUNIT" val="0"/>
  <p:tag name="KSO_WM_DIAGRAM_GROUP_CODE" val="m1-1"/>
  <p:tag name="KSO_WM_UNIT_TYPE" val="m_h_f"/>
  <p:tag name="KSO_WM_UNIT_INDEX" val="1_3_1"/>
  <p:tag name="KSO_WM_UNIT_ID" val="diagram20210775_4*m_h_f*1_3_1"/>
  <p:tag name="KSO_WM_TEMPLATE_CATEGORY" val="diagram"/>
  <p:tag name="KSO_WM_TEMPLATE_INDEX" val="20210775"/>
  <p:tag name="KSO_WM_UNIT_LAYERLEVEL" val="1_1_1"/>
  <p:tag name="KSO_WM_TAG_VERSION" val="1.0"/>
  <p:tag name="KSO_WM_BEAUTIFY_FLAG" val="#wm#"/>
  <p:tag name="KSO_WM_UNIT_TEXT_FILL_FORE_SCHEMECOLOR_INDEX_BRIGHTNESS" val="0"/>
  <p:tag name="KSO_WM_UNIT_TEXT_FILL_FORE_SCHEMECOLOR_INDEX" val="13"/>
  <p:tag name="KSO_WM_UNIT_TEXT_FILL_TYPE" val="1"/>
  <p:tag name="KSO_WM_UNIT_USESOURCEFORMAT_APPLY" val="1"/>
</p:tagLst>
</file>

<file path=ppt/tags/tag40.xml><?xml version="1.0" encoding="utf-8"?>
<p:tagLst xmlns:a="http://schemas.openxmlformats.org/drawingml/2006/main" xmlns:r="http://schemas.openxmlformats.org/officeDocument/2006/relationships" xmlns:p="http://schemas.openxmlformats.org/presentationml/2006/main">
  <p:tag name="KSO_WM_UNIT_SUBTYPE" val="a"/>
  <p:tag name="KSO_WM_UNIT_PRESET_TEXT_INDEX" val="4"/>
  <p:tag name="KSO_WM_UNIT_PRESET_TEXT_LEN" val="12"/>
  <p:tag name="KSO_WM_UNIT_NOCLEAR" val="0"/>
  <p:tag name="KSO_WM_UNIT_VALUE" val="27"/>
  <p:tag name="KSO_WM_UNIT_HIGHLIGHT" val="0"/>
  <p:tag name="KSO_WM_UNIT_COMPATIBLE" val="0"/>
  <p:tag name="KSO_WM_UNIT_DIAGRAM_ISNUMVISUAL" val="0"/>
  <p:tag name="KSO_WM_UNIT_DIAGRAM_ISREFERUNIT" val="0"/>
  <p:tag name="KSO_WM_DIAGRAM_GROUP_CODE" val="m1-1"/>
  <p:tag name="KSO_WM_UNIT_TYPE" val="m_h_f"/>
  <p:tag name="KSO_WM_UNIT_INDEX" val="1_2_1"/>
  <p:tag name="KSO_WM_UNIT_ID" val="diagram20210775_4*m_h_f*1_2_1"/>
  <p:tag name="KSO_WM_TEMPLATE_CATEGORY" val="diagram"/>
  <p:tag name="KSO_WM_TEMPLATE_INDEX" val="20210775"/>
  <p:tag name="KSO_WM_UNIT_LAYERLEVEL" val="1_1_1"/>
  <p:tag name="KSO_WM_TAG_VERSION" val="1.0"/>
  <p:tag name="KSO_WM_BEAUTIFY_FLAG" val="#wm#"/>
  <p:tag name="KSO_WM_UNIT_TEXT_FILL_FORE_SCHEMECOLOR_INDEX_BRIGHTNESS" val="0"/>
  <p:tag name="KSO_WM_UNIT_TEXT_FILL_FORE_SCHEMECOLOR_INDEX" val="13"/>
  <p:tag name="KSO_WM_UNIT_TEXT_FILL_TYPE" val="1"/>
  <p:tag name="KSO_WM_UNIT_USESOURCEFORMAT_APPLY" val="1"/>
</p:tagLst>
</file>

<file path=ppt/tags/tag4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2_1"/>
  <p:tag name="KSO_WM_UNIT_ID" val="diagram20210775_4*m_h_i*1_2_1"/>
  <p:tag name="KSO_WM_TEMPLATE_CATEGORY" val="diagram"/>
  <p:tag name="KSO_WM_TEMPLATE_INDEX" val="20210775"/>
  <p:tag name="KSO_WM_UNIT_LAYERLEVEL" val="1_1_1"/>
  <p:tag name="KSO_WM_TAG_VERSION" val="1.0"/>
  <p:tag name="KSO_WM_BEAUTIFY_FLAG" val="#wm#"/>
  <p:tag name="KSO_WM_UNIT_TEXT_FILL_FORE_SCHEMECOLOR_INDEX_BRIGHTNESS" val="0"/>
  <p:tag name="KSO_WM_UNIT_TEXT_FILL_FORE_SCHEMECOLOR_INDEX" val="13"/>
  <p:tag name="KSO_WM_UNIT_TEXT_FILL_TYPE" val="1"/>
  <p:tag name="KSO_WM_UNIT_USESOURCEFORMAT_APPLY" val="1"/>
</p:tagLst>
</file>

<file path=ppt/tags/tag42.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_INDEX" val="1"/>
  <p:tag name="KSO_WM_UNIT_PRESET_TEXT_LEN" val="4"/>
  <p:tag name="KSO_WM_UNIT_NOCLEAR" val="0"/>
  <p:tag name="KSO_WM_UNIT_VALUE" val="30"/>
  <p:tag name="KSO_WM_UNIT_HIGHLIGHT" val="0"/>
  <p:tag name="KSO_WM_UNIT_COMPATIBLE" val="0"/>
  <p:tag name="KSO_WM_UNIT_DIAGRAM_ISNUMVISUAL" val="0"/>
  <p:tag name="KSO_WM_UNIT_DIAGRAM_ISREFERUNIT" val="0"/>
  <p:tag name="KSO_WM_DIAGRAM_GROUP_CODE" val="m1-1"/>
  <p:tag name="KSO_WM_UNIT_TYPE" val="m_h_a"/>
  <p:tag name="KSO_WM_UNIT_INDEX" val="1_3_1"/>
  <p:tag name="KSO_WM_UNIT_ID" val="diagram20210775_4*m_h_a*1_3_1"/>
  <p:tag name="KSO_WM_TEMPLATE_CATEGORY" val="diagram"/>
  <p:tag name="KSO_WM_TEMPLATE_INDEX" val="20210775"/>
  <p:tag name="KSO_WM_UNIT_LAYERLEVEL" val="1_1_1"/>
  <p:tag name="KSO_WM_TAG_VERSION" val="1.0"/>
  <p:tag name="KSO_WM_BEAUTIFY_FLAG" val="#wm#"/>
  <p:tag name="KSO_WM_UNIT_FILL_FORE_SCHEMECOLOR_INDEX_BRIGHTNESS" val="0"/>
  <p:tag name="KSO_WM_UNIT_FILL_FORE_SCHEMECOLOR_INDEX" val="7"/>
  <p:tag name="KSO_WM_UNIT_FILL_TYPE" val="1"/>
  <p:tag name="KSO_WM_UNIT_TEXT_FILL_FORE_SCHEMECOLOR_INDEX_BRIGHTNESS" val="0"/>
  <p:tag name="KSO_WM_UNIT_TEXT_FILL_FORE_SCHEMECOLOR_INDEX" val="16"/>
  <p:tag name="KSO_WM_UNIT_TEXT_FILL_TYPE" val="1"/>
  <p:tag name="KSO_WM_UNIT_USESOURCEFORMAT_APPLY" val="1"/>
</p:tagLst>
</file>

<file path=ppt/tags/tag43.xml><?xml version="1.0" encoding="utf-8"?>
<p:tagLst xmlns:a="http://schemas.openxmlformats.org/drawingml/2006/main" xmlns:r="http://schemas.openxmlformats.org/officeDocument/2006/relationships" xmlns:p="http://schemas.openxmlformats.org/presentationml/2006/main">
  <p:tag name="KSO_WM_UNIT_SUBTYPE" val="a"/>
  <p:tag name="KSO_WM_UNIT_PRESET_TEXT_INDEX" val="4"/>
  <p:tag name="KSO_WM_UNIT_PRESET_TEXT_LEN" val="12"/>
  <p:tag name="KSO_WM_UNIT_NOCLEAR" val="0"/>
  <p:tag name="KSO_WM_UNIT_VALUE" val="27"/>
  <p:tag name="KSO_WM_UNIT_HIGHLIGHT" val="0"/>
  <p:tag name="KSO_WM_UNIT_COMPATIBLE" val="0"/>
  <p:tag name="KSO_WM_UNIT_DIAGRAM_ISNUMVISUAL" val="0"/>
  <p:tag name="KSO_WM_UNIT_DIAGRAM_ISREFERUNIT" val="0"/>
  <p:tag name="KSO_WM_DIAGRAM_GROUP_CODE" val="m1-1"/>
  <p:tag name="KSO_WM_UNIT_TYPE" val="m_h_f"/>
  <p:tag name="KSO_WM_UNIT_INDEX" val="1_2_1"/>
  <p:tag name="KSO_WM_UNIT_ID" val="diagram20210775_4*m_h_f*1_2_1"/>
  <p:tag name="KSO_WM_TEMPLATE_CATEGORY" val="diagram"/>
  <p:tag name="KSO_WM_TEMPLATE_INDEX" val="20210775"/>
  <p:tag name="KSO_WM_UNIT_LAYERLEVEL" val="1_1_1"/>
  <p:tag name="KSO_WM_TAG_VERSION" val="1.0"/>
  <p:tag name="KSO_WM_BEAUTIFY_FLAG" val="#wm#"/>
  <p:tag name="KSO_WM_UNIT_TEXT_FILL_FORE_SCHEMECOLOR_INDEX_BRIGHTNESS" val="0"/>
  <p:tag name="KSO_WM_UNIT_TEXT_FILL_FORE_SCHEMECOLOR_INDEX" val="13"/>
  <p:tag name="KSO_WM_UNIT_TEXT_FILL_TYPE" val="1"/>
  <p:tag name="KSO_WM_UNIT_USESOURCEFORMAT_APPLY" val="1"/>
</p:tagLst>
</file>

<file path=ppt/tags/tag44.xml><?xml version="1.0" encoding="utf-8"?>
<p:tagLst xmlns:a="http://schemas.openxmlformats.org/drawingml/2006/main" xmlns:r="http://schemas.openxmlformats.org/officeDocument/2006/relationships" xmlns:p="http://schemas.openxmlformats.org/presentationml/2006/main">
  <p:tag name="KSO_WM_SLIDE_ID" val="custom20218885_4"/>
  <p:tag name="KSO_WM_SLIDE_TYPE" val="contents"/>
  <p:tag name="KSO_WM_SLIDE_SUBTYPE" val="diag"/>
  <p:tag name="KSO_WM_SLIDE_ITEM_CNT" val="4"/>
  <p:tag name="KSO_WM_SLIDE_INDEX" val="4"/>
  <p:tag name="KSO_WM_DIAGRAM_GROUP_CODE" val="l1-1"/>
  <p:tag name="KSO_WM_SLIDE_DIAGTYPE" val="l"/>
  <p:tag name="KSO_WM_TAG_VERSION" val="1.0"/>
  <p:tag name="KSO_WM_BEAUTIFY_FLAG" val="#wm#"/>
  <p:tag name="KSO_WM_TEMPLATE_CATEGORY" val="custom"/>
  <p:tag name="KSO_WM_TEMPLATE_INDEX" val="20218885"/>
  <p:tag name="KSO_WM_SLIDE_LAYOUT" val="a_l"/>
  <p:tag name="KSO_WM_SLIDE_LAYOUT_CNT" val="1_1"/>
  <p:tag name="KSO_WM_TEMPLATE_SUBCATEGORY" val="0"/>
  <p:tag name="KSO_WM_TEMPLATE_MASTER_TYPE" val="1"/>
  <p:tag name="KSO_WM_TEMPLATE_COLOR_TYPE" val="0"/>
  <p:tag name="KSO_WM_SPECIAL_SOURCE" val="bdnull"/>
</p:tagLst>
</file>

<file path=ppt/tags/tag4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1_1"/>
  <p:tag name="KSO_WM_UNIT_ID" val="custom20218885_4*l_h_i*1_1_1"/>
  <p:tag name="KSO_WM_TEMPLATE_CATEGORY" val="custom"/>
  <p:tag name="KSO_WM_TEMPLATE_INDEX" val="20218885"/>
  <p:tag name="KSO_WM_UNIT_LAYERLEVEL" val="1_1_1"/>
  <p:tag name="KSO_WM_TAG_VERSION" val="1.0"/>
  <p:tag name="KSO_WM_BEAUTIFY_FLAG" val="#wm#"/>
  <p:tag name="KSO_WM_UNIT_USESOURCEFORMAT_APPLY" val="1"/>
</p:tagLst>
</file>

<file path=ppt/tags/tag46.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企业文化定位"/>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1_1"/>
  <p:tag name="KSO_WM_UNIT_ID" val="custom20218885_4*l_h_a*1_1_1"/>
  <p:tag name="KSO_WM_TEMPLATE_CATEGORY" val="custom"/>
  <p:tag name="KSO_WM_TEMPLATE_INDEX" val="20218885"/>
  <p:tag name="KSO_WM_UNIT_LAYERLEVEL" val="1_1_1"/>
  <p:tag name="KSO_WM_TAG_VERSION" val="1.0"/>
  <p:tag name="KSO_WM_BEAUTIFY_FLAG" val="#wm#"/>
  <p:tag name="KSO_WM_UNIT_TEXT_FILL_FORE_SCHEMECOLOR_INDEX" val="13"/>
  <p:tag name="KSO_WM_UNIT_TEXT_FILL_TYPE" val="1"/>
  <p:tag name="KSO_WM_UNIT_USESOURCEFORMAT_APPLY" val="1"/>
</p:tagLst>
</file>

<file path=ppt/tags/tag47.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企业运营方式"/>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2_1"/>
  <p:tag name="KSO_WM_UNIT_ID" val="custom20218885_4*l_h_a*1_2_1"/>
  <p:tag name="KSO_WM_TEMPLATE_CATEGORY" val="custom"/>
  <p:tag name="KSO_WM_TEMPLATE_INDEX" val="20218885"/>
  <p:tag name="KSO_WM_UNIT_LAYERLEVEL" val="1_1_1"/>
  <p:tag name="KSO_WM_TAG_VERSION" val="1.0"/>
  <p:tag name="KSO_WM_BEAUTIFY_FLAG" val="#wm#"/>
  <p:tag name="KSO_WM_UNIT_TEXT_FILL_FORE_SCHEMECOLOR_INDEX" val="13"/>
  <p:tag name="KSO_WM_UNIT_TEXT_FILL_TYPE" val="1"/>
  <p:tag name="KSO_WM_UNIT_USESOURCEFORMAT_APPLY" val="1"/>
</p:tagLst>
</file>

<file path=ppt/tags/tag4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2_1"/>
  <p:tag name="KSO_WM_UNIT_ID" val="custom20218885_4*l_h_i*1_2_1"/>
  <p:tag name="KSO_WM_TEMPLATE_CATEGORY" val="custom"/>
  <p:tag name="KSO_WM_TEMPLATE_INDEX" val="20218885"/>
  <p:tag name="KSO_WM_UNIT_LAYERLEVEL" val="1_1_1"/>
  <p:tag name="KSO_WM_TAG_VERSION" val="1.0"/>
  <p:tag name="KSO_WM_BEAUTIFY_FLAG" val="#wm#"/>
  <p:tag name="KSO_WM_UNIT_USESOURCEFORMAT_APPLY" val="1"/>
</p:tagLst>
</file>

<file path=ppt/tags/tag4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3_1"/>
  <p:tag name="KSO_WM_UNIT_ID" val="custom20218885_4*l_h_i*1_3_1"/>
  <p:tag name="KSO_WM_TEMPLATE_CATEGORY" val="custom"/>
  <p:tag name="KSO_WM_TEMPLATE_INDEX" val="20218885"/>
  <p:tag name="KSO_WM_UNIT_LAYERLEVEL" val="1_1_1"/>
  <p:tag name="KSO_WM_TAG_VERSION" val="1.0"/>
  <p:tag name="KSO_WM_BEAUTIFY_FLAG" val="#wm#"/>
  <p:tag name="KSO_WM_UNIT_USESOURCEFORMAT_APPLY" val="1"/>
</p:tagLst>
</file>

<file path=ppt/tags/tag50.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企业效果预估"/>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3_1"/>
  <p:tag name="KSO_WM_UNIT_ID" val="custom20218885_4*l_h_a*1_3_1"/>
  <p:tag name="KSO_WM_TEMPLATE_CATEGORY" val="custom"/>
  <p:tag name="KSO_WM_TEMPLATE_INDEX" val="20218885"/>
  <p:tag name="KSO_WM_UNIT_LAYERLEVEL" val="1_1_1"/>
  <p:tag name="KSO_WM_TAG_VERSION" val="1.0"/>
  <p:tag name="KSO_WM_BEAUTIFY_FLAG" val="#wm#"/>
  <p:tag name="KSO_WM_UNIT_TEXT_FILL_FORE_SCHEMECOLOR_INDEX" val="13"/>
  <p:tag name="KSO_WM_UNIT_TEXT_FILL_TYPE" val="1"/>
  <p:tag name="KSO_WM_UNIT_USESOURCEFORMAT_APPLY" val="1"/>
</p:tagLst>
</file>

<file path=ppt/tags/tag51.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_INDEX" val="1"/>
  <p:tag name="KSO_WM_UNIT_PRESET_TEXT_LEN" val="4"/>
  <p:tag name="KSO_WM_UNIT_NOCLEAR" val="0"/>
  <p:tag name="KSO_WM_UNIT_VALUE" val="30"/>
  <p:tag name="KSO_WM_UNIT_HIGHLIGHT" val="0"/>
  <p:tag name="KSO_WM_UNIT_COMPATIBLE" val="0"/>
  <p:tag name="KSO_WM_UNIT_DIAGRAM_ISNUMVISUAL" val="0"/>
  <p:tag name="KSO_WM_UNIT_DIAGRAM_ISREFERUNIT" val="0"/>
  <p:tag name="KSO_WM_DIAGRAM_GROUP_CODE" val="m1-1"/>
  <p:tag name="KSO_WM_UNIT_TYPE" val="m_h_a"/>
  <p:tag name="KSO_WM_UNIT_INDEX" val="1_1_1"/>
  <p:tag name="KSO_WM_UNIT_ID" val="diagram20210775_4*m_h_a*1_1_1"/>
  <p:tag name="KSO_WM_TEMPLATE_CATEGORY" val="diagram"/>
  <p:tag name="KSO_WM_TEMPLATE_INDEX" val="20210775"/>
  <p:tag name="KSO_WM_UNIT_LAYERLEVEL" val="1_1_1"/>
  <p:tag name="KSO_WM_TAG_VERSION" val="1.0"/>
  <p:tag name="KSO_WM_BEAUTIFY_FLAG" val="#wm#"/>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16"/>
  <p:tag name="KSO_WM_UNIT_TEXT_FILL_TYPE" val="1"/>
  <p:tag name="KSO_WM_UNIT_USESOURCEFORMAT_APPLY" val="1"/>
</p:tagLst>
</file>

<file path=ppt/tags/tag5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210775_4*m_h_i*1_1_1"/>
  <p:tag name="KSO_WM_TEMPLATE_CATEGORY" val="diagram"/>
  <p:tag name="KSO_WM_TEMPLATE_INDEX" val="20210775"/>
  <p:tag name="KSO_WM_UNIT_LAYERLEVEL" val="1_1_1"/>
  <p:tag name="KSO_WM_TAG_VERSION" val="1.0"/>
  <p:tag name="KSO_WM_BEAUTIFY_FLAG" val="#wm#"/>
  <p:tag name="KSO_WM_UNIT_TEXT_FILL_FORE_SCHEMECOLOR_INDEX_BRIGHTNESS" val="0"/>
  <p:tag name="KSO_WM_UNIT_TEXT_FILL_FORE_SCHEMECOLOR_INDEX" val="13"/>
  <p:tag name="KSO_WM_UNIT_TEXT_FILL_TYPE" val="1"/>
  <p:tag name="KSO_WM_UNIT_USESOURCEFORMAT_APPLY" val="1"/>
</p:tagLst>
</file>

<file path=ppt/tags/tag53.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_INDEX" val="1"/>
  <p:tag name="KSO_WM_UNIT_PRESET_TEXT_LEN" val="4"/>
  <p:tag name="KSO_WM_UNIT_NOCLEAR" val="0"/>
  <p:tag name="KSO_WM_UNIT_VALUE" val="30"/>
  <p:tag name="KSO_WM_UNIT_HIGHLIGHT" val="0"/>
  <p:tag name="KSO_WM_UNIT_COMPATIBLE" val="0"/>
  <p:tag name="KSO_WM_UNIT_DIAGRAM_ISNUMVISUAL" val="0"/>
  <p:tag name="KSO_WM_UNIT_DIAGRAM_ISREFERUNIT" val="0"/>
  <p:tag name="KSO_WM_DIAGRAM_GROUP_CODE" val="m1-1"/>
  <p:tag name="KSO_WM_UNIT_TYPE" val="m_h_a"/>
  <p:tag name="KSO_WM_UNIT_INDEX" val="1_2_1"/>
  <p:tag name="KSO_WM_UNIT_ID" val="diagram20210775_4*m_h_a*1_2_1"/>
  <p:tag name="KSO_WM_TEMPLATE_CATEGORY" val="diagram"/>
  <p:tag name="KSO_WM_TEMPLATE_INDEX" val="20210775"/>
  <p:tag name="KSO_WM_UNIT_LAYERLEVEL" val="1_1_1"/>
  <p:tag name="KSO_WM_TAG_VERSION" val="1.0"/>
  <p:tag name="KSO_WM_BEAUTIFY_FLAG" val="#wm#"/>
  <p:tag name="KSO_WM_UNIT_FILL_FORE_SCHEMECOLOR_INDEX_BRIGHTNESS" val="0"/>
  <p:tag name="KSO_WM_UNIT_FILL_FORE_SCHEMECOLOR_INDEX" val="6"/>
  <p:tag name="KSO_WM_UNIT_FILL_TYPE" val="1"/>
  <p:tag name="KSO_WM_UNIT_TEXT_FILL_FORE_SCHEMECOLOR_INDEX_BRIGHTNESS" val="0"/>
  <p:tag name="KSO_WM_UNIT_TEXT_FILL_FORE_SCHEMECOLOR_INDEX" val="16"/>
  <p:tag name="KSO_WM_UNIT_TEXT_FILL_TYPE" val="1"/>
  <p:tag name="KSO_WM_UNIT_USESOURCEFORMAT_APPLY" val="1"/>
</p:tagLst>
</file>

<file path=ppt/tags/tag5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2_1"/>
  <p:tag name="KSO_WM_UNIT_ID" val="diagram20210775_4*m_h_i*1_2_1"/>
  <p:tag name="KSO_WM_TEMPLATE_CATEGORY" val="diagram"/>
  <p:tag name="KSO_WM_TEMPLATE_INDEX" val="20210775"/>
  <p:tag name="KSO_WM_UNIT_LAYERLEVEL" val="1_1_1"/>
  <p:tag name="KSO_WM_TAG_VERSION" val="1.0"/>
  <p:tag name="KSO_WM_BEAUTIFY_FLAG" val="#wm#"/>
  <p:tag name="KSO_WM_UNIT_TEXT_FILL_FORE_SCHEMECOLOR_INDEX_BRIGHTNESS" val="0"/>
  <p:tag name="KSO_WM_UNIT_TEXT_FILL_FORE_SCHEMECOLOR_INDEX" val="13"/>
  <p:tag name="KSO_WM_UNIT_TEXT_FILL_TYPE" val="1"/>
  <p:tag name="KSO_WM_UNIT_USESOURCEFORMAT_APPLY" val="1"/>
</p:tagLst>
</file>

<file path=ppt/tags/tag55.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_INDEX" val="1"/>
  <p:tag name="KSO_WM_UNIT_PRESET_TEXT_LEN" val="4"/>
  <p:tag name="KSO_WM_UNIT_NOCLEAR" val="0"/>
  <p:tag name="KSO_WM_UNIT_VALUE" val="30"/>
  <p:tag name="KSO_WM_UNIT_HIGHLIGHT" val="0"/>
  <p:tag name="KSO_WM_UNIT_COMPATIBLE" val="0"/>
  <p:tag name="KSO_WM_UNIT_DIAGRAM_ISNUMVISUAL" val="0"/>
  <p:tag name="KSO_WM_UNIT_DIAGRAM_ISREFERUNIT" val="0"/>
  <p:tag name="KSO_WM_DIAGRAM_GROUP_CODE" val="m1-1"/>
  <p:tag name="KSO_WM_UNIT_TYPE" val="m_h_a"/>
  <p:tag name="KSO_WM_UNIT_INDEX" val="1_3_1"/>
  <p:tag name="KSO_WM_UNIT_ID" val="diagram20210775_4*m_h_a*1_3_1"/>
  <p:tag name="KSO_WM_TEMPLATE_CATEGORY" val="diagram"/>
  <p:tag name="KSO_WM_TEMPLATE_INDEX" val="20210775"/>
  <p:tag name="KSO_WM_UNIT_LAYERLEVEL" val="1_1_1"/>
  <p:tag name="KSO_WM_TAG_VERSION" val="1.0"/>
  <p:tag name="KSO_WM_BEAUTIFY_FLAG" val="#wm#"/>
  <p:tag name="KSO_WM_UNIT_FILL_FORE_SCHEMECOLOR_INDEX_BRIGHTNESS" val="0"/>
  <p:tag name="KSO_WM_UNIT_FILL_FORE_SCHEMECOLOR_INDEX" val="7"/>
  <p:tag name="KSO_WM_UNIT_FILL_TYPE" val="1"/>
  <p:tag name="KSO_WM_UNIT_TEXT_FILL_FORE_SCHEMECOLOR_INDEX_BRIGHTNESS" val="0"/>
  <p:tag name="KSO_WM_UNIT_TEXT_FILL_FORE_SCHEMECOLOR_INDEX" val="16"/>
  <p:tag name="KSO_WM_UNIT_TEXT_FILL_TYPE" val="1"/>
  <p:tag name="KSO_WM_UNIT_USESOURCEFORMAT_APPLY" val="1"/>
</p:tagLst>
</file>

<file path=ppt/tags/tag56.xml><?xml version="1.0" encoding="utf-8"?>
<p:tagLst xmlns:a="http://schemas.openxmlformats.org/drawingml/2006/main" xmlns:r="http://schemas.openxmlformats.org/officeDocument/2006/relationships" xmlns:p="http://schemas.openxmlformats.org/presentationml/2006/main">
  <p:tag name="KSO_WM_UNIT_SUBTYPE" val="a"/>
  <p:tag name="KSO_WM_UNIT_PRESET_TEXT_INDEX" val="4"/>
  <p:tag name="KSO_WM_UNIT_PRESET_TEXT_LEN" val="12"/>
  <p:tag name="KSO_WM_UNIT_NOCLEAR" val="0"/>
  <p:tag name="KSO_WM_UNIT_VALUE" val="27"/>
  <p:tag name="KSO_WM_UNIT_HIGHLIGHT" val="0"/>
  <p:tag name="KSO_WM_UNIT_COMPATIBLE" val="0"/>
  <p:tag name="KSO_WM_UNIT_DIAGRAM_ISNUMVISUAL" val="0"/>
  <p:tag name="KSO_WM_UNIT_DIAGRAM_ISREFERUNIT" val="0"/>
  <p:tag name="KSO_WM_DIAGRAM_GROUP_CODE" val="m1-1"/>
  <p:tag name="KSO_WM_UNIT_TYPE" val="m_h_f"/>
  <p:tag name="KSO_WM_UNIT_INDEX" val="1_1_1"/>
  <p:tag name="KSO_WM_UNIT_ID" val="diagram20210775_4*m_h_f*1_1_1"/>
  <p:tag name="KSO_WM_TEMPLATE_CATEGORY" val="diagram"/>
  <p:tag name="KSO_WM_TEMPLATE_INDEX" val="20210775"/>
  <p:tag name="KSO_WM_UNIT_LAYERLEVEL" val="1_1_1"/>
  <p:tag name="KSO_WM_TAG_VERSION" val="1.0"/>
  <p:tag name="KSO_WM_BEAUTIFY_FLAG" val="#wm#"/>
  <p:tag name="KSO_WM_UNIT_TEXT_FILL_FORE_SCHEMECOLOR_INDEX_BRIGHTNESS" val="0"/>
  <p:tag name="KSO_WM_UNIT_TEXT_FILL_FORE_SCHEMECOLOR_INDEX" val="13"/>
  <p:tag name="KSO_WM_UNIT_TEXT_FILL_TYPE" val="1"/>
  <p:tag name="KSO_WM_UNIT_USESOURCEFORMAT_APPLY" val="1"/>
</p:tagLst>
</file>

<file path=ppt/tags/tag57.xml><?xml version="1.0" encoding="utf-8"?>
<p:tagLst xmlns:a="http://schemas.openxmlformats.org/drawingml/2006/main" xmlns:r="http://schemas.openxmlformats.org/officeDocument/2006/relationships" xmlns:p="http://schemas.openxmlformats.org/presentationml/2006/main">
  <p:tag name="KSO_WM_UNIT_SUBTYPE" val="a"/>
  <p:tag name="KSO_WM_UNIT_PRESET_TEXT_INDEX" val="4"/>
  <p:tag name="KSO_WM_UNIT_PRESET_TEXT_LEN" val="12"/>
  <p:tag name="KSO_WM_UNIT_NOCLEAR" val="0"/>
  <p:tag name="KSO_WM_UNIT_VALUE" val="27"/>
  <p:tag name="KSO_WM_UNIT_HIGHLIGHT" val="0"/>
  <p:tag name="KSO_WM_UNIT_COMPATIBLE" val="0"/>
  <p:tag name="KSO_WM_UNIT_DIAGRAM_ISNUMVISUAL" val="0"/>
  <p:tag name="KSO_WM_UNIT_DIAGRAM_ISREFERUNIT" val="0"/>
  <p:tag name="KSO_WM_DIAGRAM_GROUP_CODE" val="m1-1"/>
  <p:tag name="KSO_WM_UNIT_TYPE" val="m_h_f"/>
  <p:tag name="KSO_WM_UNIT_INDEX" val="1_3_1"/>
  <p:tag name="KSO_WM_UNIT_ID" val="diagram20210775_4*m_h_f*1_3_1"/>
  <p:tag name="KSO_WM_TEMPLATE_CATEGORY" val="diagram"/>
  <p:tag name="KSO_WM_TEMPLATE_INDEX" val="20210775"/>
  <p:tag name="KSO_WM_UNIT_LAYERLEVEL" val="1_1_1"/>
  <p:tag name="KSO_WM_TAG_VERSION" val="1.0"/>
  <p:tag name="KSO_WM_BEAUTIFY_FLAG" val="#wm#"/>
  <p:tag name="KSO_WM_UNIT_TEXT_FILL_FORE_SCHEMECOLOR_INDEX_BRIGHTNESS" val="0"/>
  <p:tag name="KSO_WM_UNIT_TEXT_FILL_FORE_SCHEMECOLOR_INDEX" val="13"/>
  <p:tag name="KSO_WM_UNIT_TEXT_FILL_TYPE" val="1"/>
  <p:tag name="KSO_WM_UNIT_USESOURCEFORMAT_APPLY" val="1"/>
</p:tagLst>
</file>

<file path=ppt/tags/tag58.xml><?xml version="1.0" encoding="utf-8"?>
<p:tagLst xmlns:a="http://schemas.openxmlformats.org/drawingml/2006/main" xmlns:r="http://schemas.openxmlformats.org/officeDocument/2006/relationships" xmlns:p="http://schemas.openxmlformats.org/presentationml/2006/main">
  <p:tag name="KSO_WM_UNIT_SUBTYPE" val="a"/>
  <p:tag name="KSO_WM_UNIT_PRESET_TEXT_INDEX" val="4"/>
  <p:tag name="KSO_WM_UNIT_PRESET_TEXT_LEN" val="12"/>
  <p:tag name="KSO_WM_UNIT_NOCLEAR" val="0"/>
  <p:tag name="KSO_WM_UNIT_VALUE" val="27"/>
  <p:tag name="KSO_WM_UNIT_HIGHLIGHT" val="0"/>
  <p:tag name="KSO_WM_UNIT_COMPATIBLE" val="0"/>
  <p:tag name="KSO_WM_UNIT_DIAGRAM_ISNUMVISUAL" val="0"/>
  <p:tag name="KSO_WM_UNIT_DIAGRAM_ISREFERUNIT" val="0"/>
  <p:tag name="KSO_WM_DIAGRAM_GROUP_CODE" val="m1-1"/>
  <p:tag name="KSO_WM_UNIT_TYPE" val="m_h_f"/>
  <p:tag name="KSO_WM_UNIT_INDEX" val="1_2_1"/>
  <p:tag name="KSO_WM_UNIT_ID" val="diagram20210775_4*m_h_f*1_2_1"/>
  <p:tag name="KSO_WM_TEMPLATE_CATEGORY" val="diagram"/>
  <p:tag name="KSO_WM_TEMPLATE_INDEX" val="20210775"/>
  <p:tag name="KSO_WM_UNIT_LAYERLEVEL" val="1_1_1"/>
  <p:tag name="KSO_WM_TAG_VERSION" val="1.0"/>
  <p:tag name="KSO_WM_BEAUTIFY_FLAG" val="#wm#"/>
  <p:tag name="KSO_WM_UNIT_TEXT_FILL_FORE_SCHEMECOLOR_INDEX_BRIGHTNESS" val="0"/>
  <p:tag name="KSO_WM_UNIT_TEXT_FILL_FORE_SCHEMECOLOR_INDEX" val="13"/>
  <p:tag name="KSO_WM_UNIT_TEXT_FILL_TYPE" val="1"/>
  <p:tag name="KSO_WM_UNIT_USESOURCEFORMAT_APPLY" val="1"/>
</p:tagLst>
</file>

<file path=ppt/tags/tag5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i"/>
  <p:tag name="KSO_WM_UNIT_INDEX" val="1_1"/>
  <p:tag name="KSO_WM_UNIT_ID" val="diagram20204638_1*l_i*1_1"/>
  <p:tag name="KSO_WM_TEMPLATE_CATEGORY" val="diagram"/>
  <p:tag name="KSO_WM_TEMPLATE_INDEX" val="20204638"/>
  <p:tag name="KSO_WM_UNIT_LAYERLEVEL" val="1_1"/>
  <p:tag name="KSO_WM_TAG_VERSION" val="1.0"/>
  <p:tag name="KSO_WM_BEAUTIFY_FLAG" val="#wm#"/>
  <p:tag name="KSO_WM_UNIT_LINE_FORE_SCHEMECOLOR_INDEX_BRIGHTNESS" val="0"/>
  <p:tag name="KSO_WM_UNIT_LINE_FORE_SCHEMECOLOR_INDEX" val="5"/>
  <p:tag name="KSO_WM_UNIT_LINE_FILL_TYPE" val="2"/>
  <p:tag name="KSO_WM_UNIT_TEXT_FILL_FORE_SCHEMECOLOR_INDEX_BRIGHTNESS" val="0"/>
  <p:tag name="KSO_WM_UNIT_TEXT_FILL_FORE_SCHEMECOLOR_INDEX" val="2"/>
  <p:tag name="KSO_WM_UNIT_TEXT_FILL_TYPE" val="1"/>
  <p:tag name="KSO_WM_UNIT_USESOURCEFORMAT_APPLY" val="1"/>
</p:tagLst>
</file>

<file path=ppt/tags/tag60.xml><?xml version="1.0" encoding="utf-8"?>
<p:tagLst xmlns:a="http://schemas.openxmlformats.org/drawingml/2006/main" xmlns:r="http://schemas.openxmlformats.org/officeDocument/2006/relationships" xmlns:p="http://schemas.openxmlformats.org/presentationml/2006/main">
  <p:tag name="KSO_WM_UNIT_SUBTYPE" val="a"/>
  <p:tag name="KSO_WM_UNIT_NOCLEAR" val="0"/>
  <p:tag name="KSO_WM_UNIT_VALUE" val="405"/>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20204638_1*l_h_f*1_1_1"/>
  <p:tag name="KSO_WM_TEMPLATE_CATEGORY" val="diagram"/>
  <p:tag name="KSO_WM_TEMPLATE_INDEX" val="20204638"/>
  <p:tag name="KSO_WM_UNIT_LAYERLEVEL" val="1_1_1"/>
  <p:tag name="KSO_WM_TAG_VERSION" val="1.0"/>
  <p:tag name="KSO_WM_BEAUTIFY_FLAG" val="#wm#"/>
  <p:tag name="KSO_WM_UNIT_PRESET_TEXT" val="单击此处输入你的正文，文字是您思想的提炼，为了最终演示发布的良好效果，请尽量言简意赅的阐述观点；根据需要可酌情增减文字，以便观者可以准确理解您所传达的信息。&#10;您的正文已经简明扼要，但信息却错综复杂，需要用更多的文字来表述；但请您尽可能提炼思想的精髓，否则容易造成观者的阅读压力，适得其反。&#10;正如我们都希望改变世界，希望给人带去光明，但更多时候只需播下一颗种子，自然有微光照拂，雨露滋养。恰如其分的表达观点，往往可以事半功倍。&#10;单击此处输入你的正文，文字是您思想的提炼，为了最终演示发布的良好效果，请尽量言简意赅的阐述观点；根据需要可酌情增减文字，以便观者可以准确理解您所传达的信息。"/>
  <p:tag name="KSO_WM_UNIT_TEXT_FILL_FORE_SCHEMECOLOR_INDEX_BRIGHTNESS" val="0.35"/>
  <p:tag name="KSO_WM_UNIT_TEXT_FILL_FORE_SCHEMECOLOR_INDEX" val="13"/>
  <p:tag name="KSO_WM_UNIT_TEXT_FILL_TYPE" val="1"/>
  <p:tag name="KSO_WM_UNIT_USESOURCEFORMAT_APPLY" val="1"/>
</p:tagLst>
</file>

<file path=ppt/tags/tag6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i"/>
  <p:tag name="KSO_WM_UNIT_INDEX" val="1_2"/>
  <p:tag name="KSO_WM_UNIT_ID" val="diagram20204638_1*l_i*1_2"/>
  <p:tag name="KSO_WM_TEMPLATE_CATEGORY" val="diagram"/>
  <p:tag name="KSO_WM_TEMPLATE_INDEX" val="20204638"/>
  <p:tag name="KSO_WM_UNIT_LAYERLEVEL" val="1_1"/>
  <p:tag name="KSO_WM_TAG_VERSION" val="1.0"/>
  <p:tag name="KSO_WM_BEAUTIFY_FLAG" val="#wm#"/>
  <p:tag name="KSO_WM_UNIT_LINE_FORE_SCHEMECOLOR_INDEX_BRIGHTNESS" val="-0.5"/>
  <p:tag name="KSO_WM_UNIT_LINE_FORE_SCHEMECOLOR_INDEX" val="5"/>
  <p:tag name="KSO_WM_UNIT_LINE_FILL_TYPE" val="2"/>
  <p:tag name="KSO_WM_UNIT_USESOURCEFORMAT_APPLY" val="1"/>
</p:tagLst>
</file>

<file path=ppt/tags/tag62.xml><?xml version="1.0" encoding="utf-8"?>
<p:tagLst xmlns:a="http://schemas.openxmlformats.org/drawingml/2006/main" xmlns:r="http://schemas.openxmlformats.org/officeDocument/2006/relationships" xmlns:p="http://schemas.openxmlformats.org/presentationml/2006/main">
  <p:tag name="KSO_WM_UNIT_SUBTYPE" val="a"/>
  <p:tag name="KSO_WM_UNIT_NOCLEAR" val="0"/>
  <p:tag name="KSO_WM_UNIT_VALUE" val="405"/>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diagram20204638_1*l_h_f*1_2_1"/>
  <p:tag name="KSO_WM_TEMPLATE_CATEGORY" val="diagram"/>
  <p:tag name="KSO_WM_TEMPLATE_INDEX" val="20204638"/>
  <p:tag name="KSO_WM_UNIT_LAYERLEVEL" val="1_1_1"/>
  <p:tag name="KSO_WM_TAG_VERSION" val="1.0"/>
  <p:tag name="KSO_WM_BEAUTIFY_FLAG" val="#wm#"/>
  <p:tag name="KSO_WM_UNIT_PRESET_TEXT" val="单击此处输入你的正文，文字是您思想的提炼，为了最终演示发布的良好效果，请尽量言简意赅的阐述观点；根据需要可酌情增减文字，以便观者可以准确理解您所传达的信息。&#10;您的正文已经简明扼要，但信息却错综复杂，需要用更多的文字来表述；但请您尽可能提炼思想的精髓，否则容易造成观者的阅读压力，适得其反。&#10;正如我们都希望改变世界，希望给人带去光明，但更多时候只需播下一颗种子，自然有微光照拂，雨露滋养。恰如其分的表达观点，往往可以事半功倍。&#10;单击此处输入你的正文，文字是您思想的提炼，为了最终演示发布的良好效果，请尽量言简意赅的阐述观点；根据需要可酌情增减文字，以便观者可以准确理解您所传达的信息。"/>
  <p:tag name="KSO_WM_UNIT_TEXT_FILL_FORE_SCHEMECOLOR_INDEX_BRIGHTNESS" val="0.35"/>
  <p:tag name="KSO_WM_UNIT_TEXT_FILL_FORE_SCHEMECOLOR_INDEX" val="13"/>
  <p:tag name="KSO_WM_UNIT_TEXT_FILL_TYPE" val="1"/>
  <p:tag name="KSO_WM_UNIT_USESOURCEFORMAT_APPLY" val="1"/>
</p:tagLst>
</file>

<file path=ppt/tags/tag63.xml><?xml version="1.0" encoding="utf-8"?>
<p:tagLst xmlns:a="http://schemas.openxmlformats.org/drawingml/2006/main" xmlns:r="http://schemas.openxmlformats.org/officeDocument/2006/relationships" xmlns:p="http://schemas.openxmlformats.org/presentationml/2006/main">
  <p:tag name="KSO_WM_UNIT_SUBTYPE" val="a"/>
  <p:tag name="KSO_WM_UNIT_NOCLEAR" val="0"/>
  <p:tag name="KSO_WM_UNIT_VALUE" val="405"/>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20204638_1*l_h_f*1_1_1"/>
  <p:tag name="KSO_WM_TEMPLATE_CATEGORY" val="diagram"/>
  <p:tag name="KSO_WM_TEMPLATE_INDEX" val="20204638"/>
  <p:tag name="KSO_WM_UNIT_LAYERLEVEL" val="1_1_1"/>
  <p:tag name="KSO_WM_TAG_VERSION" val="1.0"/>
  <p:tag name="KSO_WM_BEAUTIFY_FLAG" val="#wm#"/>
  <p:tag name="KSO_WM_UNIT_PRESET_TEXT" val="单击此处输入你的正文，文字是您思想的提炼，为了最终演示发布的良好效果，请尽量言简意赅的阐述观点；根据需要可酌情增减文字，以便观者可以准确理解您所传达的信息。&#10;您的正文已经简明扼要，但信息却错综复杂，需要用更多的文字来表述；但请您尽可能提炼思想的精髓，否则容易造成观者的阅读压力，适得其反。&#10;正如我们都希望改变世界，希望给人带去光明，但更多时候只需播下一颗种子，自然有微光照拂，雨露滋养。恰如其分的表达观点，往往可以事半功倍。&#10;单击此处输入你的正文，文字是您思想的提炼，为了最终演示发布的良好效果，请尽量言简意赅的阐述观点；根据需要可酌情增减文字，以便观者可以准确理解您所传达的信息。"/>
  <p:tag name="KSO_WM_UNIT_TEXT_FILL_FORE_SCHEMECOLOR_INDEX_BRIGHTNESS" val="0.35"/>
  <p:tag name="KSO_WM_UNIT_TEXT_FILL_FORE_SCHEMECOLOR_INDEX" val="13"/>
  <p:tag name="KSO_WM_UNIT_TEXT_FILL_TYPE" val="1"/>
  <p:tag name="KSO_WM_UNIT_USESOURCEFORMAT_APPLY" val="1"/>
</p:tagLst>
</file>

<file path=ppt/tags/tag6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2"/>
  <p:tag name="KSO_WM_UNIT_ID" val="diagram20205830_1*m_h_i*1_1_2"/>
  <p:tag name="KSO_WM_TEMPLATE_CATEGORY" val="diagram"/>
  <p:tag name="KSO_WM_TEMPLATE_INDEX" val="20205830"/>
  <p:tag name="KSO_WM_UNIT_LAYERLEVEL" val="1_1_1"/>
  <p:tag name="KSO_WM_TAG_VERSION" val="1.0"/>
  <p:tag name="KSO_WM_BEAUTIFY_FLAG" val="#wm#"/>
  <p:tag name="KSO_WM_UNIT_FILL_FORE_SCHEMECOLOR_INDEX_BRIGHTNESS" val="0"/>
  <p:tag name="KSO_WM_UNIT_FILL_FORE_SCHEMECOLOR_INDEX" val="5"/>
  <p:tag name="KSO_WM_UNIT_FILL_TYPE" val="1"/>
  <p:tag name="KSO_WM_UNIT_LINE_FORE_SCHEMECOLOR_INDEX_BRIGHTNESS" val="0.5"/>
  <p:tag name="KSO_WM_UNIT_LINE_FORE_SCHEMECOLOR_INDEX" val="13"/>
  <p:tag name="KSO_WM_UNIT_LINE_FILL_TYPE" val="2"/>
  <p:tag name="KSO_WM_UNIT_TEXT_FILL_FORE_SCHEMECOLOR_INDEX_BRIGHTNESS" val="0"/>
  <p:tag name="KSO_WM_UNIT_TEXT_FILL_FORE_SCHEMECOLOR_INDEX" val="2"/>
  <p:tag name="KSO_WM_UNIT_TEXT_FILL_TYPE" val="1"/>
  <p:tag name="KSO_WM_UNIT_USESOURCEFORMAT_APPLY" val="1"/>
</p:tagLst>
</file>

<file path=ppt/tags/tag65.xml><?xml version="1.0" encoding="utf-8"?>
<p:tagLst xmlns:a="http://schemas.openxmlformats.org/drawingml/2006/main" xmlns:r="http://schemas.openxmlformats.org/officeDocument/2006/relationships" xmlns:p="http://schemas.openxmlformats.org/presentationml/2006/main">
  <p:tag name="KSO_WM_UNIT_SUBTYPE" val="a"/>
  <p:tag name="KSO_WM_UNIT_PRESET_TEXT" val="单点击此处添加正文，文字是您思想的提炼，为了演示发布的良好效果，请您尽可能提炼思想的精髓，然后简单的阐述您的观点。如果您的内容确实非常重要又难以精简，也请使用分段处理，对内容进行简单的梳理和提炼，这样会使逻辑框架相对清晰。请您尽可能提炼思想的精髓，否则容易造成观者的阅读压力，适得其反。"/>
  <p:tag name="KSO_WM_UNIT_NOCLEAR" val="0"/>
  <p:tag name="KSO_WM_UNIT_HIGHLIGHT" val="0"/>
  <p:tag name="KSO_WM_UNIT_COMPATIBLE" val="0"/>
  <p:tag name="KSO_WM_UNIT_DIAGRAM_ISNUMVISUAL" val="0"/>
  <p:tag name="KSO_WM_UNIT_DIAGRAM_ISREFERUNIT" val="0"/>
  <p:tag name="KSO_WM_DIAGRAM_GROUP_CODE" val="m1-1"/>
  <p:tag name="KSO_WM_UNIT_TYPE" val="m_h_f"/>
  <p:tag name="KSO_WM_UNIT_INDEX" val="1_1_1"/>
  <p:tag name="KSO_WM_UNIT_ID" val="diagram20205830_1*m_h_f*1_1_1"/>
  <p:tag name="KSO_WM_TEMPLATE_CATEGORY" val="diagram"/>
  <p:tag name="KSO_WM_TEMPLATE_INDEX" val="20205830"/>
  <p:tag name="KSO_WM_UNIT_LAYERLEVEL" val="1_1_1"/>
  <p:tag name="KSO_WM_TAG_VERSION" val="1.0"/>
  <p:tag name="KSO_WM_BEAUTIFY_FLAG" val="#wm#"/>
  <p:tag name="KSO_WM_UNIT_TEXT_FILL_FORE_SCHEMECOLOR_INDEX_BRIGHTNESS" val="0.15"/>
  <p:tag name="KSO_WM_UNIT_TEXT_FILL_FORE_SCHEMECOLOR_INDEX" val="13"/>
  <p:tag name="KSO_WM_UNIT_TEXT_FILL_TYPE" val="1"/>
  <p:tag name="KSO_WM_UNIT_USESOURCEFORMAT_APPLY" val="1"/>
</p:tagLst>
</file>

<file path=ppt/tags/tag6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2_2"/>
  <p:tag name="KSO_WM_UNIT_ID" val="diagram20205830_1*m_h_i*1_2_2"/>
  <p:tag name="KSO_WM_TEMPLATE_CATEGORY" val="diagram"/>
  <p:tag name="KSO_WM_TEMPLATE_INDEX" val="20205830"/>
  <p:tag name="KSO_WM_UNIT_LAYERLEVEL" val="1_1_1"/>
  <p:tag name="KSO_WM_TAG_VERSION" val="1.0"/>
  <p:tag name="KSO_WM_BEAUTIFY_FLAG" val="#wm#"/>
  <p:tag name="KSO_WM_UNIT_FILL_FORE_SCHEMECOLOR_INDEX_BRIGHTNESS" val="0"/>
  <p:tag name="KSO_WM_UNIT_FILL_FORE_SCHEMECOLOR_INDEX" val="5"/>
  <p:tag name="KSO_WM_UNIT_FILL_TYPE" val="1"/>
  <p:tag name="KSO_WM_UNIT_LINE_FORE_SCHEMECOLOR_INDEX_BRIGHTNESS" val="0.5"/>
  <p:tag name="KSO_WM_UNIT_LINE_FORE_SCHEMECOLOR_INDEX" val="13"/>
  <p:tag name="KSO_WM_UNIT_LINE_FILL_TYPE" val="2"/>
  <p:tag name="KSO_WM_UNIT_TEXT_FILL_FORE_SCHEMECOLOR_INDEX_BRIGHTNESS" val="0"/>
  <p:tag name="KSO_WM_UNIT_TEXT_FILL_FORE_SCHEMECOLOR_INDEX" val="2"/>
  <p:tag name="KSO_WM_UNIT_TEXT_FILL_TYPE" val="1"/>
  <p:tag name="KSO_WM_UNIT_USESOURCEFORMAT_APPLY" val="1"/>
</p:tagLst>
</file>

<file path=ppt/tags/tag67.xml><?xml version="1.0" encoding="utf-8"?>
<p:tagLst xmlns:a="http://schemas.openxmlformats.org/drawingml/2006/main" xmlns:r="http://schemas.openxmlformats.org/officeDocument/2006/relationships" xmlns:p="http://schemas.openxmlformats.org/presentationml/2006/main">
  <p:tag name="KSO_WM_UNIT_SUBTYPE" val="a"/>
  <p:tag name="KSO_WM_UNIT_PRESET_TEXT" val="单点击此处添加正文，文字是您思想的提炼，为了演示发布的良好效果，请您尽可能提炼思想的精髓，然后简单的阐述您的观点。如果您的内容确实非常重要又难以精简，也请使用分段处理，对内容进行简单的梳理和提炼，这样会使逻辑框架相对清晰。请您尽可能提炼思想的精髓，否则容易造成观者的阅读压力，适得其反。"/>
  <p:tag name="KSO_WM_UNIT_NOCLEAR" val="0"/>
  <p:tag name="KSO_WM_UNIT_HIGHLIGHT" val="0"/>
  <p:tag name="KSO_WM_UNIT_COMPATIBLE" val="0"/>
  <p:tag name="KSO_WM_UNIT_DIAGRAM_ISNUMVISUAL" val="0"/>
  <p:tag name="KSO_WM_UNIT_DIAGRAM_ISREFERUNIT" val="0"/>
  <p:tag name="KSO_WM_DIAGRAM_GROUP_CODE" val="m1-1"/>
  <p:tag name="KSO_WM_UNIT_TYPE" val="m_h_f"/>
  <p:tag name="KSO_WM_UNIT_INDEX" val="1_2_1"/>
  <p:tag name="KSO_WM_UNIT_ID" val="diagram20205830_1*m_h_f*1_2_1"/>
  <p:tag name="KSO_WM_TEMPLATE_CATEGORY" val="diagram"/>
  <p:tag name="KSO_WM_TEMPLATE_INDEX" val="20205830"/>
  <p:tag name="KSO_WM_UNIT_LAYERLEVEL" val="1_1_1"/>
  <p:tag name="KSO_WM_TAG_VERSION" val="1.0"/>
  <p:tag name="KSO_WM_BEAUTIFY_FLAG" val="#wm#"/>
  <p:tag name="KSO_WM_UNIT_TEXT_FILL_FORE_SCHEMECOLOR_INDEX_BRIGHTNESS" val="0.15"/>
  <p:tag name="KSO_WM_UNIT_TEXT_FILL_FORE_SCHEMECOLOR_INDEX" val="13"/>
  <p:tag name="KSO_WM_UNIT_TEXT_FILL_TYPE" val="1"/>
  <p:tag name="KSO_WM_UNIT_USESOURCEFORMAT_APPLY" val="1"/>
</p:tagLst>
</file>

<file path=ppt/tags/tag6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3"/>
  <p:tag name="KSO_WM_UNIT_ID" val="diagram20205830_1*m_h_i*1_1_3"/>
  <p:tag name="KSO_WM_TEMPLATE_CATEGORY" val="diagram"/>
  <p:tag name="KSO_WM_TEMPLATE_INDEX" val="20205830"/>
  <p:tag name="KSO_WM_UNIT_LAYERLEVEL" val="1_1_1"/>
  <p:tag name="KSO_WM_TAG_VERSION" val="1.0"/>
  <p:tag name="KSO_WM_BEAUTIFY_FLAG" val="#wm#"/>
  <p:tag name="KSO_WM_UNIT_USESOURCEFORMAT_APPLY" val="1"/>
</p:tagLst>
</file>

<file path=ppt/tags/tag6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SUBTYPE" val="d"/>
  <p:tag name="KSO_WM_UNIT_TYPE" val="m_h_i"/>
  <p:tag name="KSO_WM_UNIT_INDEX" val="1_1_1"/>
  <p:tag name="KSO_WM_UNIT_ID" val="diagram20205830_1*m_h_i*1_1_1"/>
  <p:tag name="KSO_WM_TEMPLATE_CATEGORY" val="diagram"/>
  <p:tag name="KSO_WM_TEMPLATE_INDEX" val="20205830"/>
  <p:tag name="KSO_WM_UNIT_LAYERLEVEL" val="1_1_1"/>
  <p:tag name="KSO_WM_TAG_VERSION" val="1.0"/>
  <p:tag name="KSO_WM_BEAUTIFY_FLAG" val="#wm#"/>
  <p:tag name="KSO_WM_UNIT_TEXT_FILL_FORE_SCHEMECOLOR_INDEX_BRIGHTNESS" val="0.25"/>
  <p:tag name="KSO_WM_UNIT_TEXT_FILL_FORE_SCHEMECOLOR_INDEX" val="13"/>
  <p:tag name="KSO_WM_UNIT_TEXT_FILL_TYPE" val="1"/>
  <p:tag name="KSO_WM_UNIT_USESOURCEFORMAT_APPLY" val="1"/>
</p:tagLst>
</file>

<file path=ppt/tags/tag7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6"/>
  <p:tag name="KSO_WM_UNIT_ID" val="diagram20205830_1*m_h_i*1_1_6"/>
  <p:tag name="KSO_WM_TEMPLATE_CATEGORY" val="diagram"/>
  <p:tag name="KSO_WM_TEMPLATE_INDEX" val="20205830"/>
  <p:tag name="KSO_WM_UNIT_LAYERLEVEL" val="1_1_1"/>
  <p:tag name="KSO_WM_TAG_VERSION" val="1.0"/>
  <p:tag name="KSO_WM_BEAUTIFY_FLAG" val="#wm#"/>
  <p:tag name="KSO_WM_UNIT_FILL_FORE_SCHEMECOLOR_INDEX_BRIGHTNESS" val="0"/>
  <p:tag name="KSO_WM_UNIT_FILL_FORE_SCHEMECOLOR_INDEX" val="14"/>
  <p:tag name="KSO_WM_UNIT_FILL_TYPE" val="1"/>
  <p:tag name="KSO_WM_UNIT_LINE_FORE_SCHEMECOLOR_INDEX_BRIGHTNESS" val="0.5"/>
  <p:tag name="KSO_WM_UNIT_LINE_FORE_SCHEMECOLOR_INDEX" val="13"/>
  <p:tag name="KSO_WM_UNIT_LINE_FILL_TYPE" val="2"/>
  <p:tag name="KSO_WM_UNIT_TEXT_FILL_FORE_SCHEMECOLOR_INDEX_BRIGHTNESS" val="0"/>
  <p:tag name="KSO_WM_UNIT_TEXT_FILL_FORE_SCHEMECOLOR_INDEX" val="2"/>
  <p:tag name="KSO_WM_UNIT_TEXT_FILL_TYPE" val="1"/>
  <p:tag name="KSO_WM_UNIT_USESOURCEFORMAT_APPLY" val="1"/>
</p:tagLst>
</file>

<file path=ppt/tags/tag7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7"/>
  <p:tag name="KSO_WM_UNIT_ID" val="diagram20205830_1*m_h_i*1_1_7"/>
  <p:tag name="KSO_WM_TEMPLATE_CATEGORY" val="diagram"/>
  <p:tag name="KSO_WM_TEMPLATE_INDEX" val="20205830"/>
  <p:tag name="KSO_WM_UNIT_LAYERLEVEL" val="1_1_1"/>
  <p:tag name="KSO_WM_TAG_VERSION" val="1.0"/>
  <p:tag name="KSO_WM_BEAUTIFY_FLAG" val="#wm#"/>
  <p:tag name="KSO_WM_UNIT_FILL_FORE_SCHEMECOLOR_INDEX_BRIGHTNESS" val="0"/>
  <p:tag name="KSO_WM_UNIT_FILL_FORE_SCHEMECOLOR_INDEX" val="14"/>
  <p:tag name="KSO_WM_UNIT_FILL_TYPE" val="1"/>
  <p:tag name="KSO_WM_UNIT_LINE_FORE_SCHEMECOLOR_INDEX_BRIGHTNESS" val="0.5"/>
  <p:tag name="KSO_WM_UNIT_LINE_FORE_SCHEMECOLOR_INDEX" val="13"/>
  <p:tag name="KSO_WM_UNIT_LINE_FILL_TYPE" val="2"/>
  <p:tag name="KSO_WM_UNIT_TEXT_FILL_FORE_SCHEMECOLOR_INDEX_BRIGHTNESS" val="0"/>
  <p:tag name="KSO_WM_UNIT_TEXT_FILL_FORE_SCHEMECOLOR_INDEX" val="2"/>
  <p:tag name="KSO_WM_UNIT_TEXT_FILL_TYPE" val="1"/>
  <p:tag name="KSO_WM_UNIT_USESOURCEFORMAT_APPLY" val="1"/>
</p:tagLst>
</file>

<file path=ppt/tags/tag7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2_3"/>
  <p:tag name="KSO_WM_UNIT_ID" val="diagram20205830_1*m_h_i*1_2_3"/>
  <p:tag name="KSO_WM_TEMPLATE_CATEGORY" val="diagram"/>
  <p:tag name="KSO_WM_TEMPLATE_INDEX" val="20205830"/>
  <p:tag name="KSO_WM_UNIT_LAYERLEVEL" val="1_1_1"/>
  <p:tag name="KSO_WM_TAG_VERSION" val="1.0"/>
  <p:tag name="KSO_WM_BEAUTIFY_FLAG" val="#wm#"/>
  <p:tag name="KSO_WM_UNIT_USESOURCEFORMAT_APPLY" val="1"/>
</p:tagLst>
</file>

<file path=ppt/tags/tag7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SUBTYPE" val="d"/>
  <p:tag name="KSO_WM_UNIT_TYPE" val="m_h_i"/>
  <p:tag name="KSO_WM_UNIT_INDEX" val="1_2_1"/>
  <p:tag name="KSO_WM_UNIT_ID" val="diagram20205830_1*m_h_i*1_2_1"/>
  <p:tag name="KSO_WM_TEMPLATE_CATEGORY" val="diagram"/>
  <p:tag name="KSO_WM_TEMPLATE_INDEX" val="20205830"/>
  <p:tag name="KSO_WM_UNIT_LAYERLEVEL" val="1_1_1"/>
  <p:tag name="KSO_WM_TAG_VERSION" val="1.0"/>
  <p:tag name="KSO_WM_BEAUTIFY_FLAG" val="#wm#"/>
  <p:tag name="KSO_WM_UNIT_TEXT_FILL_FORE_SCHEMECOLOR_INDEX_BRIGHTNESS" val="0.25"/>
  <p:tag name="KSO_WM_UNIT_TEXT_FILL_FORE_SCHEMECOLOR_INDEX" val="13"/>
  <p:tag name="KSO_WM_UNIT_TEXT_FILL_TYPE" val="1"/>
  <p:tag name="KSO_WM_UNIT_USESOURCEFORMAT_APPLY" val="1"/>
</p:tagLst>
</file>

<file path=ppt/tags/tag7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2_6"/>
  <p:tag name="KSO_WM_UNIT_ID" val="diagram20205830_1*m_h_i*1_2_6"/>
  <p:tag name="KSO_WM_TEMPLATE_CATEGORY" val="diagram"/>
  <p:tag name="KSO_WM_TEMPLATE_INDEX" val="20205830"/>
  <p:tag name="KSO_WM_UNIT_LAYERLEVEL" val="1_1_1"/>
  <p:tag name="KSO_WM_TAG_VERSION" val="1.0"/>
  <p:tag name="KSO_WM_BEAUTIFY_FLAG" val="#wm#"/>
  <p:tag name="KSO_WM_UNIT_FILL_FORE_SCHEMECOLOR_INDEX_BRIGHTNESS" val="0"/>
  <p:tag name="KSO_WM_UNIT_FILL_FORE_SCHEMECOLOR_INDEX" val="14"/>
  <p:tag name="KSO_WM_UNIT_FILL_TYPE" val="1"/>
  <p:tag name="KSO_WM_UNIT_LINE_FORE_SCHEMECOLOR_INDEX_BRIGHTNESS" val="0.5"/>
  <p:tag name="KSO_WM_UNIT_LINE_FORE_SCHEMECOLOR_INDEX" val="13"/>
  <p:tag name="KSO_WM_UNIT_LINE_FILL_TYPE" val="2"/>
  <p:tag name="KSO_WM_UNIT_TEXT_FILL_FORE_SCHEMECOLOR_INDEX_BRIGHTNESS" val="0"/>
  <p:tag name="KSO_WM_UNIT_TEXT_FILL_FORE_SCHEMECOLOR_INDEX" val="2"/>
  <p:tag name="KSO_WM_UNIT_TEXT_FILL_TYPE" val="1"/>
  <p:tag name="KSO_WM_UNIT_USESOURCEFORMAT_APPLY" val="1"/>
</p:tagLst>
</file>

<file path=ppt/tags/tag7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2_7"/>
  <p:tag name="KSO_WM_UNIT_ID" val="diagram20205830_1*m_h_i*1_2_7"/>
  <p:tag name="KSO_WM_TEMPLATE_CATEGORY" val="diagram"/>
  <p:tag name="KSO_WM_TEMPLATE_INDEX" val="20205830"/>
  <p:tag name="KSO_WM_UNIT_LAYERLEVEL" val="1_1_1"/>
  <p:tag name="KSO_WM_TAG_VERSION" val="1.0"/>
  <p:tag name="KSO_WM_BEAUTIFY_FLAG" val="#wm#"/>
  <p:tag name="KSO_WM_UNIT_FILL_FORE_SCHEMECOLOR_INDEX_BRIGHTNESS" val="0"/>
  <p:tag name="KSO_WM_UNIT_FILL_FORE_SCHEMECOLOR_INDEX" val="14"/>
  <p:tag name="KSO_WM_UNIT_FILL_TYPE" val="1"/>
  <p:tag name="KSO_WM_UNIT_LINE_FORE_SCHEMECOLOR_INDEX_BRIGHTNESS" val="0.5"/>
  <p:tag name="KSO_WM_UNIT_LINE_FORE_SCHEMECOLOR_INDEX" val="13"/>
  <p:tag name="KSO_WM_UNIT_LINE_FILL_TYPE" val="2"/>
  <p:tag name="KSO_WM_UNIT_TEXT_FILL_FORE_SCHEMECOLOR_INDEX_BRIGHTNESS" val="0"/>
  <p:tag name="KSO_WM_UNIT_TEXT_FILL_FORE_SCHEMECOLOR_INDEX" val="2"/>
  <p:tag name="KSO_WM_UNIT_TEXT_FILL_TYPE" val="1"/>
  <p:tag name="KSO_WM_UNIT_USESOURCEFORMAT_APPLY" val="1"/>
</p:tagLst>
</file>

<file path=ppt/tags/tag7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8"/>
  <p:tag name="KSO_WM_UNIT_ID" val="diagram20205830_1*m_h_i*1_1_8"/>
  <p:tag name="KSO_WM_TEMPLATE_CATEGORY" val="diagram"/>
  <p:tag name="KSO_WM_TEMPLATE_INDEX" val="20205830"/>
  <p:tag name="KSO_WM_UNIT_LAYERLEVEL" val="1_1_1"/>
  <p:tag name="KSO_WM_TAG_VERSION" val="1.0"/>
  <p:tag name="KSO_WM_BEAUTIFY_FLAG" val="#wm#"/>
  <p:tag name="KSO_WM_UNIT_LINE_FORE_SCHEMECOLOR_INDEX_BRIGHTNESS" val="0.5"/>
  <p:tag name="KSO_WM_UNIT_LINE_FORE_SCHEMECOLOR_INDEX" val="13"/>
  <p:tag name="KSO_WM_UNIT_LINE_FILL_TYPE" val="2"/>
  <p:tag name="KSO_WM_UNIT_USESOURCEFORMAT_APPLY" val="1"/>
</p:tagLst>
</file>

<file path=ppt/tags/tag7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2_8"/>
  <p:tag name="KSO_WM_UNIT_ID" val="diagram20205830_1*m_h_i*1_2_8"/>
  <p:tag name="KSO_WM_TEMPLATE_CATEGORY" val="diagram"/>
  <p:tag name="KSO_WM_TEMPLATE_INDEX" val="20205830"/>
  <p:tag name="KSO_WM_UNIT_LAYERLEVEL" val="1_1_1"/>
  <p:tag name="KSO_WM_TAG_VERSION" val="1.0"/>
  <p:tag name="KSO_WM_BEAUTIFY_FLAG" val="#wm#"/>
  <p:tag name="KSO_WM_UNIT_LINE_FORE_SCHEMECOLOR_INDEX_BRIGHTNESS" val="0.5"/>
  <p:tag name="KSO_WM_UNIT_LINE_FORE_SCHEMECOLOR_INDEX" val="13"/>
  <p:tag name="KSO_WM_UNIT_LINE_FILL_TYPE" val="2"/>
  <p:tag name="KSO_WM_UNIT_USESOURCEFORMAT_APPLY" val="1"/>
</p:tagLst>
</file>

<file path=ppt/tags/tag7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2_4"/>
  <p:tag name="KSO_WM_UNIT_ID" val="diagram20205830_1*m_h_i*1_2_4"/>
  <p:tag name="KSO_WM_TEMPLATE_CATEGORY" val="diagram"/>
  <p:tag name="KSO_WM_TEMPLATE_INDEX" val="20205830"/>
  <p:tag name="KSO_WM_UNIT_LAYERLEVEL" val="1_1_1"/>
  <p:tag name="KSO_WM_TAG_VERSION" val="1.0"/>
  <p:tag name="KSO_WM_BEAUTIFY_FLAG" val="#wm#"/>
  <p:tag name="KSO_WM_UNIT_FILL_FORE_SCHEMECOLOR_INDEX_BRIGHTNESS" val="0"/>
  <p:tag name="KSO_WM_UNIT_FILL_FORE_SCHEMECOLOR_INDEX" val="6"/>
  <p:tag name="KSO_WM_UNIT_FILL_TYPE" val="1"/>
  <p:tag name="KSO_WM_UNIT_LINE_FORE_SCHEMECOLOR_INDEX_BRIGHTNESS" val="0.5"/>
  <p:tag name="KSO_WM_UNIT_LINE_FORE_SCHEMECOLOR_INDEX" val="13"/>
  <p:tag name="KSO_WM_UNIT_LINE_FILL_TYPE" val="2"/>
  <p:tag name="KSO_WM_UNIT_TEXT_FILL_FORE_SCHEMECOLOR_INDEX_BRIGHTNESS" val="0"/>
  <p:tag name="KSO_WM_UNIT_TEXT_FILL_FORE_SCHEMECOLOR_INDEX" val="13"/>
  <p:tag name="KSO_WM_UNIT_TEXT_FILL_TYPE" val="1"/>
  <p:tag name="KSO_WM_UNIT_USESOURCEFORMAT_APPLY" val="1"/>
</p:tagLst>
</file>

<file path=ppt/tags/tag7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2_5"/>
  <p:tag name="KSO_WM_UNIT_ID" val="diagram20205830_1*m_h_i*1_2_5"/>
  <p:tag name="KSO_WM_TEMPLATE_CATEGORY" val="diagram"/>
  <p:tag name="KSO_WM_TEMPLATE_INDEX" val="20205830"/>
  <p:tag name="KSO_WM_UNIT_LAYERLEVEL" val="1_1_1"/>
  <p:tag name="KSO_WM_TAG_VERSION" val="1.0"/>
  <p:tag name="KSO_WM_BEAUTIFY_FLAG" val="#wm#"/>
  <p:tag name="KSO_WM_UNIT_FILL_FORE_SCHEMECOLOR_INDEX_BRIGHTNESS" val="0"/>
  <p:tag name="KSO_WM_UNIT_FILL_FORE_SCHEMECOLOR_INDEX" val="6"/>
  <p:tag name="KSO_WM_UNIT_FILL_TYPE" val="1"/>
  <p:tag name="KSO_WM_UNIT_LINE_FORE_SCHEMECOLOR_INDEX_BRIGHTNESS" val="0.5"/>
  <p:tag name="KSO_WM_UNIT_LINE_FORE_SCHEMECOLOR_INDEX" val="13"/>
  <p:tag name="KSO_WM_UNIT_LINE_FILL_TYPE" val="2"/>
  <p:tag name="KSO_WM_UNIT_TEXT_FILL_FORE_SCHEMECOLOR_INDEX_BRIGHTNESS" val="0"/>
  <p:tag name="KSO_WM_UNIT_TEXT_FILL_FORE_SCHEMECOLOR_INDEX" val="13"/>
  <p:tag name="KSO_WM_UNIT_TEXT_FILL_TYPE" val="1"/>
  <p:tag name="KSO_WM_UNIT_USESOURCEFORMAT_APPLY" val="1"/>
</p:tagLst>
</file>

<file path=ppt/tags/tag8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4"/>
  <p:tag name="KSO_WM_UNIT_ID" val="diagram20205830_1*m_h_i*1_1_4"/>
  <p:tag name="KSO_WM_TEMPLATE_CATEGORY" val="diagram"/>
  <p:tag name="KSO_WM_TEMPLATE_INDEX" val="20205830"/>
  <p:tag name="KSO_WM_UNIT_LAYERLEVEL" val="1_1_1"/>
  <p:tag name="KSO_WM_TAG_VERSION" val="1.0"/>
  <p:tag name="KSO_WM_BEAUTIFY_FLAG" val="#wm#"/>
  <p:tag name="KSO_WM_UNIT_FILL_FORE_SCHEMECOLOR_INDEX_BRIGHTNESS" val="0"/>
  <p:tag name="KSO_WM_UNIT_FILL_FORE_SCHEMECOLOR_INDEX" val="5"/>
  <p:tag name="KSO_WM_UNIT_FILL_TYPE" val="1"/>
  <p:tag name="KSO_WM_UNIT_LINE_FORE_SCHEMECOLOR_INDEX_BRIGHTNESS" val="0.5"/>
  <p:tag name="KSO_WM_UNIT_LINE_FORE_SCHEMECOLOR_INDEX" val="13"/>
  <p:tag name="KSO_WM_UNIT_LINE_FILL_TYPE" val="2"/>
  <p:tag name="KSO_WM_UNIT_TEXT_FILL_FORE_SCHEMECOLOR_INDEX_BRIGHTNESS" val="0"/>
  <p:tag name="KSO_WM_UNIT_TEXT_FILL_FORE_SCHEMECOLOR_INDEX" val="13"/>
  <p:tag name="KSO_WM_UNIT_TEXT_FILL_TYPE" val="1"/>
  <p:tag name="KSO_WM_UNIT_USESOURCEFORMAT_APPLY" val="1"/>
</p:tagLst>
</file>

<file path=ppt/tags/tag8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5"/>
  <p:tag name="KSO_WM_UNIT_ID" val="diagram20205830_1*m_h_i*1_1_5"/>
  <p:tag name="KSO_WM_TEMPLATE_CATEGORY" val="diagram"/>
  <p:tag name="KSO_WM_TEMPLATE_INDEX" val="20205830"/>
  <p:tag name="KSO_WM_UNIT_LAYERLEVEL" val="1_1_1"/>
  <p:tag name="KSO_WM_TAG_VERSION" val="1.0"/>
  <p:tag name="KSO_WM_BEAUTIFY_FLAG" val="#wm#"/>
  <p:tag name="KSO_WM_UNIT_FILL_FORE_SCHEMECOLOR_INDEX_BRIGHTNESS" val="0"/>
  <p:tag name="KSO_WM_UNIT_FILL_FORE_SCHEMECOLOR_INDEX" val="5"/>
  <p:tag name="KSO_WM_UNIT_FILL_TYPE" val="1"/>
  <p:tag name="KSO_WM_UNIT_LINE_FORE_SCHEMECOLOR_INDEX_BRIGHTNESS" val="0.5"/>
  <p:tag name="KSO_WM_UNIT_LINE_FORE_SCHEMECOLOR_INDEX" val="13"/>
  <p:tag name="KSO_WM_UNIT_LINE_FILL_TYPE" val="2"/>
  <p:tag name="KSO_WM_UNIT_TEXT_FILL_FORE_SCHEMECOLOR_INDEX_BRIGHTNESS" val="0"/>
  <p:tag name="KSO_WM_UNIT_TEXT_FILL_FORE_SCHEMECOLOR_INDEX" val="13"/>
  <p:tag name="KSO_WM_UNIT_TEXT_FILL_TYPE" val="1"/>
  <p:tag name="KSO_WM_UNIT_USESOURCEFORMAT_APPLY" val="1"/>
</p:tagLst>
</file>

<file path=ppt/theme/_rels/theme2.xml.rels><?xml version="1.0" encoding="UTF-8" standalone="yes"?>
<Relationships xmlns="http://schemas.openxmlformats.org/package/2006/relationships"><Relationship Id="rId1" Type="http://schemas.openxmlformats.org/officeDocument/2006/relationships/image" Target="../media/image9.png"/></Relationships>
</file>

<file path=ppt/theme/theme1.xml><?xml version="1.0" encoding="utf-8"?>
<a:theme xmlns:a="http://schemas.openxmlformats.org/drawingml/2006/main" name="White">
  <a:themeElements>
    <a:clrScheme name="极客邦">
      <a:dk1>
        <a:srgbClr val="4D4D4D"/>
      </a:dk1>
      <a:lt1>
        <a:sysClr val="window" lastClr="FFFFFF"/>
      </a:lt1>
      <a:dk2>
        <a:srgbClr val="44546A"/>
      </a:dk2>
      <a:lt2>
        <a:srgbClr val="E7E6E6"/>
      </a:lt2>
      <a:accent1>
        <a:srgbClr val="1D5E9E"/>
      </a:accent1>
      <a:accent2>
        <a:srgbClr val="198743"/>
      </a:accent2>
      <a:accent3>
        <a:srgbClr val="EA5429"/>
      </a:accent3>
      <a:accent4>
        <a:srgbClr val="E60012"/>
      </a:accent4>
      <a:accent5>
        <a:srgbClr val="4472C4"/>
      </a:accent5>
      <a:accent6>
        <a:srgbClr val="70AD47"/>
      </a:accent6>
      <a:hlink>
        <a:srgbClr val="00B0F0"/>
      </a:hlink>
      <a:folHlink>
        <a:srgbClr val="FFFFFF"/>
      </a:folHlink>
    </a:clrScheme>
    <a:fontScheme name="极客邦常用">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mn-lt"/>
            <a:ea typeface="+mn-ea"/>
            <a:cs typeface="+mn-cs"/>
            <a:sym typeface="Helvetica Light"/>
          </a:defRPr>
        </a:def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extLst>
    <a:ext uri="{05A4C25C-085E-4340-85A3-A5531E510DB2}">
      <thm15:themeFamily xmlns:thm15="http://schemas.microsoft.com/office/thememl/2012/main" name="演示文稿1" id="{A46FBE2B-B011-4643-89D7-4E51E37BBDB2}" vid="{8EF7A4E8-5DDA-5242-A16E-CB225224F7D0}"/>
    </a:ext>
  </a:extLst>
</a:theme>
</file>

<file path=ppt/theme/theme2.xml><?xml version="1.0" encoding="utf-8"?>
<a:theme xmlns:a="http://schemas.openxmlformats.org/drawingml/2006/main" name="White">
  <a:themeElements>
    <a:clrScheme name="White">
      <a:dk1>
        <a:srgbClr val="000000"/>
      </a:dk1>
      <a:lt1>
        <a:srgbClr val="FFFFFF"/>
      </a:lt1>
      <a:dk2>
        <a:srgbClr val="53585F"/>
      </a:dk2>
      <a:lt2>
        <a:srgbClr val="DCDEE0"/>
      </a:lt2>
      <a:accent1>
        <a:srgbClr val="0365C0"/>
      </a:accent1>
      <a:accent2>
        <a:srgbClr val="00882B"/>
      </a:accent2>
      <a:accent3>
        <a:srgbClr val="DCBD23"/>
      </a:accent3>
      <a:accent4>
        <a:srgbClr val="DE6A10"/>
      </a:accent4>
      <a:accent5>
        <a:srgbClr val="C82506"/>
      </a:accent5>
      <a:accent6>
        <a:srgbClr val="773F9B"/>
      </a:accent6>
      <a:hlink>
        <a:srgbClr val="0000FF"/>
      </a:hlink>
      <a:folHlink>
        <a:srgbClr val="FF00FF"/>
      </a:folHlink>
    </a:clrScheme>
    <a:fontScheme name="White">
      <a:majorFont>
        <a:latin typeface="Helvetica Light"/>
        <a:ea typeface="Helvetica Light"/>
        <a:cs typeface="Helvetica Light"/>
      </a:majorFont>
      <a:minorFont>
        <a:latin typeface="Helvetica Light"/>
        <a:ea typeface="Helvetica Light"/>
        <a:cs typeface="Helvetica Light"/>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rotWithShape="0">
              <a:srgbClr val="000000">
                <a:alpha val="50000"/>
              </a:srgbClr>
            </a:outerShdw>
          </a:effectLst>
        </a:effectStyle>
        <a:effectStyle>
          <a:effectLst>
            <a:outerShdw blurRad="50800" dist="12700" rotWithShape="0">
              <a:srgbClr val="000000">
                <a:alpha val="50000"/>
              </a:srgbClr>
            </a:outerShdw>
          </a:effectLst>
        </a:effectStyle>
        <a:effectStyle>
          <a:effectLst>
            <a:outerShdw blurRad="38100" dist="25400" dir="5400000" rotWithShape="0">
              <a:srgbClr val="000000">
                <a:alpha val="50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lipFill rotWithShape="1">
          <a:blip xmlns:r="http://schemas.openxmlformats.org/officeDocument/2006/relationships" r:embed="rId1"/>
          <a:srcRect/>
          <a:tile tx="0" ty="0" sx="100000" sy="100000" flip="none" algn="tl"/>
        </a:blipFill>
        <a:ln w="12700" cap="flat">
          <a:noFill/>
          <a:miter lim="400000"/>
        </a:ln>
        <a:effectLst>
          <a:outerShdw blurRad="38100" dist="25400" dir="5400000" rotWithShape="0">
            <a:srgbClr val="000000">
              <a:alpha val="50000"/>
            </a:srgbClr>
          </a:outerShdw>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mn-lt"/>
            <a:ea typeface="+mn-ea"/>
            <a:cs typeface="+mn-cs"/>
            <a:sym typeface="Helvetica Light"/>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TGO新模板</Template>
  <TotalTime>678</TotalTime>
  <Words>1498</Words>
  <Application>Microsoft Office PowerPoint</Application>
  <PresentationFormat>Widescreen</PresentationFormat>
  <Paragraphs>205</Paragraphs>
  <Slides>29</Slides>
  <Notes>16</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29</vt:i4>
      </vt:variant>
    </vt:vector>
  </HeadingPairs>
  <TitlesOfParts>
    <vt:vector size="40" baseType="lpstr">
      <vt:lpstr>DengXian</vt:lpstr>
      <vt:lpstr>Helvetica Neue</vt:lpstr>
      <vt:lpstr>Microsoft YaHei</vt:lpstr>
      <vt:lpstr>黑体</vt:lpstr>
      <vt:lpstr>黑体</vt:lpstr>
      <vt:lpstr>Algerian</vt:lpstr>
      <vt:lpstr>Arial</vt:lpstr>
      <vt:lpstr>Calibri</vt:lpstr>
      <vt:lpstr>Candara Light</vt:lpstr>
      <vt:lpstr>Wingdings</vt:lpstr>
      <vt:lpstr>White</vt:lpstr>
      <vt:lpstr>PowerPoint Presentation</vt:lpstr>
      <vt:lpstr>PowerPoint Presentation</vt:lpstr>
      <vt:lpstr>云的经典服务模式</vt:lpstr>
      <vt:lpstr>云的形态变化</vt:lpstr>
      <vt:lpstr>为何需要云</vt:lpstr>
      <vt:lpstr>PowerPoint Presentation</vt:lpstr>
      <vt:lpstr>银行业产品分类</vt:lpstr>
      <vt:lpstr>金融SaaS产品类型</vt:lpstr>
      <vt:lpstr>金融SaaS赛道分类</vt:lpstr>
      <vt:lpstr>市场玩家</vt:lpstr>
      <vt:lpstr>PowerPoint Presentation</vt:lpstr>
      <vt:lpstr>单体架构</vt:lpstr>
      <vt:lpstr>分布式架构</vt:lpstr>
      <vt:lpstr>容器技术</vt:lpstr>
      <vt:lpstr>微服务架构</vt:lpstr>
      <vt:lpstr>金融SaaS产品架构</vt:lpstr>
      <vt:lpstr>金融SaaS全局技术架构</vt:lpstr>
      <vt:lpstr>例子：基于业务设计风控流程</vt:lpstr>
      <vt:lpstr>例子：金融SaaS信贷产品技术架构</vt:lpstr>
      <vt:lpstr>微服务的问题</vt:lpstr>
      <vt:lpstr>Kubernetes &amp; Service Mesh</vt:lpstr>
      <vt:lpstr>例子：以服务间通讯为例</vt:lpstr>
      <vt:lpstr>SDK思路</vt:lpstr>
      <vt:lpstr>Service Mesh思路</vt:lpstr>
      <vt:lpstr>Service Mesh模式</vt:lpstr>
      <vt:lpstr>Service Mesh 应用视角</vt:lpstr>
      <vt:lpstr>引入云原生的目的</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Microsoft Office 用户</dc:creator>
  <cp:lastModifiedBy>Wu, Frank</cp:lastModifiedBy>
  <cp:revision>56</cp:revision>
  <dcterms:created xsi:type="dcterms:W3CDTF">2019-06-10T12:16:29Z</dcterms:created>
  <dcterms:modified xsi:type="dcterms:W3CDTF">2024-04-23T04:18:18Z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224d2e7b-2917-4cd7-87a4-c132be958a8e_Enabled">
    <vt:lpwstr>true</vt:lpwstr>
  </property>
  <property fmtid="{D5CDD505-2E9C-101B-9397-08002B2CF9AE}" pid="3" name="MSIP_Label_224d2e7b-2917-4cd7-87a4-c132be958a8e_SetDate">
    <vt:lpwstr>2024-04-23T04:18:09Z</vt:lpwstr>
  </property>
  <property fmtid="{D5CDD505-2E9C-101B-9397-08002B2CF9AE}" pid="4" name="MSIP_Label_224d2e7b-2917-4cd7-87a4-c132be958a8e_Method">
    <vt:lpwstr>Privileged</vt:lpwstr>
  </property>
  <property fmtid="{D5CDD505-2E9C-101B-9397-08002B2CF9AE}" pid="5" name="MSIP_Label_224d2e7b-2917-4cd7-87a4-c132be958a8e_Name">
    <vt:lpwstr>224d2e7b-2917-4cd7-87a4-c132be958a8e</vt:lpwstr>
  </property>
  <property fmtid="{D5CDD505-2E9C-101B-9397-08002B2CF9AE}" pid="6" name="MSIP_Label_224d2e7b-2917-4cd7-87a4-c132be958a8e_SiteId">
    <vt:lpwstr>19e2b708-bf12-4375-9719-8dec42771b3e</vt:lpwstr>
  </property>
  <property fmtid="{D5CDD505-2E9C-101B-9397-08002B2CF9AE}" pid="7" name="MSIP_Label_224d2e7b-2917-4cd7-87a4-c132be958a8e_ActionId">
    <vt:lpwstr>1411a011-4fd9-425c-a17e-6e79bbbe23a3</vt:lpwstr>
  </property>
  <property fmtid="{D5CDD505-2E9C-101B-9397-08002B2CF9AE}" pid="8" name="MSIP_Label_224d2e7b-2917-4cd7-87a4-c132be958a8e_ContentBits">
    <vt:lpwstr>2</vt:lpwstr>
  </property>
  <property fmtid="{D5CDD505-2E9C-101B-9397-08002B2CF9AE}" pid="9" name="ClassificationContentMarkingFooterLocations">
    <vt:lpwstr>White:6</vt:lpwstr>
  </property>
  <property fmtid="{D5CDD505-2E9C-101B-9397-08002B2CF9AE}" pid="10" name="ClassificationContentMarkingFooterText">
    <vt:lpwstr>Internal Use Only</vt:lpwstr>
  </property>
</Properties>
</file>