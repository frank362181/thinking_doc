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1371" r:id="rId2"/>
    <p:sldId id="1270" r:id="rId3"/>
    <p:sldId id="260" r:id="rId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FEFF5"/>
    <a:srgbClr val="425CA9"/>
    <a:srgbClr val="E7E7E9"/>
    <a:srgbClr val="FAFAFF"/>
    <a:srgbClr val="F3FAFF"/>
    <a:srgbClr val="E5F5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3289" autoAdjust="0"/>
  </p:normalViewPr>
  <p:slideViewPr>
    <p:cSldViewPr snapToGrid="0">
      <p:cViewPr varScale="1">
        <p:scale>
          <a:sx n="49" d="100"/>
          <a:sy n="49" d="100"/>
        </p:scale>
        <p:origin x="29" y="11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3064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593CEE-6F2D-EC4D-98E8-9A8A456C1E10}" type="datetimeFigureOut">
              <a:rPr kumimoji="1" lang="zh-CN" altLang="en-US" smtClean="0"/>
              <a:t>2022/1/26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92040F-8B73-6848-B60C-2AE47D277AA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49047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9" name="Shape 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21602700" y="7734300"/>
            <a:ext cx="2781300" cy="56769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56000" y="-3678989"/>
            <a:ext cx="11210089" cy="11210089"/>
          </a:xfrm>
          <a:prstGeom prst="rect">
            <a:avLst/>
          </a:prstGeom>
        </p:spPr>
      </p:pic>
      <p:grpSp>
        <p:nvGrpSpPr>
          <p:cNvPr id="18" name="成组"/>
          <p:cNvGrpSpPr/>
          <p:nvPr/>
        </p:nvGrpSpPr>
        <p:grpSpPr>
          <a:xfrm>
            <a:off x="762000" y="12732591"/>
            <a:ext cx="4386966" cy="513349"/>
            <a:chOff x="0" y="0"/>
            <a:chExt cx="4386965" cy="513348"/>
          </a:xfrm>
        </p:grpSpPr>
        <p:pic>
          <p:nvPicPr>
            <p:cNvPr id="16" name="成组" descr="成组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734169" cy="4588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7" name="Effective Cloud User Group"/>
            <p:cNvSpPr txBox="1"/>
            <p:nvPr/>
          </p:nvSpPr>
          <p:spPr>
            <a:xfrm>
              <a:off x="835616" y="47105"/>
              <a:ext cx="3551350" cy="4662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 algn="l" defTabSz="12700">
                <a:lnSpc>
                  <a:spcPts val="2600"/>
                </a:lnSpc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200" b="0">
                  <a:solidFill>
                    <a:srgbClr val="5E5E5E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Effective Cloud User Group</a:t>
              </a:r>
            </a:p>
          </p:txBody>
        </p:sp>
      </p:grpSp>
      <p:sp>
        <p:nvSpPr>
          <p:cNvPr id="2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19473178" y="9496808"/>
            <a:ext cx="2781300" cy="56769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082089" y="-3678989"/>
            <a:ext cx="11210089" cy="11210089"/>
          </a:xfrm>
          <a:prstGeom prst="rect">
            <a:avLst/>
          </a:prstGeom>
        </p:spPr>
      </p:pic>
      <p:sp>
        <p:nvSpPr>
          <p:cNvPr id="58" name="Thanks"/>
          <p:cNvSpPr txBox="1"/>
          <p:nvPr/>
        </p:nvSpPr>
        <p:spPr>
          <a:xfrm>
            <a:off x="9249618" y="4587104"/>
            <a:ext cx="5884764" cy="2149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11200" b="0">
                <a:latin typeface="Arial Black"/>
                <a:ea typeface="Arial Black"/>
                <a:cs typeface="Arial Black"/>
                <a:sym typeface="Arial Black"/>
              </a:defRPr>
            </a:lvl1pPr>
          </a:lstStyle>
          <a:p>
            <a:r>
              <a:rPr dirty="0"/>
              <a:t>Thanks</a:t>
            </a:r>
          </a:p>
        </p:txBody>
      </p:sp>
      <p:sp>
        <p:nvSpPr>
          <p:cNvPr id="59" name="www.ecug.org"/>
          <p:cNvSpPr txBox="1"/>
          <p:nvPr/>
        </p:nvSpPr>
        <p:spPr>
          <a:xfrm>
            <a:off x="10758196" y="7073324"/>
            <a:ext cx="2867609" cy="6240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400" b="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dirty="0"/>
              <a:t>www.ecug.org</a:t>
            </a:r>
          </a:p>
        </p:txBody>
      </p:sp>
      <p:sp>
        <p:nvSpPr>
          <p:cNvPr id="6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63701" y="3419479"/>
            <a:ext cx="21031200" cy="5705475"/>
          </a:xfrm>
        </p:spPr>
        <p:txBody>
          <a:bodyPr anchor="ctr">
            <a:normAutofit/>
          </a:bodyPr>
          <a:lstStyle>
            <a:lvl1pPr>
              <a:defRPr sz="9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CE19E-FF5F-4C73-867C-E931D403CB89}" type="datetimeFigureOut">
              <a:rPr lang="zh-CN" altLang="en-US" smtClean="0"/>
              <a:t>2022/1/26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11938773" y="13073062"/>
            <a:ext cx="496930" cy="482823"/>
          </a:xfrm>
        </p:spPr>
        <p:txBody>
          <a:bodyPr/>
          <a:lstStyle/>
          <a:p>
            <a:fld id="{9AF40035-1F47-4D44-84E9-24309099577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Shape 202"/>
          <p:cNvSpPr/>
          <p:nvPr userDrawn="1"/>
        </p:nvSpPr>
        <p:spPr>
          <a:xfrm>
            <a:off x="1658409" y="9124954"/>
            <a:ext cx="7053795" cy="612669"/>
          </a:xfrm>
          <a:prstGeom prst="roundRect">
            <a:avLst>
              <a:gd name="adj" fmla="val 0"/>
            </a:avLst>
          </a:prstGeom>
          <a:solidFill>
            <a:srgbClr val="0365C0">
              <a:satOff val="-3354"/>
              <a:lumOff val="26614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defTabSz="91441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</a:endParaRPr>
          </a:p>
        </p:txBody>
      </p:sp>
      <p:sp>
        <p:nvSpPr>
          <p:cNvPr id="9" name="Shape 202"/>
          <p:cNvSpPr/>
          <p:nvPr userDrawn="1"/>
        </p:nvSpPr>
        <p:spPr>
          <a:xfrm>
            <a:off x="15641108" y="2806810"/>
            <a:ext cx="7053795" cy="612669"/>
          </a:xfrm>
          <a:prstGeom prst="roundRect">
            <a:avLst>
              <a:gd name="adj" fmla="val 0"/>
            </a:avLst>
          </a:prstGeom>
          <a:solidFill>
            <a:srgbClr val="0365C0">
              <a:satOff val="-3354"/>
              <a:lumOff val="26614"/>
            </a:srgb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marL="0" marR="0" lvl="0" indent="0" defTabSz="91441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sz="32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elvetica Light"/>
            </a:endParaRPr>
          </a:p>
        </p:txBody>
      </p:sp>
    </p:spTree>
    <p:extLst>
      <p:ext uri="{BB962C8B-B14F-4D97-AF65-F5344CB8AC3E}">
        <p14:creationId xmlns:p14="http://schemas.microsoft.com/office/powerpoint/2010/main" val="4243041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1557872" y="1535576"/>
            <a:ext cx="21208997" cy="102202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5867" b="0" cap="all" spc="133" baseline="0">
                <a:solidFill>
                  <a:schemeClr val="accent1"/>
                </a:solidFill>
                <a:latin typeface="Lato Black" panose="020F0A02020204030203" pitchFamily="34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1583267" y="2557603"/>
            <a:ext cx="21208997" cy="37691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ts val="3200"/>
              </a:lnSpc>
              <a:spcBef>
                <a:spcPts val="0"/>
              </a:spcBef>
              <a:buNone/>
              <a:defRPr sz="2400" b="0" cap="none" spc="0" baseline="0">
                <a:solidFill>
                  <a:schemeClr val="accent4"/>
                </a:solidFill>
                <a:latin typeface="Lato" panose="020F0502020204030203" pitchFamily="34" charset="0"/>
                <a:ea typeface="Roboto" panose="02000000000000000000" pitchFamily="2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1583267" y="1312179"/>
            <a:ext cx="2438400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 userDrawn="1"/>
        </p:nvSpPr>
        <p:spPr>
          <a:xfrm>
            <a:off x="1583268" y="12594243"/>
            <a:ext cx="4756147" cy="32823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2133" b="0" spc="80" baseline="0" dirty="0">
                <a:solidFill>
                  <a:schemeClr val="accent3"/>
                </a:solidFill>
                <a:latin typeface="Lato" panose="020F0502020204030203" pitchFamily="34" charset="0"/>
              </a:rPr>
              <a:t>Www.</a:t>
            </a:r>
            <a:r>
              <a:rPr lang="en-US" sz="2133" b="0" kern="1200" spc="80" baseline="0" dirty="0">
                <a:solidFill>
                  <a:schemeClr val="accent2"/>
                </a:solidFill>
                <a:latin typeface="Lato" panose="020F0502020204030203" pitchFamily="34" charset="0"/>
                <a:ea typeface="+mn-ea"/>
                <a:cs typeface="+mn-cs"/>
              </a:rPr>
              <a:t>163yun</a:t>
            </a:r>
            <a:r>
              <a:rPr lang="en-US" sz="2133" b="0" spc="80" baseline="0" dirty="0">
                <a:solidFill>
                  <a:schemeClr val="accent3"/>
                </a:solidFill>
                <a:latin typeface="Lato" panose="020F0502020204030203" pitchFamily="34" charset="0"/>
              </a:rPr>
              <a:t>.Com</a:t>
            </a:r>
            <a:endParaRPr lang="en-US" sz="2133" b="0" spc="80" baseline="0" dirty="0">
              <a:solidFill>
                <a:schemeClr val="accent2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4119775"/>
      </p:ext>
    </p:extLst>
  </p:cSld>
  <p:clrMapOvr>
    <a:masterClrMapping/>
  </p:clrMapOvr>
  <p:transition spd="slow" advClick="0" advTm="3000">
    <p:fade/>
  </p:transition>
  <p:extLst>
    <p:ext uri="{DCECCB84-F9BA-43D5-87BE-67443E8EF086}">
      <p15:sldGuideLst xmlns:p15="http://schemas.microsoft.com/office/powerpoint/2012/main">
        <p15:guide id="1" orient="horz" pos="2700">
          <p15:clr>
            <a:srgbClr val="FBAE40"/>
          </p15:clr>
        </p15:guide>
        <p15:guide id="2" pos="5384">
          <p15:clr>
            <a:srgbClr val="FBAE40"/>
          </p15:clr>
        </p15:guide>
        <p15:guide id="3" pos="374">
          <p15:clr>
            <a:srgbClr val="FBAE40"/>
          </p15:clr>
        </p15:guide>
        <p15:guide id="4" orient="horz" pos="306">
          <p15:clr>
            <a:srgbClr val="FBAE40"/>
          </p15:clr>
        </p15:guide>
        <p15:guide id="5" orient="horz" pos="97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  <a:t>2022/1/26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938773" y="13073062"/>
            <a:ext cx="496930" cy="482823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211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文级别 1…"/>
          <p:cNvSpPr txBox="1">
            <a:spLocks noGrp="1"/>
          </p:cNvSpPr>
          <p:nvPr>
            <p:ph type="body" idx="1"/>
          </p:nvPr>
        </p:nvSpPr>
        <p:spPr>
          <a:xfrm>
            <a:off x="1524000" y="1498378"/>
            <a:ext cx="21336000" cy="51527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grpSp>
        <p:nvGrpSpPr>
          <p:cNvPr id="5" name="成组"/>
          <p:cNvGrpSpPr/>
          <p:nvPr/>
        </p:nvGrpSpPr>
        <p:grpSpPr>
          <a:xfrm>
            <a:off x="764791" y="12732591"/>
            <a:ext cx="4386967" cy="513349"/>
            <a:chOff x="0" y="0"/>
            <a:chExt cx="4386965" cy="513348"/>
          </a:xfrm>
        </p:grpSpPr>
        <p:pic>
          <p:nvPicPr>
            <p:cNvPr id="3" name="成组" descr="成组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0" y="0"/>
              <a:ext cx="734169" cy="45885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4" name="Effective Cloud User Group"/>
            <p:cNvSpPr txBox="1"/>
            <p:nvPr/>
          </p:nvSpPr>
          <p:spPr>
            <a:xfrm>
              <a:off x="835616" y="47105"/>
              <a:ext cx="3551350" cy="46624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 algn="l" defTabSz="12700">
                <a:lnSpc>
                  <a:spcPts val="2600"/>
                </a:lnSpc>
                <a:tabLst>
                  <a:tab pos="355600" algn="l"/>
                  <a:tab pos="711200" algn="l"/>
                  <a:tab pos="1066800" algn="l"/>
                  <a:tab pos="1422400" algn="l"/>
                  <a:tab pos="1778000" algn="l"/>
                  <a:tab pos="2133600" algn="l"/>
                  <a:tab pos="2489200" algn="l"/>
                  <a:tab pos="2844800" algn="l"/>
                  <a:tab pos="3200400" algn="l"/>
                  <a:tab pos="3556000" algn="l"/>
                  <a:tab pos="3911600" algn="l"/>
                  <a:tab pos="4267200" algn="l"/>
                </a:tabLst>
                <a:defRPr sz="2200" b="0">
                  <a:solidFill>
                    <a:srgbClr val="5E5E5E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r>
                <a:t>Effective Cloud User Group</a:t>
              </a:r>
            </a:p>
          </p:txBody>
        </p:sp>
      </p:grpSp>
      <p:sp>
        <p:nvSpPr>
          <p:cNvPr id="6" name="www.ecug.org"/>
          <p:cNvSpPr txBox="1"/>
          <p:nvPr/>
        </p:nvSpPr>
        <p:spPr>
          <a:xfrm>
            <a:off x="21699008" y="12757298"/>
            <a:ext cx="1910421" cy="4639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2200" b="0">
                <a:solidFill>
                  <a:srgbClr val="5E5E5E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t>www.ecug.org</a:t>
            </a:r>
          </a:p>
        </p:txBody>
      </p:sp>
      <p:sp>
        <p:nvSpPr>
          <p:cNvPr id="7" name="标题文本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8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4" r:id="rId3"/>
    <p:sldLayoutId id="2147483657" r:id="rId4"/>
    <p:sldLayoutId id="2147483658" r:id="rId5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0" marR="0" indent="0" algn="l" defTabSz="821531" latinLnBrk="0">
        <a:lnSpc>
          <a:spcPct val="100000"/>
        </a:lnSpc>
        <a:spcBef>
          <a:spcPts val="450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1pPr>
      <a:lvl2pPr marL="0" marR="0" indent="0" algn="l" defTabSz="821531" latinLnBrk="0">
        <a:lnSpc>
          <a:spcPct val="100000"/>
        </a:lnSpc>
        <a:spcBef>
          <a:spcPts val="450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2pPr>
      <a:lvl3pPr marL="0" marR="0" indent="0" algn="l" defTabSz="821531" latinLnBrk="0">
        <a:lnSpc>
          <a:spcPct val="100000"/>
        </a:lnSpc>
        <a:spcBef>
          <a:spcPts val="450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3pPr>
      <a:lvl4pPr marL="0" marR="0" indent="0" algn="l" defTabSz="821531" latinLnBrk="0">
        <a:lnSpc>
          <a:spcPct val="100000"/>
        </a:lnSpc>
        <a:spcBef>
          <a:spcPts val="450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4pPr>
      <a:lvl5pPr marL="0" marR="0" indent="0" algn="l" defTabSz="821531" latinLnBrk="0">
        <a:lnSpc>
          <a:spcPct val="100000"/>
        </a:lnSpc>
        <a:spcBef>
          <a:spcPts val="450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5pPr>
      <a:lvl6pPr marL="0" marR="0" indent="0" algn="l" defTabSz="821531" latinLnBrk="0">
        <a:lnSpc>
          <a:spcPct val="100000"/>
        </a:lnSpc>
        <a:spcBef>
          <a:spcPts val="450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6pPr>
      <a:lvl7pPr marL="0" marR="0" indent="0" algn="l" defTabSz="821531" latinLnBrk="0">
        <a:lnSpc>
          <a:spcPct val="100000"/>
        </a:lnSpc>
        <a:spcBef>
          <a:spcPts val="450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7pPr>
      <a:lvl8pPr marL="0" marR="0" indent="0" algn="l" defTabSz="821531" latinLnBrk="0">
        <a:lnSpc>
          <a:spcPct val="100000"/>
        </a:lnSpc>
        <a:spcBef>
          <a:spcPts val="450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8pPr>
      <a:lvl9pPr marL="0" marR="0" indent="0" algn="l" defTabSz="821531" latinLnBrk="0">
        <a:lnSpc>
          <a:spcPct val="100000"/>
        </a:lnSpc>
        <a:spcBef>
          <a:spcPts val="450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您的演讲标题可以写在这里…"/>
          <p:cNvSpPr txBox="1"/>
          <p:nvPr/>
        </p:nvSpPr>
        <p:spPr>
          <a:xfrm>
            <a:off x="1885685" y="3793672"/>
            <a:ext cx="15240001" cy="2124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algn="l">
              <a:lnSpc>
                <a:spcPct val="150000"/>
              </a:lnSpc>
              <a:defRPr sz="9600" b="0">
                <a:latin typeface="Heiti SC Medium"/>
                <a:ea typeface="Heiti SC Medium"/>
                <a:cs typeface="Heiti SC Medium"/>
                <a:sym typeface="Heiti SC Medium"/>
              </a:defRPr>
            </a:pPr>
            <a:r>
              <a:rPr lang="zh-CN" altLang="en-US" sz="9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演讲主题</a:t>
            </a:r>
            <a:endParaRPr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2" name="大家该怎么称呼您（请写在这里）"/>
          <p:cNvSpPr txBox="1"/>
          <p:nvPr/>
        </p:nvSpPr>
        <p:spPr>
          <a:xfrm>
            <a:off x="1974585" y="8681205"/>
            <a:ext cx="15240001" cy="1437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lnSpc>
                <a:spcPct val="120000"/>
              </a:lnSpc>
              <a:defRPr sz="5200" b="0">
                <a:latin typeface="Heiti SC Light"/>
                <a:ea typeface="Heiti SC Light"/>
                <a:cs typeface="Heiti SC Light"/>
                <a:sym typeface="Heiti SC Light"/>
              </a:defRPr>
            </a:lvl1pPr>
          </a:lstStyle>
          <a:p>
            <a:r>
              <a:rPr lang="zh-CN" altLang="en-US" sz="4400" b="1" dirty="0">
                <a:solidFill>
                  <a:schemeClr val="dk1">
                    <a:lumMod val="10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演讲人</a:t>
            </a:r>
            <a:endParaRPr lang="en-US" altLang="zh-CN" sz="4400" b="1" dirty="0">
              <a:solidFill>
                <a:schemeClr val="dk1">
                  <a:lumMod val="10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  <a:p>
            <a:r>
              <a:rPr lang="zh-CN" altLang="en-US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演讲人 </a:t>
            </a:r>
            <a:r>
              <a:rPr lang="en-US" altLang="zh-CN" sz="2800" dirty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title</a:t>
            </a:r>
          </a:p>
        </p:txBody>
      </p:sp>
      <p:sp>
        <p:nvSpPr>
          <p:cNvPr id="73" name="矩形"/>
          <p:cNvSpPr/>
          <p:nvPr/>
        </p:nvSpPr>
        <p:spPr>
          <a:xfrm>
            <a:off x="1974585" y="8273704"/>
            <a:ext cx="11430001" cy="79797"/>
          </a:xfrm>
          <a:prstGeom prst="rect">
            <a:avLst/>
          </a:prstGeom>
          <a:solidFill>
            <a:srgbClr val="6F2BC9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62743948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63701" y="5228950"/>
            <a:ext cx="21031200" cy="2086532"/>
          </a:xfrm>
          <a:ln w="12700">
            <a:miter lim="400000"/>
          </a:ln>
        </p:spPr>
        <p:txBody>
          <a:bodyPr lIns="71437" tIns="71437" rIns="71437" bIns="71437" anchor="ctr">
            <a:spAutoFit/>
          </a:bodyPr>
          <a:lstStyle/>
          <a:p>
            <a:pPr hangingPunct="0">
              <a:lnSpc>
                <a:spcPct val="150000"/>
              </a:lnSpc>
            </a:pPr>
            <a:r>
              <a:rPr lang="zh-CN" altLang="en-US" b="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内容页</a:t>
            </a:r>
          </a:p>
        </p:txBody>
      </p:sp>
    </p:spTree>
    <p:extLst>
      <p:ext uri="{BB962C8B-B14F-4D97-AF65-F5344CB8AC3E}">
        <p14:creationId xmlns:p14="http://schemas.microsoft.com/office/powerpoint/2010/main" val="1368635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4276AA"/>
      </a:accent1>
      <a:accent2>
        <a:srgbClr val="1689A0"/>
      </a:accent2>
      <a:accent3>
        <a:srgbClr val="3FA692"/>
      </a:accent3>
      <a:accent4>
        <a:srgbClr val="5167A4"/>
      </a:accent4>
      <a:accent5>
        <a:srgbClr val="5E5CA2"/>
      </a:accent5>
      <a:accent6>
        <a:srgbClr val="768395"/>
      </a:accent6>
      <a:hlink>
        <a:srgbClr val="4276AA"/>
      </a:hlink>
      <a:folHlink>
        <a:srgbClr val="BFBFBF"/>
      </a:folHlink>
    </a:clrScheme>
    <a:fontScheme name="n3uediab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White">
    <a:dk1>
      <a:srgbClr val="000000"/>
    </a:dk1>
    <a:lt1>
      <a:srgbClr val="FFFFFF"/>
    </a:lt1>
    <a:dk2>
      <a:srgbClr val="768395"/>
    </a:dk2>
    <a:lt2>
      <a:srgbClr val="F0F0F0"/>
    </a:lt2>
    <a:accent1>
      <a:srgbClr val="4276AA"/>
    </a:accent1>
    <a:accent2>
      <a:srgbClr val="1689A0"/>
    </a:accent2>
    <a:accent3>
      <a:srgbClr val="3FA692"/>
    </a:accent3>
    <a:accent4>
      <a:srgbClr val="5167A4"/>
    </a:accent4>
    <a:accent5>
      <a:srgbClr val="5E5CA2"/>
    </a:accent5>
    <a:accent6>
      <a:srgbClr val="768395"/>
    </a:accent6>
    <a:hlink>
      <a:srgbClr val="4276AA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White">
    <a:dk1>
      <a:srgbClr val="000000"/>
    </a:dk1>
    <a:lt1>
      <a:srgbClr val="FFFFFF"/>
    </a:lt1>
    <a:dk2>
      <a:srgbClr val="768395"/>
    </a:dk2>
    <a:lt2>
      <a:srgbClr val="F0F0F0"/>
    </a:lt2>
    <a:accent1>
      <a:srgbClr val="4276AA"/>
    </a:accent1>
    <a:accent2>
      <a:srgbClr val="1689A0"/>
    </a:accent2>
    <a:accent3>
      <a:srgbClr val="3FA692"/>
    </a:accent3>
    <a:accent4>
      <a:srgbClr val="5167A4"/>
    </a:accent4>
    <a:accent5>
      <a:srgbClr val="5E5CA2"/>
    </a:accent5>
    <a:accent6>
      <a:srgbClr val="768395"/>
    </a:accent6>
    <a:hlink>
      <a:srgbClr val="4276AA"/>
    </a:hlink>
    <a:folHlink>
      <a:srgbClr val="BFBFB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10596</TotalTime>
  <Words>14</Words>
  <Application>Microsoft Office PowerPoint</Application>
  <PresentationFormat>Custom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4" baseType="lpstr">
      <vt:lpstr>Heiti SC Medium</vt:lpstr>
      <vt:lpstr>Helvetica Light</vt:lpstr>
      <vt:lpstr>Helvetica Neue</vt:lpstr>
      <vt:lpstr>Helvetica Neue Light</vt:lpstr>
      <vt:lpstr>Helvetica Neue Thin</vt:lpstr>
      <vt:lpstr>微软雅黑</vt:lpstr>
      <vt:lpstr>Arial</vt:lpstr>
      <vt:lpstr>Arial Black</vt:lpstr>
      <vt:lpstr>Lato</vt:lpstr>
      <vt:lpstr>Lato Black</vt:lpstr>
      <vt:lpstr>White</vt:lpstr>
      <vt:lpstr>PowerPoint Presentation</vt:lpstr>
      <vt:lpstr>内容页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朱剑峰</dc:creator>
  <cp:lastModifiedBy>Frank</cp:lastModifiedBy>
  <cp:revision>143</cp:revision>
  <dcterms:modified xsi:type="dcterms:W3CDTF">2022-01-26T01:50:03Z</dcterms:modified>
</cp:coreProperties>
</file>