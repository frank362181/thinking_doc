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4.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5.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handoutMasterIdLst>
    <p:handoutMasterId r:id="rId37"/>
  </p:handoutMasterIdLst>
  <p:sldIdLst>
    <p:sldId id="256" r:id="rId2"/>
    <p:sldId id="459" r:id="rId3"/>
    <p:sldId id="462" r:id="rId4"/>
    <p:sldId id="281" r:id="rId5"/>
    <p:sldId id="278" r:id="rId6"/>
    <p:sldId id="279" r:id="rId7"/>
    <p:sldId id="280" r:id="rId8"/>
    <p:sldId id="460" r:id="rId9"/>
    <p:sldId id="461" r:id="rId10"/>
    <p:sldId id="463" r:id="rId11"/>
    <p:sldId id="276" r:id="rId12"/>
    <p:sldId id="465" r:id="rId13"/>
    <p:sldId id="466" r:id="rId14"/>
    <p:sldId id="467" r:id="rId15"/>
    <p:sldId id="273" r:id="rId16"/>
    <p:sldId id="268" r:id="rId17"/>
    <p:sldId id="468" r:id="rId18"/>
    <p:sldId id="469" r:id="rId19"/>
    <p:sldId id="470" r:id="rId20"/>
    <p:sldId id="473" r:id="rId21"/>
    <p:sldId id="474" r:id="rId22"/>
    <p:sldId id="475" r:id="rId23"/>
    <p:sldId id="464" r:id="rId24"/>
    <p:sldId id="476" r:id="rId25"/>
    <p:sldId id="274" r:id="rId26"/>
    <p:sldId id="477" r:id="rId27"/>
    <p:sldId id="269" r:id="rId28"/>
    <p:sldId id="271" r:id="rId29"/>
    <p:sldId id="272" r:id="rId30"/>
    <p:sldId id="270" r:id="rId31"/>
    <p:sldId id="258" r:id="rId32"/>
    <p:sldId id="275" r:id="rId33"/>
    <p:sldId id="267" r:id="rId34"/>
    <p:sldId id="260" r:id="rId35"/>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2500" b="0" i="0" u="none" strike="noStrike" cap="none" spc="0" normalizeH="0" baseline="0">
        <a:ln>
          <a:noFill/>
        </a:ln>
        <a:solidFill>
          <a:srgbClr val="000000"/>
        </a:solidFill>
        <a:effectLst/>
        <a:uFillTx/>
        <a:latin typeface="+mn-lt"/>
        <a:ea typeface="+mn-ea"/>
        <a:cs typeface="+mn-cs"/>
        <a:sym typeface="Helvetica Light"/>
      </a:defRPr>
    </a:lvl1pPr>
    <a:lvl2pPr marL="0" marR="0" indent="114300" algn="ctr" defTabSz="412750" rtl="0" fontAlgn="auto" latinLnBrk="0" hangingPunct="0">
      <a:lnSpc>
        <a:spcPct val="100000"/>
      </a:lnSpc>
      <a:spcBef>
        <a:spcPts val="0"/>
      </a:spcBef>
      <a:spcAft>
        <a:spcPts val="0"/>
      </a:spcAft>
      <a:buClrTx/>
      <a:buSzTx/>
      <a:buFontTx/>
      <a:buNone/>
      <a:tabLst/>
      <a:defRPr kumimoji="0" sz="2500" b="0" i="0" u="none" strike="noStrike" cap="none" spc="0" normalizeH="0" baseline="0">
        <a:ln>
          <a:noFill/>
        </a:ln>
        <a:solidFill>
          <a:srgbClr val="000000"/>
        </a:solidFill>
        <a:effectLst/>
        <a:uFillTx/>
        <a:latin typeface="+mn-lt"/>
        <a:ea typeface="+mn-ea"/>
        <a:cs typeface="+mn-cs"/>
        <a:sym typeface="Helvetica Light"/>
      </a:defRPr>
    </a:lvl2pPr>
    <a:lvl3pPr marL="0" marR="0" indent="228600" algn="ctr" defTabSz="412750" rtl="0" fontAlgn="auto" latinLnBrk="0" hangingPunct="0">
      <a:lnSpc>
        <a:spcPct val="100000"/>
      </a:lnSpc>
      <a:spcBef>
        <a:spcPts val="0"/>
      </a:spcBef>
      <a:spcAft>
        <a:spcPts val="0"/>
      </a:spcAft>
      <a:buClrTx/>
      <a:buSzTx/>
      <a:buFontTx/>
      <a:buNone/>
      <a:tabLst/>
      <a:defRPr kumimoji="0" sz="2500" b="0" i="0" u="none" strike="noStrike" cap="none" spc="0" normalizeH="0" baseline="0">
        <a:ln>
          <a:noFill/>
        </a:ln>
        <a:solidFill>
          <a:srgbClr val="000000"/>
        </a:solidFill>
        <a:effectLst/>
        <a:uFillTx/>
        <a:latin typeface="+mn-lt"/>
        <a:ea typeface="+mn-ea"/>
        <a:cs typeface="+mn-cs"/>
        <a:sym typeface="Helvetica Light"/>
      </a:defRPr>
    </a:lvl3pPr>
    <a:lvl4pPr marL="0" marR="0" indent="342900" algn="ctr" defTabSz="412750" rtl="0" fontAlgn="auto" latinLnBrk="0" hangingPunct="0">
      <a:lnSpc>
        <a:spcPct val="100000"/>
      </a:lnSpc>
      <a:spcBef>
        <a:spcPts val="0"/>
      </a:spcBef>
      <a:spcAft>
        <a:spcPts val="0"/>
      </a:spcAft>
      <a:buClrTx/>
      <a:buSzTx/>
      <a:buFontTx/>
      <a:buNone/>
      <a:tabLst/>
      <a:defRPr kumimoji="0" sz="2500" b="0" i="0" u="none" strike="noStrike" cap="none" spc="0" normalizeH="0" baseline="0">
        <a:ln>
          <a:noFill/>
        </a:ln>
        <a:solidFill>
          <a:srgbClr val="000000"/>
        </a:solidFill>
        <a:effectLst/>
        <a:uFillTx/>
        <a:latin typeface="+mn-lt"/>
        <a:ea typeface="+mn-ea"/>
        <a:cs typeface="+mn-cs"/>
        <a:sym typeface="Helvetica Light"/>
      </a:defRPr>
    </a:lvl4pPr>
    <a:lvl5pPr marL="0" marR="0" indent="457200" algn="ctr" defTabSz="412750" rtl="0" fontAlgn="auto" latinLnBrk="0" hangingPunct="0">
      <a:lnSpc>
        <a:spcPct val="100000"/>
      </a:lnSpc>
      <a:spcBef>
        <a:spcPts val="0"/>
      </a:spcBef>
      <a:spcAft>
        <a:spcPts val="0"/>
      </a:spcAft>
      <a:buClrTx/>
      <a:buSzTx/>
      <a:buFontTx/>
      <a:buNone/>
      <a:tabLst/>
      <a:defRPr kumimoji="0" sz="2500" b="0" i="0" u="none" strike="noStrike" cap="none" spc="0" normalizeH="0" baseline="0">
        <a:ln>
          <a:noFill/>
        </a:ln>
        <a:solidFill>
          <a:srgbClr val="000000"/>
        </a:solidFill>
        <a:effectLst/>
        <a:uFillTx/>
        <a:latin typeface="+mn-lt"/>
        <a:ea typeface="+mn-ea"/>
        <a:cs typeface="+mn-cs"/>
        <a:sym typeface="Helvetica Light"/>
      </a:defRPr>
    </a:lvl5pPr>
    <a:lvl6pPr marL="0" marR="0" indent="571500" algn="ctr" defTabSz="412750" rtl="0" fontAlgn="auto" latinLnBrk="0" hangingPunct="0">
      <a:lnSpc>
        <a:spcPct val="100000"/>
      </a:lnSpc>
      <a:spcBef>
        <a:spcPts val="0"/>
      </a:spcBef>
      <a:spcAft>
        <a:spcPts val="0"/>
      </a:spcAft>
      <a:buClrTx/>
      <a:buSzTx/>
      <a:buFontTx/>
      <a:buNone/>
      <a:tabLst/>
      <a:defRPr kumimoji="0" sz="2500" b="0" i="0" u="none" strike="noStrike" cap="none" spc="0" normalizeH="0" baseline="0">
        <a:ln>
          <a:noFill/>
        </a:ln>
        <a:solidFill>
          <a:srgbClr val="000000"/>
        </a:solidFill>
        <a:effectLst/>
        <a:uFillTx/>
        <a:latin typeface="+mn-lt"/>
        <a:ea typeface="+mn-ea"/>
        <a:cs typeface="+mn-cs"/>
        <a:sym typeface="Helvetica Light"/>
      </a:defRPr>
    </a:lvl6pPr>
    <a:lvl7pPr marL="0" marR="0" indent="685800" algn="ctr" defTabSz="412750" rtl="0" fontAlgn="auto" latinLnBrk="0" hangingPunct="0">
      <a:lnSpc>
        <a:spcPct val="100000"/>
      </a:lnSpc>
      <a:spcBef>
        <a:spcPts val="0"/>
      </a:spcBef>
      <a:spcAft>
        <a:spcPts val="0"/>
      </a:spcAft>
      <a:buClrTx/>
      <a:buSzTx/>
      <a:buFontTx/>
      <a:buNone/>
      <a:tabLst/>
      <a:defRPr kumimoji="0" sz="2500" b="0" i="0" u="none" strike="noStrike" cap="none" spc="0" normalizeH="0" baseline="0">
        <a:ln>
          <a:noFill/>
        </a:ln>
        <a:solidFill>
          <a:srgbClr val="000000"/>
        </a:solidFill>
        <a:effectLst/>
        <a:uFillTx/>
        <a:latin typeface="+mn-lt"/>
        <a:ea typeface="+mn-ea"/>
        <a:cs typeface="+mn-cs"/>
        <a:sym typeface="Helvetica Light"/>
      </a:defRPr>
    </a:lvl7pPr>
    <a:lvl8pPr marL="0" marR="0" indent="800100" algn="ctr" defTabSz="412750" rtl="0" fontAlgn="auto" latinLnBrk="0" hangingPunct="0">
      <a:lnSpc>
        <a:spcPct val="100000"/>
      </a:lnSpc>
      <a:spcBef>
        <a:spcPts val="0"/>
      </a:spcBef>
      <a:spcAft>
        <a:spcPts val="0"/>
      </a:spcAft>
      <a:buClrTx/>
      <a:buSzTx/>
      <a:buFontTx/>
      <a:buNone/>
      <a:tabLst/>
      <a:defRPr kumimoji="0" sz="2500" b="0" i="0" u="none" strike="noStrike" cap="none" spc="0" normalizeH="0" baseline="0">
        <a:ln>
          <a:noFill/>
        </a:ln>
        <a:solidFill>
          <a:srgbClr val="000000"/>
        </a:solidFill>
        <a:effectLst/>
        <a:uFillTx/>
        <a:latin typeface="+mn-lt"/>
        <a:ea typeface="+mn-ea"/>
        <a:cs typeface="+mn-cs"/>
        <a:sym typeface="Helvetica Light"/>
      </a:defRPr>
    </a:lvl8pPr>
    <a:lvl9pPr marL="0" marR="0" indent="914400" algn="ctr" defTabSz="412750" rtl="0" fontAlgn="auto" latinLnBrk="0" hangingPunct="0">
      <a:lnSpc>
        <a:spcPct val="100000"/>
      </a:lnSpc>
      <a:spcBef>
        <a:spcPts val="0"/>
      </a:spcBef>
      <a:spcAft>
        <a:spcPts val="0"/>
      </a:spcAft>
      <a:buClrTx/>
      <a:buSzTx/>
      <a:buFontTx/>
      <a:buNone/>
      <a:tabLst/>
      <a:defRPr kumimoji="0" sz="2500" b="0" i="0" u="none" strike="noStrike" cap="none" spc="0" normalizeH="0" baseline="0">
        <a:ln>
          <a:noFill/>
        </a:ln>
        <a:solidFill>
          <a:srgbClr val="000000"/>
        </a:solidFill>
        <a:effectLst/>
        <a:uFillTx/>
        <a:latin typeface="+mn-lt"/>
        <a:ea typeface="+mn-ea"/>
        <a:cs typeface="+mn-cs"/>
        <a:sym typeface="Helvetica Light"/>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4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05" autoAdjust="0"/>
    <p:restoredTop sz="94643"/>
  </p:normalViewPr>
  <p:slideViewPr>
    <p:cSldViewPr snapToGrid="0" showGuides="1">
      <p:cViewPr varScale="1">
        <p:scale>
          <a:sx n="100" d="100"/>
          <a:sy n="100" d="100"/>
        </p:scale>
        <p:origin x="80" y="592"/>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3082" y="4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C6D072-918C-4A78-AAE2-10DB6A0CF66F}" type="doc">
      <dgm:prSet loTypeId="urn:microsoft.com/office/officeart/2005/8/layout/hList1" loCatId="list" qsTypeId="urn:microsoft.com/office/officeart/2005/8/quickstyle/simple1" qsCatId="simple" csTypeId="urn:microsoft.com/office/officeart/2005/8/colors/accent1_1" csCatId="accent1" phldr="1"/>
      <dgm:spPr/>
      <dgm:t>
        <a:bodyPr/>
        <a:lstStyle/>
        <a:p>
          <a:endParaRPr lang="zh-CN" altLang="en-US"/>
        </a:p>
      </dgm:t>
    </dgm:pt>
    <dgm:pt modelId="{BB418FEE-9827-4E23-BE09-231065D9C936}">
      <dgm:prSet phldrT="[文本]"/>
      <dgm:spPr>
        <a:solidFill>
          <a:schemeClr val="bg2"/>
        </a:solidFill>
      </dgm:spPr>
      <dgm:t>
        <a:bodyPr/>
        <a:lstStyle/>
        <a:p>
          <a:r>
            <a:rPr lang="zh-CN" altLang="en-US"/>
            <a:t>基准代码</a:t>
          </a:r>
          <a:endParaRPr lang="zh-CN" altLang="en-US" dirty="0"/>
        </a:p>
      </dgm:t>
    </dgm:pt>
    <dgm:pt modelId="{AA9B8CA6-83CF-4BD9-B1D1-500831A3AEA8}" type="parTrans" cxnId="{8E5425A0-090A-4251-AA9C-3BE91025C478}">
      <dgm:prSet/>
      <dgm:spPr/>
      <dgm:t>
        <a:bodyPr/>
        <a:lstStyle/>
        <a:p>
          <a:endParaRPr lang="zh-CN" altLang="en-US"/>
        </a:p>
      </dgm:t>
    </dgm:pt>
    <dgm:pt modelId="{9B6B9AF8-F53E-4131-B85F-2A5B9DDB7E1F}" type="sibTrans" cxnId="{8E5425A0-090A-4251-AA9C-3BE91025C478}">
      <dgm:prSet/>
      <dgm:spPr/>
      <dgm:t>
        <a:bodyPr/>
        <a:lstStyle/>
        <a:p>
          <a:endParaRPr lang="zh-CN" altLang="en-US"/>
        </a:p>
      </dgm:t>
    </dgm:pt>
    <dgm:pt modelId="{582118DB-3DA7-4C6C-A1F0-1BAA038569B3}">
      <dgm:prSet phldrT="[文本]"/>
      <dgm:spPr/>
      <dgm:t>
        <a:bodyPr/>
        <a:lstStyle/>
        <a:p>
          <a:pPr>
            <a:buFontTx/>
            <a:buNone/>
          </a:pPr>
          <a:r>
            <a:rPr lang="zh-CN" altLang="en-US"/>
            <a:t>单一代码库多种环境部署</a:t>
          </a:r>
          <a:endParaRPr lang="zh-CN" altLang="en-US" dirty="0"/>
        </a:p>
      </dgm:t>
    </dgm:pt>
    <dgm:pt modelId="{57708AFB-D6C8-4EED-BC3E-91C85F3AF8EA}" type="parTrans" cxnId="{72D77186-3BC1-453A-A7BE-AC20F5DA9BE0}">
      <dgm:prSet/>
      <dgm:spPr/>
      <dgm:t>
        <a:bodyPr/>
        <a:lstStyle/>
        <a:p>
          <a:endParaRPr lang="zh-CN" altLang="en-US"/>
        </a:p>
      </dgm:t>
    </dgm:pt>
    <dgm:pt modelId="{FDA99BFA-738A-4386-9C0B-D0415A3494AD}" type="sibTrans" cxnId="{72D77186-3BC1-453A-A7BE-AC20F5DA9BE0}">
      <dgm:prSet/>
      <dgm:spPr/>
      <dgm:t>
        <a:bodyPr/>
        <a:lstStyle/>
        <a:p>
          <a:endParaRPr lang="zh-CN" altLang="en-US"/>
        </a:p>
      </dgm:t>
    </dgm:pt>
    <dgm:pt modelId="{E88D52F8-325B-4615-AF22-0D95CDFF4075}">
      <dgm:prSet phldrT="[文本]"/>
      <dgm:spPr>
        <a:solidFill>
          <a:schemeClr val="bg2"/>
        </a:solidFill>
      </dgm:spPr>
      <dgm:t>
        <a:bodyPr/>
        <a:lstStyle/>
        <a:p>
          <a:r>
            <a:rPr lang="zh-CN" altLang="en-US"/>
            <a:t>声明式依赖关系</a:t>
          </a:r>
          <a:endParaRPr lang="zh-CN" altLang="en-US" dirty="0"/>
        </a:p>
      </dgm:t>
    </dgm:pt>
    <dgm:pt modelId="{42B8C3B4-41C0-4E37-BCD0-1E77F41F2F5C}" type="parTrans" cxnId="{661E1ACA-C007-42C1-9FE7-DA538D4777E2}">
      <dgm:prSet/>
      <dgm:spPr/>
      <dgm:t>
        <a:bodyPr/>
        <a:lstStyle/>
        <a:p>
          <a:endParaRPr lang="zh-CN" altLang="en-US"/>
        </a:p>
      </dgm:t>
    </dgm:pt>
    <dgm:pt modelId="{501EEE56-3826-4C37-A0C1-4E3A063A3463}" type="sibTrans" cxnId="{661E1ACA-C007-42C1-9FE7-DA538D4777E2}">
      <dgm:prSet/>
      <dgm:spPr/>
      <dgm:t>
        <a:bodyPr/>
        <a:lstStyle/>
        <a:p>
          <a:endParaRPr lang="zh-CN" altLang="en-US"/>
        </a:p>
      </dgm:t>
    </dgm:pt>
    <dgm:pt modelId="{9B6C975B-DC47-4BC0-875F-678FECB91C8F}">
      <dgm:prSet phldrT="[文本]"/>
      <dgm:spPr>
        <a:solidFill>
          <a:schemeClr val="bg2"/>
        </a:solidFill>
      </dgm:spPr>
      <dgm:t>
        <a:bodyPr/>
        <a:lstStyle/>
        <a:p>
          <a:r>
            <a:rPr lang="zh-CN" altLang="en-US"/>
            <a:t>配置存储</a:t>
          </a:r>
          <a:endParaRPr lang="zh-CN" altLang="en-US" dirty="0"/>
        </a:p>
      </dgm:t>
    </dgm:pt>
    <dgm:pt modelId="{D12DFE40-43A2-48D3-B1BA-ECADC4F4FFCA}" type="parTrans" cxnId="{E3C580D5-C352-4481-B9D3-9E8731CFB4A1}">
      <dgm:prSet/>
      <dgm:spPr/>
      <dgm:t>
        <a:bodyPr/>
        <a:lstStyle/>
        <a:p>
          <a:endParaRPr lang="zh-CN" altLang="en-US"/>
        </a:p>
      </dgm:t>
    </dgm:pt>
    <dgm:pt modelId="{A021EA31-7DD6-43AD-8B7D-9B408B032AEF}" type="sibTrans" cxnId="{E3C580D5-C352-4481-B9D3-9E8731CFB4A1}">
      <dgm:prSet/>
      <dgm:spPr/>
      <dgm:t>
        <a:bodyPr/>
        <a:lstStyle/>
        <a:p>
          <a:endParaRPr lang="zh-CN" altLang="en-US"/>
        </a:p>
      </dgm:t>
    </dgm:pt>
    <dgm:pt modelId="{815CFDD6-FADB-4A55-AC6C-AC323ED501C7}">
      <dgm:prSet phldrT="[文本]"/>
      <dgm:spPr/>
      <dgm:t>
        <a:bodyPr/>
        <a:lstStyle/>
        <a:p>
          <a:pPr>
            <a:buFontTx/>
            <a:buNone/>
          </a:pPr>
          <a:r>
            <a:rPr lang="zh-CN" altLang="en-US"/>
            <a:t>环境变量存储配置</a:t>
          </a:r>
          <a:endParaRPr lang="zh-CN" altLang="en-US" dirty="0"/>
        </a:p>
      </dgm:t>
    </dgm:pt>
    <dgm:pt modelId="{00F7E3CB-E866-4407-B188-7680E0A52DFB}" type="parTrans" cxnId="{6BC889F1-F51E-4917-991A-F851FE1E96FA}">
      <dgm:prSet/>
      <dgm:spPr/>
      <dgm:t>
        <a:bodyPr/>
        <a:lstStyle/>
        <a:p>
          <a:endParaRPr lang="en-US"/>
        </a:p>
      </dgm:t>
    </dgm:pt>
    <dgm:pt modelId="{84DD9035-3ABC-48C6-A978-0166B378DAFB}" type="sibTrans" cxnId="{6BC889F1-F51E-4917-991A-F851FE1E96FA}">
      <dgm:prSet/>
      <dgm:spPr/>
      <dgm:t>
        <a:bodyPr/>
        <a:lstStyle/>
        <a:p>
          <a:endParaRPr lang="en-US"/>
        </a:p>
      </dgm:t>
    </dgm:pt>
    <dgm:pt modelId="{FBC705AC-E0C7-43DD-AAE4-549686C1B894}">
      <dgm:prSet phldrT="[文本]"/>
      <dgm:spPr/>
      <dgm:t>
        <a:bodyPr/>
        <a:lstStyle/>
        <a:p>
          <a:pPr>
            <a:buFontTx/>
            <a:buNone/>
          </a:pPr>
          <a:r>
            <a:rPr lang="zh-CN" altLang="en-US"/>
            <a:t>关联性声明并妥善管理</a:t>
          </a:r>
          <a:endParaRPr lang="zh-CN" altLang="en-US" dirty="0"/>
        </a:p>
      </dgm:t>
    </dgm:pt>
    <dgm:pt modelId="{14EB8D3A-768A-4476-A956-AC6026969FEC}" type="parTrans" cxnId="{408E4416-061A-44C0-9464-DE5CCE15B34C}">
      <dgm:prSet/>
      <dgm:spPr/>
      <dgm:t>
        <a:bodyPr/>
        <a:lstStyle/>
        <a:p>
          <a:endParaRPr lang="en-US"/>
        </a:p>
      </dgm:t>
    </dgm:pt>
    <dgm:pt modelId="{EC8DE1AE-CE26-4A55-B032-B55D3AF7F34A}" type="sibTrans" cxnId="{408E4416-061A-44C0-9464-DE5CCE15B34C}">
      <dgm:prSet/>
      <dgm:spPr/>
      <dgm:t>
        <a:bodyPr/>
        <a:lstStyle/>
        <a:p>
          <a:endParaRPr lang="en-US"/>
        </a:p>
      </dgm:t>
    </dgm:pt>
    <dgm:pt modelId="{DE2D81FD-29CF-4349-9808-51A3E3BC4459}" type="pres">
      <dgm:prSet presAssocID="{25C6D072-918C-4A78-AAE2-10DB6A0CF66F}" presName="Name0" presStyleCnt="0">
        <dgm:presLayoutVars>
          <dgm:dir/>
          <dgm:animLvl val="lvl"/>
          <dgm:resizeHandles val="exact"/>
        </dgm:presLayoutVars>
      </dgm:prSet>
      <dgm:spPr/>
    </dgm:pt>
    <dgm:pt modelId="{AAC98991-D49E-46DF-A87C-BCF26B1C7973}" type="pres">
      <dgm:prSet presAssocID="{BB418FEE-9827-4E23-BE09-231065D9C936}" presName="composite" presStyleCnt="0"/>
      <dgm:spPr/>
    </dgm:pt>
    <dgm:pt modelId="{372702B5-28A0-4263-946D-6CA693947320}" type="pres">
      <dgm:prSet presAssocID="{BB418FEE-9827-4E23-BE09-231065D9C936}" presName="parTx" presStyleLbl="alignNode1" presStyleIdx="0" presStyleCnt="3">
        <dgm:presLayoutVars>
          <dgm:chMax val="0"/>
          <dgm:chPref val="0"/>
          <dgm:bulletEnabled val="1"/>
        </dgm:presLayoutVars>
      </dgm:prSet>
      <dgm:spPr/>
    </dgm:pt>
    <dgm:pt modelId="{943EFF0E-D9DA-4D8F-AF02-5316F577E058}" type="pres">
      <dgm:prSet presAssocID="{BB418FEE-9827-4E23-BE09-231065D9C936}" presName="desTx" presStyleLbl="alignAccFollowNode1" presStyleIdx="0" presStyleCnt="3">
        <dgm:presLayoutVars>
          <dgm:bulletEnabled val="1"/>
        </dgm:presLayoutVars>
      </dgm:prSet>
      <dgm:spPr/>
    </dgm:pt>
    <dgm:pt modelId="{75013721-63B3-4F61-A6BF-11AD0DE4F9A2}" type="pres">
      <dgm:prSet presAssocID="{9B6B9AF8-F53E-4131-B85F-2A5B9DDB7E1F}" presName="space" presStyleCnt="0"/>
      <dgm:spPr/>
    </dgm:pt>
    <dgm:pt modelId="{F3D46FCC-4DDE-4A56-9E41-8D0CE5029252}" type="pres">
      <dgm:prSet presAssocID="{E88D52F8-325B-4615-AF22-0D95CDFF4075}" presName="composite" presStyleCnt="0"/>
      <dgm:spPr/>
    </dgm:pt>
    <dgm:pt modelId="{BF1CDC55-AD67-405D-9E8E-FE79EC1343F6}" type="pres">
      <dgm:prSet presAssocID="{E88D52F8-325B-4615-AF22-0D95CDFF4075}" presName="parTx" presStyleLbl="alignNode1" presStyleIdx="1" presStyleCnt="3">
        <dgm:presLayoutVars>
          <dgm:chMax val="0"/>
          <dgm:chPref val="0"/>
          <dgm:bulletEnabled val="1"/>
        </dgm:presLayoutVars>
      </dgm:prSet>
      <dgm:spPr/>
    </dgm:pt>
    <dgm:pt modelId="{FC0967F9-F912-4DFE-B514-00841F4A10B5}" type="pres">
      <dgm:prSet presAssocID="{E88D52F8-325B-4615-AF22-0D95CDFF4075}" presName="desTx" presStyleLbl="alignAccFollowNode1" presStyleIdx="1" presStyleCnt="3">
        <dgm:presLayoutVars>
          <dgm:bulletEnabled val="1"/>
        </dgm:presLayoutVars>
      </dgm:prSet>
      <dgm:spPr/>
    </dgm:pt>
    <dgm:pt modelId="{16D32ED4-5EFC-44C0-8C2B-0E07C1D5D545}" type="pres">
      <dgm:prSet presAssocID="{501EEE56-3826-4C37-A0C1-4E3A063A3463}" presName="space" presStyleCnt="0"/>
      <dgm:spPr/>
    </dgm:pt>
    <dgm:pt modelId="{6F9A56A3-7B32-4477-9891-841111604B5D}" type="pres">
      <dgm:prSet presAssocID="{9B6C975B-DC47-4BC0-875F-678FECB91C8F}" presName="composite" presStyleCnt="0"/>
      <dgm:spPr/>
    </dgm:pt>
    <dgm:pt modelId="{7D005E73-1752-4DB2-89D4-A0EDA0700DC7}" type="pres">
      <dgm:prSet presAssocID="{9B6C975B-DC47-4BC0-875F-678FECB91C8F}" presName="parTx" presStyleLbl="alignNode1" presStyleIdx="2" presStyleCnt="3">
        <dgm:presLayoutVars>
          <dgm:chMax val="0"/>
          <dgm:chPref val="0"/>
          <dgm:bulletEnabled val="1"/>
        </dgm:presLayoutVars>
      </dgm:prSet>
      <dgm:spPr/>
    </dgm:pt>
    <dgm:pt modelId="{881A792E-E74C-45E1-A0E4-D9DE04FEBCF3}" type="pres">
      <dgm:prSet presAssocID="{9B6C975B-DC47-4BC0-875F-678FECB91C8F}" presName="desTx" presStyleLbl="alignAccFollowNode1" presStyleIdx="2" presStyleCnt="3">
        <dgm:presLayoutVars>
          <dgm:bulletEnabled val="1"/>
        </dgm:presLayoutVars>
      </dgm:prSet>
      <dgm:spPr/>
    </dgm:pt>
  </dgm:ptLst>
  <dgm:cxnLst>
    <dgm:cxn modelId="{4C0A3F09-8478-4D8B-8992-47802D75508D}" type="presOf" srcId="{815CFDD6-FADB-4A55-AC6C-AC323ED501C7}" destId="{881A792E-E74C-45E1-A0E4-D9DE04FEBCF3}" srcOrd="0" destOrd="0" presId="urn:microsoft.com/office/officeart/2005/8/layout/hList1"/>
    <dgm:cxn modelId="{EFC53A16-85E9-4B6E-AF3A-7A11AFA20706}" type="presOf" srcId="{FBC705AC-E0C7-43DD-AAE4-549686C1B894}" destId="{FC0967F9-F912-4DFE-B514-00841F4A10B5}" srcOrd="0" destOrd="0" presId="urn:microsoft.com/office/officeart/2005/8/layout/hList1"/>
    <dgm:cxn modelId="{408E4416-061A-44C0-9464-DE5CCE15B34C}" srcId="{E88D52F8-325B-4615-AF22-0D95CDFF4075}" destId="{FBC705AC-E0C7-43DD-AAE4-549686C1B894}" srcOrd="0" destOrd="0" parTransId="{14EB8D3A-768A-4476-A956-AC6026969FEC}" sibTransId="{EC8DE1AE-CE26-4A55-B032-B55D3AF7F34A}"/>
    <dgm:cxn modelId="{5AE00949-99D5-4E75-A881-1271D0539C66}" type="presOf" srcId="{582118DB-3DA7-4C6C-A1F0-1BAA038569B3}" destId="{943EFF0E-D9DA-4D8F-AF02-5316F577E058}" srcOrd="0" destOrd="0" presId="urn:microsoft.com/office/officeart/2005/8/layout/hList1"/>
    <dgm:cxn modelId="{72D77186-3BC1-453A-A7BE-AC20F5DA9BE0}" srcId="{BB418FEE-9827-4E23-BE09-231065D9C936}" destId="{582118DB-3DA7-4C6C-A1F0-1BAA038569B3}" srcOrd="0" destOrd="0" parTransId="{57708AFB-D6C8-4EED-BC3E-91C85F3AF8EA}" sibTransId="{FDA99BFA-738A-4386-9C0B-D0415A3494AD}"/>
    <dgm:cxn modelId="{8E5425A0-090A-4251-AA9C-3BE91025C478}" srcId="{25C6D072-918C-4A78-AAE2-10DB6A0CF66F}" destId="{BB418FEE-9827-4E23-BE09-231065D9C936}" srcOrd="0" destOrd="0" parTransId="{AA9B8CA6-83CF-4BD9-B1D1-500831A3AEA8}" sibTransId="{9B6B9AF8-F53E-4131-B85F-2A5B9DDB7E1F}"/>
    <dgm:cxn modelId="{661E1ACA-C007-42C1-9FE7-DA538D4777E2}" srcId="{25C6D072-918C-4A78-AAE2-10DB6A0CF66F}" destId="{E88D52F8-325B-4615-AF22-0D95CDFF4075}" srcOrd="1" destOrd="0" parTransId="{42B8C3B4-41C0-4E37-BCD0-1E77F41F2F5C}" sibTransId="{501EEE56-3826-4C37-A0C1-4E3A063A3463}"/>
    <dgm:cxn modelId="{A52848D4-9D5F-4402-8247-F0CA6A99CBF3}" type="presOf" srcId="{E88D52F8-325B-4615-AF22-0D95CDFF4075}" destId="{BF1CDC55-AD67-405D-9E8E-FE79EC1343F6}" srcOrd="0" destOrd="0" presId="urn:microsoft.com/office/officeart/2005/8/layout/hList1"/>
    <dgm:cxn modelId="{E3C580D5-C352-4481-B9D3-9E8731CFB4A1}" srcId="{25C6D072-918C-4A78-AAE2-10DB6A0CF66F}" destId="{9B6C975B-DC47-4BC0-875F-678FECB91C8F}" srcOrd="2" destOrd="0" parTransId="{D12DFE40-43A2-48D3-B1BA-ECADC4F4FFCA}" sibTransId="{A021EA31-7DD6-43AD-8B7D-9B408B032AEF}"/>
    <dgm:cxn modelId="{47B972E2-A3FF-4819-86EC-3F8EAE362051}" type="presOf" srcId="{25C6D072-918C-4A78-AAE2-10DB6A0CF66F}" destId="{DE2D81FD-29CF-4349-9808-51A3E3BC4459}" srcOrd="0" destOrd="0" presId="urn:microsoft.com/office/officeart/2005/8/layout/hList1"/>
    <dgm:cxn modelId="{6BC889F1-F51E-4917-991A-F851FE1E96FA}" srcId="{9B6C975B-DC47-4BC0-875F-678FECB91C8F}" destId="{815CFDD6-FADB-4A55-AC6C-AC323ED501C7}" srcOrd="0" destOrd="0" parTransId="{00F7E3CB-E866-4407-B188-7680E0A52DFB}" sibTransId="{84DD9035-3ABC-48C6-A978-0166B378DAFB}"/>
    <dgm:cxn modelId="{E123C4F3-D8BA-48BD-B749-1CB1EB29EF2F}" type="presOf" srcId="{9B6C975B-DC47-4BC0-875F-678FECB91C8F}" destId="{7D005E73-1752-4DB2-89D4-A0EDA0700DC7}" srcOrd="0" destOrd="0" presId="urn:microsoft.com/office/officeart/2005/8/layout/hList1"/>
    <dgm:cxn modelId="{43297FF5-733F-4C32-8853-5DF4087672A9}" type="presOf" srcId="{BB418FEE-9827-4E23-BE09-231065D9C936}" destId="{372702B5-28A0-4263-946D-6CA693947320}" srcOrd="0" destOrd="0" presId="urn:microsoft.com/office/officeart/2005/8/layout/hList1"/>
    <dgm:cxn modelId="{2E72E927-CC40-4C20-AB87-FB5C487D075F}" type="presParOf" srcId="{DE2D81FD-29CF-4349-9808-51A3E3BC4459}" destId="{AAC98991-D49E-46DF-A87C-BCF26B1C7973}" srcOrd="0" destOrd="0" presId="urn:microsoft.com/office/officeart/2005/8/layout/hList1"/>
    <dgm:cxn modelId="{0E3F7189-F284-42EE-8519-6F377B89E512}" type="presParOf" srcId="{AAC98991-D49E-46DF-A87C-BCF26B1C7973}" destId="{372702B5-28A0-4263-946D-6CA693947320}" srcOrd="0" destOrd="0" presId="urn:microsoft.com/office/officeart/2005/8/layout/hList1"/>
    <dgm:cxn modelId="{B5AAB77C-3872-40D4-88CD-28F06BD32E0B}" type="presParOf" srcId="{AAC98991-D49E-46DF-A87C-BCF26B1C7973}" destId="{943EFF0E-D9DA-4D8F-AF02-5316F577E058}" srcOrd="1" destOrd="0" presId="urn:microsoft.com/office/officeart/2005/8/layout/hList1"/>
    <dgm:cxn modelId="{3324C471-3480-4482-AD9C-B451B37D734F}" type="presParOf" srcId="{DE2D81FD-29CF-4349-9808-51A3E3BC4459}" destId="{75013721-63B3-4F61-A6BF-11AD0DE4F9A2}" srcOrd="1" destOrd="0" presId="urn:microsoft.com/office/officeart/2005/8/layout/hList1"/>
    <dgm:cxn modelId="{E88820D2-80A7-453E-AC40-08BB4D312BBC}" type="presParOf" srcId="{DE2D81FD-29CF-4349-9808-51A3E3BC4459}" destId="{F3D46FCC-4DDE-4A56-9E41-8D0CE5029252}" srcOrd="2" destOrd="0" presId="urn:microsoft.com/office/officeart/2005/8/layout/hList1"/>
    <dgm:cxn modelId="{D19959E1-E0B1-485E-9FDE-E228FF4C0AB9}" type="presParOf" srcId="{F3D46FCC-4DDE-4A56-9E41-8D0CE5029252}" destId="{BF1CDC55-AD67-405D-9E8E-FE79EC1343F6}" srcOrd="0" destOrd="0" presId="urn:microsoft.com/office/officeart/2005/8/layout/hList1"/>
    <dgm:cxn modelId="{52E1219B-2041-4611-B7DF-729707AB9081}" type="presParOf" srcId="{F3D46FCC-4DDE-4A56-9E41-8D0CE5029252}" destId="{FC0967F9-F912-4DFE-B514-00841F4A10B5}" srcOrd="1" destOrd="0" presId="urn:microsoft.com/office/officeart/2005/8/layout/hList1"/>
    <dgm:cxn modelId="{81A0CB9F-5EBF-40AD-8C49-71BF84E227CC}" type="presParOf" srcId="{DE2D81FD-29CF-4349-9808-51A3E3BC4459}" destId="{16D32ED4-5EFC-44C0-8C2B-0E07C1D5D545}" srcOrd="3" destOrd="0" presId="urn:microsoft.com/office/officeart/2005/8/layout/hList1"/>
    <dgm:cxn modelId="{B5535D1F-FD52-43C7-AA93-9BEC4A2D25F6}" type="presParOf" srcId="{DE2D81FD-29CF-4349-9808-51A3E3BC4459}" destId="{6F9A56A3-7B32-4477-9891-841111604B5D}" srcOrd="4" destOrd="0" presId="urn:microsoft.com/office/officeart/2005/8/layout/hList1"/>
    <dgm:cxn modelId="{14E8C8DE-EE72-4914-BDBB-393312BB491D}" type="presParOf" srcId="{6F9A56A3-7B32-4477-9891-841111604B5D}" destId="{7D005E73-1752-4DB2-89D4-A0EDA0700DC7}" srcOrd="0" destOrd="0" presId="urn:microsoft.com/office/officeart/2005/8/layout/hList1"/>
    <dgm:cxn modelId="{96EC8C67-D776-4E08-93D2-E316FB6324CA}" type="presParOf" srcId="{6F9A56A3-7B32-4477-9891-841111604B5D}" destId="{881A792E-E74C-45E1-A0E4-D9DE04FEBCF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5C6D072-918C-4A78-AAE2-10DB6A0CF66F}" type="doc">
      <dgm:prSet loTypeId="urn:microsoft.com/office/officeart/2005/8/layout/hList1" loCatId="list" qsTypeId="urn:microsoft.com/office/officeart/2005/8/quickstyle/simple1" qsCatId="simple" csTypeId="urn:microsoft.com/office/officeart/2005/8/colors/accent1_1" csCatId="accent1" phldr="1"/>
      <dgm:spPr/>
      <dgm:t>
        <a:bodyPr/>
        <a:lstStyle/>
        <a:p>
          <a:endParaRPr lang="zh-CN" altLang="en-US"/>
        </a:p>
      </dgm:t>
    </dgm:pt>
    <dgm:pt modelId="{C2B20C62-8515-4933-B2F2-F2C7010BB310}">
      <dgm:prSet phldrT="[文本]" custT="1"/>
      <dgm:spPr>
        <a:solidFill>
          <a:schemeClr val="bg2"/>
        </a:solidFill>
      </dgm:spPr>
      <dgm:t>
        <a:bodyPr/>
        <a:lstStyle/>
        <a:p>
          <a:r>
            <a:rPr lang="zh-CN" altLang="en-US" sz="1700" kern="1200">
              <a:solidFill>
                <a:srgbClr val="4D4D4D">
                  <a:hueOff val="0"/>
                  <a:satOff val="0"/>
                  <a:lumOff val="0"/>
                  <a:alphaOff val="0"/>
                </a:srgbClr>
              </a:solidFill>
              <a:latin typeface="Arial"/>
              <a:ea typeface="微软雅黑"/>
              <a:cs typeface="+mn-cs"/>
            </a:rPr>
            <a:t>前后端松耦合</a:t>
          </a:r>
          <a:endParaRPr lang="zh-CN" altLang="en-US" sz="1700" kern="1200" dirty="0">
            <a:solidFill>
              <a:srgbClr val="4D4D4D">
                <a:hueOff val="0"/>
                <a:satOff val="0"/>
                <a:lumOff val="0"/>
                <a:alphaOff val="0"/>
              </a:srgbClr>
            </a:solidFill>
            <a:latin typeface="Arial"/>
            <a:ea typeface="微软雅黑"/>
            <a:cs typeface="+mn-cs"/>
          </a:endParaRPr>
        </a:p>
      </dgm:t>
    </dgm:pt>
    <dgm:pt modelId="{D30C02DD-EB15-4A74-B72F-342B821467C2}" type="parTrans" cxnId="{A2DB7779-5830-43E2-8EF4-6C406C333945}">
      <dgm:prSet/>
      <dgm:spPr/>
      <dgm:t>
        <a:bodyPr/>
        <a:lstStyle/>
        <a:p>
          <a:endParaRPr lang="zh-CN" altLang="en-US"/>
        </a:p>
      </dgm:t>
    </dgm:pt>
    <dgm:pt modelId="{21249FC8-B557-4662-9655-E039453435E4}" type="sibTrans" cxnId="{A2DB7779-5830-43E2-8EF4-6C406C333945}">
      <dgm:prSet/>
      <dgm:spPr/>
      <dgm:t>
        <a:bodyPr/>
        <a:lstStyle/>
        <a:p>
          <a:endParaRPr lang="zh-CN" altLang="en-US"/>
        </a:p>
      </dgm:t>
    </dgm:pt>
    <dgm:pt modelId="{06C24049-61EC-41D2-81F3-C3ED1D4A5250}">
      <dgm:prSet phldrT="[文本]" custT="1"/>
      <dgm:spPr/>
      <dgm:t>
        <a:bodyPr/>
        <a:lstStyle/>
        <a:p>
          <a:pPr>
            <a:buFontTx/>
            <a:buNone/>
          </a:pPr>
          <a:r>
            <a:rPr lang="zh-CN" altLang="en-US" sz="2000" kern="1200">
              <a:solidFill>
                <a:srgbClr val="4D4D4D">
                  <a:hueOff val="0"/>
                  <a:satOff val="0"/>
                  <a:lumOff val="0"/>
                  <a:alphaOff val="0"/>
                </a:srgbClr>
              </a:solidFill>
              <a:latin typeface="Arial"/>
              <a:ea typeface="微软雅黑"/>
              <a:cs typeface="+mn-cs"/>
            </a:rPr>
            <a:t>发挥微服务的优势</a:t>
          </a:r>
          <a:endParaRPr lang="zh-CN" altLang="en-US" sz="2000" kern="1200" dirty="0">
            <a:solidFill>
              <a:srgbClr val="4D4D4D">
                <a:hueOff val="0"/>
                <a:satOff val="0"/>
                <a:lumOff val="0"/>
                <a:alphaOff val="0"/>
              </a:srgbClr>
            </a:solidFill>
            <a:latin typeface="Arial"/>
            <a:ea typeface="微软雅黑"/>
            <a:cs typeface="+mn-cs"/>
          </a:endParaRPr>
        </a:p>
      </dgm:t>
    </dgm:pt>
    <dgm:pt modelId="{4F82A917-DF59-4A8B-9DCC-D7E392A637E3}" type="parTrans" cxnId="{EE46B503-112F-4E1A-AF1D-F61C07E5364C}">
      <dgm:prSet/>
      <dgm:spPr/>
      <dgm:t>
        <a:bodyPr/>
        <a:lstStyle/>
        <a:p>
          <a:endParaRPr lang="zh-CN" altLang="en-US"/>
        </a:p>
      </dgm:t>
    </dgm:pt>
    <dgm:pt modelId="{CE955C31-6EEF-4783-9AB1-0AADA87B766A}" type="sibTrans" cxnId="{EE46B503-112F-4E1A-AF1D-F61C07E5364C}">
      <dgm:prSet/>
      <dgm:spPr/>
      <dgm:t>
        <a:bodyPr/>
        <a:lstStyle/>
        <a:p>
          <a:endParaRPr lang="zh-CN" altLang="en-US"/>
        </a:p>
      </dgm:t>
    </dgm:pt>
    <dgm:pt modelId="{5A114FAB-3E60-426F-A17E-FBF9E6311B49}">
      <dgm:prSet phldrT="[文本]" custT="1"/>
      <dgm:spPr>
        <a:solidFill>
          <a:schemeClr val="bg2"/>
        </a:solidFill>
      </dgm:spPr>
      <dgm:t>
        <a:bodyPr/>
        <a:lstStyle/>
        <a:p>
          <a:r>
            <a:rPr lang="zh-CN" altLang="en-US" sz="1700" kern="1200">
              <a:solidFill>
                <a:srgbClr val="4D4D4D">
                  <a:hueOff val="0"/>
                  <a:satOff val="0"/>
                  <a:lumOff val="0"/>
                  <a:alphaOff val="0"/>
                </a:srgbClr>
              </a:solidFill>
              <a:latin typeface="Arial"/>
              <a:ea typeface="微软雅黑"/>
              <a:cs typeface="+mn-cs"/>
            </a:rPr>
            <a:t>构建、发布和运行分离</a:t>
          </a:r>
          <a:endParaRPr lang="zh-CN" altLang="en-US" sz="1700" kern="1200" dirty="0">
            <a:solidFill>
              <a:srgbClr val="4D4D4D">
                <a:hueOff val="0"/>
                <a:satOff val="0"/>
                <a:lumOff val="0"/>
                <a:alphaOff val="0"/>
              </a:srgbClr>
            </a:solidFill>
            <a:latin typeface="Arial"/>
            <a:ea typeface="微软雅黑"/>
            <a:cs typeface="+mn-cs"/>
          </a:endParaRPr>
        </a:p>
      </dgm:t>
    </dgm:pt>
    <dgm:pt modelId="{59C0E230-1FCA-4899-B8E7-F87C0AE66986}" type="parTrans" cxnId="{570216D3-9F55-4B4B-A451-8AF3B08A5F02}">
      <dgm:prSet/>
      <dgm:spPr/>
      <dgm:t>
        <a:bodyPr/>
        <a:lstStyle/>
        <a:p>
          <a:endParaRPr lang="zh-CN" altLang="en-US"/>
        </a:p>
      </dgm:t>
    </dgm:pt>
    <dgm:pt modelId="{C2D2FF22-CCC0-48B0-A679-98AB41E24ABA}" type="sibTrans" cxnId="{570216D3-9F55-4B4B-A451-8AF3B08A5F02}">
      <dgm:prSet/>
      <dgm:spPr/>
      <dgm:t>
        <a:bodyPr/>
        <a:lstStyle/>
        <a:p>
          <a:endParaRPr lang="zh-CN" altLang="en-US"/>
        </a:p>
      </dgm:t>
    </dgm:pt>
    <dgm:pt modelId="{2D1AB396-8B6C-4A83-A880-09B8BC475FA0}">
      <dgm:prSet phldrT="[文本]" custT="1"/>
      <dgm:spPr>
        <a:solidFill>
          <a:schemeClr val="bg2"/>
        </a:solidFill>
      </dgm:spPr>
      <dgm:t>
        <a:bodyPr/>
        <a:lstStyle/>
        <a:p>
          <a:r>
            <a:rPr lang="zh-CN" altLang="en-US" sz="1700" kern="1200">
              <a:solidFill>
                <a:srgbClr val="4D4D4D">
                  <a:hueOff val="0"/>
                  <a:satOff val="0"/>
                  <a:lumOff val="0"/>
                  <a:alphaOff val="0"/>
                </a:srgbClr>
              </a:solidFill>
              <a:latin typeface="Arial"/>
              <a:ea typeface="微软雅黑"/>
              <a:cs typeface="+mn-cs"/>
            </a:rPr>
            <a:t>无状态服务</a:t>
          </a:r>
          <a:endParaRPr lang="zh-CN" altLang="en-US" sz="1700" kern="1200" dirty="0">
            <a:solidFill>
              <a:srgbClr val="4D4D4D">
                <a:hueOff val="0"/>
                <a:satOff val="0"/>
                <a:lumOff val="0"/>
                <a:alphaOff val="0"/>
              </a:srgbClr>
            </a:solidFill>
            <a:latin typeface="Arial"/>
            <a:ea typeface="微软雅黑"/>
            <a:cs typeface="+mn-cs"/>
          </a:endParaRPr>
        </a:p>
      </dgm:t>
    </dgm:pt>
    <dgm:pt modelId="{8BEE750E-B95A-4912-B2E0-849DA70AAF89}" type="parTrans" cxnId="{351EADD8-1E69-4E4D-B0FB-4362D6EFDE4F}">
      <dgm:prSet/>
      <dgm:spPr/>
      <dgm:t>
        <a:bodyPr/>
        <a:lstStyle/>
        <a:p>
          <a:endParaRPr lang="zh-CN" altLang="en-US"/>
        </a:p>
      </dgm:t>
    </dgm:pt>
    <dgm:pt modelId="{57AA803B-F09D-45BB-9605-4AC24DBDE347}" type="sibTrans" cxnId="{351EADD8-1E69-4E4D-B0FB-4362D6EFDE4F}">
      <dgm:prSet/>
      <dgm:spPr/>
      <dgm:t>
        <a:bodyPr/>
        <a:lstStyle/>
        <a:p>
          <a:endParaRPr lang="zh-CN" altLang="en-US"/>
        </a:p>
      </dgm:t>
    </dgm:pt>
    <dgm:pt modelId="{B2895496-1D97-4EA2-A42D-DBB302DE9227}">
      <dgm:prSet phldrT="[文本]"/>
      <dgm:spPr/>
      <dgm:t>
        <a:bodyPr/>
        <a:lstStyle/>
        <a:p>
          <a:endParaRPr lang="zh-CN" altLang="en-US" dirty="0"/>
        </a:p>
      </dgm:t>
    </dgm:pt>
    <dgm:pt modelId="{983F5C86-D244-4F3C-B92C-2730D44E7298}" type="parTrans" cxnId="{ED1D7D38-65C1-4BC1-BE1B-6C3F4713E285}">
      <dgm:prSet/>
      <dgm:spPr/>
      <dgm:t>
        <a:bodyPr/>
        <a:lstStyle/>
        <a:p>
          <a:endParaRPr lang="en-US"/>
        </a:p>
      </dgm:t>
    </dgm:pt>
    <dgm:pt modelId="{B74B6EDC-AB36-4070-831E-1DD08BCB251A}" type="sibTrans" cxnId="{ED1D7D38-65C1-4BC1-BE1B-6C3F4713E285}">
      <dgm:prSet/>
      <dgm:spPr/>
      <dgm:t>
        <a:bodyPr/>
        <a:lstStyle/>
        <a:p>
          <a:endParaRPr lang="en-US"/>
        </a:p>
      </dgm:t>
    </dgm:pt>
    <dgm:pt modelId="{16F6AF14-9154-4110-AC1D-78F7DB69D369}">
      <dgm:prSet phldrT="[文本]"/>
      <dgm:spPr/>
      <dgm:t>
        <a:bodyPr/>
        <a:lstStyle/>
        <a:p>
          <a:pPr>
            <a:buFontTx/>
            <a:buNone/>
          </a:pPr>
          <a:r>
            <a:rPr lang="zh-CN" altLang="en-US"/>
            <a:t>体现基础设施的成本和效率；</a:t>
          </a:r>
          <a:endParaRPr lang="zh-CN" altLang="en-US" dirty="0"/>
        </a:p>
      </dgm:t>
    </dgm:pt>
    <dgm:pt modelId="{D483DA45-437F-477F-9D10-6FFE257AA54D}" type="parTrans" cxnId="{F651B8E6-BE10-4165-9BF2-9549F752273F}">
      <dgm:prSet/>
      <dgm:spPr/>
      <dgm:t>
        <a:bodyPr/>
        <a:lstStyle/>
        <a:p>
          <a:endParaRPr lang="en-US"/>
        </a:p>
      </dgm:t>
    </dgm:pt>
    <dgm:pt modelId="{70CFC6AD-3DB3-49DC-BD42-29D785B24FCC}" type="sibTrans" cxnId="{F651B8E6-BE10-4165-9BF2-9549F752273F}">
      <dgm:prSet/>
      <dgm:spPr/>
      <dgm:t>
        <a:bodyPr/>
        <a:lstStyle/>
        <a:p>
          <a:endParaRPr lang="en-US"/>
        </a:p>
      </dgm:t>
    </dgm:pt>
    <dgm:pt modelId="{76C65362-3997-4CD5-BFA5-BF7449749CC8}">
      <dgm:prSet phldrT="[文本]"/>
      <dgm:spPr/>
      <dgm:t>
        <a:bodyPr/>
        <a:lstStyle/>
        <a:p>
          <a:pPr>
            <a:buFontTx/>
            <a:buNone/>
          </a:pPr>
          <a:r>
            <a:rPr lang="zh-CN" altLang="en-US"/>
            <a:t>发布配置前置到开发阶段</a:t>
          </a:r>
          <a:endParaRPr lang="zh-CN" altLang="en-US" dirty="0"/>
        </a:p>
      </dgm:t>
    </dgm:pt>
    <dgm:pt modelId="{E5CE9DC3-7CE5-4DE4-9E77-DAD819E1E982}" type="parTrans" cxnId="{FBFED743-CE47-453F-92B9-0EA37AFFE23F}">
      <dgm:prSet/>
      <dgm:spPr/>
      <dgm:t>
        <a:bodyPr/>
        <a:lstStyle/>
        <a:p>
          <a:endParaRPr lang="en-US"/>
        </a:p>
      </dgm:t>
    </dgm:pt>
    <dgm:pt modelId="{29F34B47-E66C-4562-AA29-162826FF4D1B}" type="sibTrans" cxnId="{FBFED743-CE47-453F-92B9-0EA37AFFE23F}">
      <dgm:prSet/>
      <dgm:spPr/>
      <dgm:t>
        <a:bodyPr/>
        <a:lstStyle/>
        <a:p>
          <a:endParaRPr lang="en-US"/>
        </a:p>
      </dgm:t>
    </dgm:pt>
    <dgm:pt modelId="{0B8D12EF-8A66-46CB-AAAD-A989F18C2D58}">
      <dgm:prSet phldrT="[文本]"/>
      <dgm:spPr/>
      <dgm:t>
        <a:bodyPr/>
        <a:lstStyle/>
        <a:p>
          <a:pPr>
            <a:buFontTx/>
            <a:buNone/>
          </a:pPr>
          <a:r>
            <a:rPr lang="zh-CN" altLang="en-US"/>
            <a:t>依赖于底层平台进程模型扩展</a:t>
          </a:r>
          <a:endParaRPr lang="zh-CN" altLang="en-US" dirty="0"/>
        </a:p>
      </dgm:t>
    </dgm:pt>
    <dgm:pt modelId="{1AA29B08-0D0E-4B4A-AF0F-A1AD708F42AD}" type="parTrans" cxnId="{6BD537B2-D493-4A1F-B190-A0BAE606203F}">
      <dgm:prSet/>
      <dgm:spPr/>
      <dgm:t>
        <a:bodyPr/>
        <a:lstStyle/>
        <a:p>
          <a:endParaRPr lang="en-US"/>
        </a:p>
      </dgm:t>
    </dgm:pt>
    <dgm:pt modelId="{D6112224-A4C3-452E-88E0-1DD2306662BE}" type="sibTrans" cxnId="{6BD537B2-D493-4A1F-B190-A0BAE606203F}">
      <dgm:prSet/>
      <dgm:spPr/>
      <dgm:t>
        <a:bodyPr/>
        <a:lstStyle/>
        <a:p>
          <a:endParaRPr lang="en-US"/>
        </a:p>
      </dgm:t>
    </dgm:pt>
    <dgm:pt modelId="{DE2D81FD-29CF-4349-9808-51A3E3BC4459}" type="pres">
      <dgm:prSet presAssocID="{25C6D072-918C-4A78-AAE2-10DB6A0CF66F}" presName="Name0" presStyleCnt="0">
        <dgm:presLayoutVars>
          <dgm:dir/>
          <dgm:animLvl val="lvl"/>
          <dgm:resizeHandles val="exact"/>
        </dgm:presLayoutVars>
      </dgm:prSet>
      <dgm:spPr/>
    </dgm:pt>
    <dgm:pt modelId="{9AA5EBCB-78B6-4DC9-8567-FC2D674DDBF0}" type="pres">
      <dgm:prSet presAssocID="{C2B20C62-8515-4933-B2F2-F2C7010BB310}" presName="composite" presStyleCnt="0"/>
      <dgm:spPr/>
    </dgm:pt>
    <dgm:pt modelId="{99BE2ABE-1453-417E-B54C-A24F7E67CC23}" type="pres">
      <dgm:prSet presAssocID="{C2B20C62-8515-4933-B2F2-F2C7010BB310}" presName="parTx" presStyleLbl="alignNode1" presStyleIdx="0" presStyleCnt="3">
        <dgm:presLayoutVars>
          <dgm:chMax val="0"/>
          <dgm:chPref val="0"/>
          <dgm:bulletEnabled val="1"/>
        </dgm:presLayoutVars>
      </dgm:prSet>
      <dgm:spPr/>
    </dgm:pt>
    <dgm:pt modelId="{22113F40-D289-4F22-AAC3-A38417B069BA}" type="pres">
      <dgm:prSet presAssocID="{C2B20C62-8515-4933-B2F2-F2C7010BB310}" presName="desTx" presStyleLbl="alignAccFollowNode1" presStyleIdx="0" presStyleCnt="3">
        <dgm:presLayoutVars>
          <dgm:bulletEnabled val="1"/>
        </dgm:presLayoutVars>
      </dgm:prSet>
      <dgm:spPr/>
    </dgm:pt>
    <dgm:pt modelId="{0C2D14A1-23BB-46E2-BBBC-E0ADF1310C6C}" type="pres">
      <dgm:prSet presAssocID="{21249FC8-B557-4662-9655-E039453435E4}" presName="space" presStyleCnt="0"/>
      <dgm:spPr/>
    </dgm:pt>
    <dgm:pt modelId="{3BAC76D1-8E57-441D-A7F0-48A995E9817E}" type="pres">
      <dgm:prSet presAssocID="{5A114FAB-3E60-426F-A17E-FBF9E6311B49}" presName="composite" presStyleCnt="0"/>
      <dgm:spPr/>
    </dgm:pt>
    <dgm:pt modelId="{E202B98D-A460-4FCB-8787-D410EF5D14FC}" type="pres">
      <dgm:prSet presAssocID="{5A114FAB-3E60-426F-A17E-FBF9E6311B49}" presName="parTx" presStyleLbl="alignNode1" presStyleIdx="1" presStyleCnt="3">
        <dgm:presLayoutVars>
          <dgm:chMax val="0"/>
          <dgm:chPref val="0"/>
          <dgm:bulletEnabled val="1"/>
        </dgm:presLayoutVars>
      </dgm:prSet>
      <dgm:spPr/>
    </dgm:pt>
    <dgm:pt modelId="{489B2D53-5FE6-425C-B48F-6BA53CEDD31C}" type="pres">
      <dgm:prSet presAssocID="{5A114FAB-3E60-426F-A17E-FBF9E6311B49}" presName="desTx" presStyleLbl="alignAccFollowNode1" presStyleIdx="1" presStyleCnt="3">
        <dgm:presLayoutVars>
          <dgm:bulletEnabled val="1"/>
        </dgm:presLayoutVars>
      </dgm:prSet>
      <dgm:spPr/>
    </dgm:pt>
    <dgm:pt modelId="{D50784BC-B00C-445D-99F5-68D6E3245050}" type="pres">
      <dgm:prSet presAssocID="{C2D2FF22-CCC0-48B0-A679-98AB41E24ABA}" presName="space" presStyleCnt="0"/>
      <dgm:spPr/>
    </dgm:pt>
    <dgm:pt modelId="{9CEAF009-325C-488C-8D7E-0D7D55FBEFE3}" type="pres">
      <dgm:prSet presAssocID="{2D1AB396-8B6C-4A83-A880-09B8BC475FA0}" presName="composite" presStyleCnt="0"/>
      <dgm:spPr/>
    </dgm:pt>
    <dgm:pt modelId="{A378A4F6-23BD-44A7-B9DD-280447B59AF6}" type="pres">
      <dgm:prSet presAssocID="{2D1AB396-8B6C-4A83-A880-09B8BC475FA0}" presName="parTx" presStyleLbl="alignNode1" presStyleIdx="2" presStyleCnt="3">
        <dgm:presLayoutVars>
          <dgm:chMax val="0"/>
          <dgm:chPref val="0"/>
          <dgm:bulletEnabled val="1"/>
        </dgm:presLayoutVars>
      </dgm:prSet>
      <dgm:spPr/>
    </dgm:pt>
    <dgm:pt modelId="{439B99C8-E45D-49F6-BF90-7A7E7336A365}" type="pres">
      <dgm:prSet presAssocID="{2D1AB396-8B6C-4A83-A880-09B8BC475FA0}" presName="desTx" presStyleLbl="alignAccFollowNode1" presStyleIdx="2" presStyleCnt="3">
        <dgm:presLayoutVars>
          <dgm:bulletEnabled val="1"/>
        </dgm:presLayoutVars>
      </dgm:prSet>
      <dgm:spPr/>
    </dgm:pt>
  </dgm:ptLst>
  <dgm:cxnLst>
    <dgm:cxn modelId="{EE46B503-112F-4E1A-AF1D-F61C07E5364C}" srcId="{C2B20C62-8515-4933-B2F2-F2C7010BB310}" destId="{06C24049-61EC-41D2-81F3-C3ED1D4A5250}" srcOrd="0" destOrd="0" parTransId="{4F82A917-DF59-4A8B-9DCC-D7E392A637E3}" sibTransId="{CE955C31-6EEF-4783-9AB1-0AADA87B766A}"/>
    <dgm:cxn modelId="{4B5F621E-4DB0-409C-8214-22B95FB08995}" type="presOf" srcId="{2D1AB396-8B6C-4A83-A880-09B8BC475FA0}" destId="{A378A4F6-23BD-44A7-B9DD-280447B59AF6}" srcOrd="0" destOrd="0" presId="urn:microsoft.com/office/officeart/2005/8/layout/hList1"/>
    <dgm:cxn modelId="{FF3DD130-CDA6-4D8D-B1F9-646875326177}" type="presOf" srcId="{B2895496-1D97-4EA2-A42D-DBB302DE9227}" destId="{489B2D53-5FE6-425C-B48F-6BA53CEDD31C}" srcOrd="0" destOrd="1" presId="urn:microsoft.com/office/officeart/2005/8/layout/hList1"/>
    <dgm:cxn modelId="{ED1D7D38-65C1-4BC1-BE1B-6C3F4713E285}" srcId="{5A114FAB-3E60-426F-A17E-FBF9E6311B49}" destId="{B2895496-1D97-4EA2-A42D-DBB302DE9227}" srcOrd="1" destOrd="0" parTransId="{983F5C86-D244-4F3C-B92C-2730D44E7298}" sibTransId="{B74B6EDC-AB36-4070-831E-1DD08BCB251A}"/>
    <dgm:cxn modelId="{FBFED743-CE47-453F-92B9-0EA37AFFE23F}" srcId="{5A114FAB-3E60-426F-A17E-FBF9E6311B49}" destId="{76C65362-3997-4CD5-BFA5-BF7449749CC8}" srcOrd="0" destOrd="0" parTransId="{E5CE9DC3-7CE5-4DE4-9E77-DAD819E1E982}" sibTransId="{29F34B47-E66C-4562-AA29-162826FF4D1B}"/>
    <dgm:cxn modelId="{8EE68B51-5445-472C-91EE-6B5A6C7A7195}" type="presOf" srcId="{C2B20C62-8515-4933-B2F2-F2C7010BB310}" destId="{99BE2ABE-1453-417E-B54C-A24F7E67CC23}" srcOrd="0" destOrd="0" presId="urn:microsoft.com/office/officeart/2005/8/layout/hList1"/>
    <dgm:cxn modelId="{59460073-66B8-4884-8970-1DAE24F57C5F}" type="presOf" srcId="{0B8D12EF-8A66-46CB-AAAD-A989F18C2D58}" destId="{439B99C8-E45D-49F6-BF90-7A7E7336A365}" srcOrd="0" destOrd="1" presId="urn:microsoft.com/office/officeart/2005/8/layout/hList1"/>
    <dgm:cxn modelId="{406AB053-E9B5-4249-8C38-D00F99E41D14}" type="presOf" srcId="{06C24049-61EC-41D2-81F3-C3ED1D4A5250}" destId="{22113F40-D289-4F22-AAC3-A38417B069BA}" srcOrd="0" destOrd="0" presId="urn:microsoft.com/office/officeart/2005/8/layout/hList1"/>
    <dgm:cxn modelId="{A2DB7779-5830-43E2-8EF4-6C406C333945}" srcId="{25C6D072-918C-4A78-AAE2-10DB6A0CF66F}" destId="{C2B20C62-8515-4933-B2F2-F2C7010BB310}" srcOrd="0" destOrd="0" parTransId="{D30C02DD-EB15-4A74-B72F-342B821467C2}" sibTransId="{21249FC8-B557-4662-9655-E039453435E4}"/>
    <dgm:cxn modelId="{EDAB2B81-7176-42E5-B419-B3C0734BD673}" type="presOf" srcId="{5A114FAB-3E60-426F-A17E-FBF9E6311B49}" destId="{E202B98D-A460-4FCB-8787-D410EF5D14FC}" srcOrd="0" destOrd="0" presId="urn:microsoft.com/office/officeart/2005/8/layout/hList1"/>
    <dgm:cxn modelId="{6464FEA6-CDA1-4E6C-AB76-BE057504BAF6}" type="presOf" srcId="{76C65362-3997-4CD5-BFA5-BF7449749CC8}" destId="{489B2D53-5FE6-425C-B48F-6BA53CEDD31C}" srcOrd="0" destOrd="0" presId="urn:microsoft.com/office/officeart/2005/8/layout/hList1"/>
    <dgm:cxn modelId="{6BD537B2-D493-4A1F-B190-A0BAE606203F}" srcId="{2D1AB396-8B6C-4A83-A880-09B8BC475FA0}" destId="{0B8D12EF-8A66-46CB-AAAD-A989F18C2D58}" srcOrd="1" destOrd="0" parTransId="{1AA29B08-0D0E-4B4A-AF0F-A1AD708F42AD}" sibTransId="{D6112224-A4C3-452E-88E0-1DD2306662BE}"/>
    <dgm:cxn modelId="{A8C4E5CE-2770-42A4-AFB7-AEFE7694D45A}" type="presOf" srcId="{16F6AF14-9154-4110-AC1D-78F7DB69D369}" destId="{439B99C8-E45D-49F6-BF90-7A7E7336A365}" srcOrd="0" destOrd="0" presId="urn:microsoft.com/office/officeart/2005/8/layout/hList1"/>
    <dgm:cxn modelId="{570216D3-9F55-4B4B-A451-8AF3B08A5F02}" srcId="{25C6D072-918C-4A78-AAE2-10DB6A0CF66F}" destId="{5A114FAB-3E60-426F-A17E-FBF9E6311B49}" srcOrd="1" destOrd="0" parTransId="{59C0E230-1FCA-4899-B8E7-F87C0AE66986}" sibTransId="{C2D2FF22-CCC0-48B0-A679-98AB41E24ABA}"/>
    <dgm:cxn modelId="{351EADD8-1E69-4E4D-B0FB-4362D6EFDE4F}" srcId="{25C6D072-918C-4A78-AAE2-10DB6A0CF66F}" destId="{2D1AB396-8B6C-4A83-A880-09B8BC475FA0}" srcOrd="2" destOrd="0" parTransId="{8BEE750E-B95A-4912-B2E0-849DA70AAF89}" sibTransId="{57AA803B-F09D-45BB-9605-4AC24DBDE347}"/>
    <dgm:cxn modelId="{47B972E2-A3FF-4819-86EC-3F8EAE362051}" type="presOf" srcId="{25C6D072-918C-4A78-AAE2-10DB6A0CF66F}" destId="{DE2D81FD-29CF-4349-9808-51A3E3BC4459}" srcOrd="0" destOrd="0" presId="urn:microsoft.com/office/officeart/2005/8/layout/hList1"/>
    <dgm:cxn modelId="{F651B8E6-BE10-4165-9BF2-9549F752273F}" srcId="{2D1AB396-8B6C-4A83-A880-09B8BC475FA0}" destId="{16F6AF14-9154-4110-AC1D-78F7DB69D369}" srcOrd="0" destOrd="0" parTransId="{D483DA45-437F-477F-9D10-6FFE257AA54D}" sibTransId="{70CFC6AD-3DB3-49DC-BD42-29D785B24FCC}"/>
    <dgm:cxn modelId="{89BBBFBE-37BC-4604-A1E7-3D309F6838A2}" type="presParOf" srcId="{DE2D81FD-29CF-4349-9808-51A3E3BC4459}" destId="{9AA5EBCB-78B6-4DC9-8567-FC2D674DDBF0}" srcOrd="0" destOrd="0" presId="urn:microsoft.com/office/officeart/2005/8/layout/hList1"/>
    <dgm:cxn modelId="{5F35B9A2-ACB6-4F63-9942-4199E88A8625}" type="presParOf" srcId="{9AA5EBCB-78B6-4DC9-8567-FC2D674DDBF0}" destId="{99BE2ABE-1453-417E-B54C-A24F7E67CC23}" srcOrd="0" destOrd="0" presId="urn:microsoft.com/office/officeart/2005/8/layout/hList1"/>
    <dgm:cxn modelId="{E87298C7-110F-4845-9891-A9432B303009}" type="presParOf" srcId="{9AA5EBCB-78B6-4DC9-8567-FC2D674DDBF0}" destId="{22113F40-D289-4F22-AAC3-A38417B069BA}" srcOrd="1" destOrd="0" presId="urn:microsoft.com/office/officeart/2005/8/layout/hList1"/>
    <dgm:cxn modelId="{AC63D4CA-DECE-4ABD-A9F3-ABE3AB43634A}" type="presParOf" srcId="{DE2D81FD-29CF-4349-9808-51A3E3BC4459}" destId="{0C2D14A1-23BB-46E2-BBBC-E0ADF1310C6C}" srcOrd="1" destOrd="0" presId="urn:microsoft.com/office/officeart/2005/8/layout/hList1"/>
    <dgm:cxn modelId="{57442541-A108-48AE-8A07-565440EE0EA6}" type="presParOf" srcId="{DE2D81FD-29CF-4349-9808-51A3E3BC4459}" destId="{3BAC76D1-8E57-441D-A7F0-48A995E9817E}" srcOrd="2" destOrd="0" presId="urn:microsoft.com/office/officeart/2005/8/layout/hList1"/>
    <dgm:cxn modelId="{C68739B6-DDB8-4B93-8A14-CCFD4A7B1F9E}" type="presParOf" srcId="{3BAC76D1-8E57-441D-A7F0-48A995E9817E}" destId="{E202B98D-A460-4FCB-8787-D410EF5D14FC}" srcOrd="0" destOrd="0" presId="urn:microsoft.com/office/officeart/2005/8/layout/hList1"/>
    <dgm:cxn modelId="{D312CBEA-D8A8-4BCE-ADEA-9894AE3CB22B}" type="presParOf" srcId="{3BAC76D1-8E57-441D-A7F0-48A995E9817E}" destId="{489B2D53-5FE6-425C-B48F-6BA53CEDD31C}" srcOrd="1" destOrd="0" presId="urn:microsoft.com/office/officeart/2005/8/layout/hList1"/>
    <dgm:cxn modelId="{86D5D3EC-CA50-44C5-A276-F0D7B373BB4E}" type="presParOf" srcId="{DE2D81FD-29CF-4349-9808-51A3E3BC4459}" destId="{D50784BC-B00C-445D-99F5-68D6E3245050}" srcOrd="3" destOrd="0" presId="urn:microsoft.com/office/officeart/2005/8/layout/hList1"/>
    <dgm:cxn modelId="{E0137A09-472F-444F-B748-E0D15C550B38}" type="presParOf" srcId="{DE2D81FD-29CF-4349-9808-51A3E3BC4459}" destId="{9CEAF009-325C-488C-8D7E-0D7D55FBEFE3}" srcOrd="4" destOrd="0" presId="urn:microsoft.com/office/officeart/2005/8/layout/hList1"/>
    <dgm:cxn modelId="{2CCA3A43-25EE-41C0-B8AA-BB844E655A2C}" type="presParOf" srcId="{9CEAF009-325C-488C-8D7E-0D7D55FBEFE3}" destId="{A378A4F6-23BD-44A7-B9DD-280447B59AF6}" srcOrd="0" destOrd="0" presId="urn:microsoft.com/office/officeart/2005/8/layout/hList1"/>
    <dgm:cxn modelId="{10EDF8C6-3C7E-4FA0-8CEB-7961DBA5EADA}" type="presParOf" srcId="{9CEAF009-325C-488C-8D7E-0D7D55FBEFE3}" destId="{439B99C8-E45D-49F6-BF90-7A7E7336A365}" srcOrd="1" destOrd="0" presId="urn:microsoft.com/office/officeart/2005/8/layout/h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5C6D072-918C-4A78-AAE2-10DB6A0CF66F}" type="doc">
      <dgm:prSet loTypeId="urn:microsoft.com/office/officeart/2005/8/layout/hList1" loCatId="list" qsTypeId="urn:microsoft.com/office/officeart/2005/8/quickstyle/simple1" qsCatId="simple" csTypeId="urn:microsoft.com/office/officeart/2005/8/colors/accent1_1" csCatId="accent1" phldr="1"/>
      <dgm:spPr/>
      <dgm:t>
        <a:bodyPr/>
        <a:lstStyle/>
        <a:p>
          <a:endParaRPr lang="zh-CN" altLang="en-US"/>
        </a:p>
      </dgm:t>
    </dgm:pt>
    <dgm:pt modelId="{BB418FEE-9827-4E23-BE09-231065D9C936}">
      <dgm:prSet phldrT="[文本]"/>
      <dgm:spPr>
        <a:solidFill>
          <a:schemeClr val="bg2"/>
        </a:solidFill>
      </dgm:spPr>
      <dgm:t>
        <a:bodyPr/>
        <a:lstStyle/>
        <a:p>
          <a:r>
            <a:rPr lang="zh-CN" altLang="en-US"/>
            <a:t>通用框架服务</a:t>
          </a:r>
          <a:endParaRPr lang="zh-CN" altLang="en-US" dirty="0"/>
        </a:p>
      </dgm:t>
    </dgm:pt>
    <dgm:pt modelId="{AA9B8CA6-83CF-4BD9-B1D1-500831A3AEA8}" type="parTrans" cxnId="{8E5425A0-090A-4251-AA9C-3BE91025C478}">
      <dgm:prSet/>
      <dgm:spPr/>
      <dgm:t>
        <a:bodyPr/>
        <a:lstStyle/>
        <a:p>
          <a:endParaRPr lang="zh-CN" altLang="en-US"/>
        </a:p>
      </dgm:t>
    </dgm:pt>
    <dgm:pt modelId="{9B6B9AF8-F53E-4131-B85F-2A5B9DDB7E1F}" type="sibTrans" cxnId="{8E5425A0-090A-4251-AA9C-3BE91025C478}">
      <dgm:prSet/>
      <dgm:spPr/>
      <dgm:t>
        <a:bodyPr/>
        <a:lstStyle/>
        <a:p>
          <a:endParaRPr lang="zh-CN" altLang="en-US"/>
        </a:p>
      </dgm:t>
    </dgm:pt>
    <dgm:pt modelId="{582118DB-3DA7-4C6C-A1F0-1BAA038569B3}">
      <dgm:prSet phldrT="[文本]"/>
      <dgm:spPr/>
      <dgm:t>
        <a:bodyPr/>
        <a:lstStyle/>
        <a:p>
          <a:pPr>
            <a:buFontTx/>
            <a:buNone/>
          </a:pPr>
          <a:r>
            <a:rPr lang="zh-CN" altLang="en-US"/>
            <a:t>如</a:t>
          </a:r>
          <a:r>
            <a:rPr lang="en-US" altLang="zh-CN"/>
            <a:t>HTTP:80</a:t>
          </a:r>
          <a:r>
            <a:rPr lang="zh-CN" altLang="en-US"/>
            <a:t>；</a:t>
          </a:r>
          <a:endParaRPr lang="zh-CN" altLang="en-US" dirty="0"/>
        </a:p>
      </dgm:t>
    </dgm:pt>
    <dgm:pt modelId="{57708AFB-D6C8-4EED-BC3E-91C85F3AF8EA}" type="parTrans" cxnId="{72D77186-3BC1-453A-A7BE-AC20F5DA9BE0}">
      <dgm:prSet/>
      <dgm:spPr/>
      <dgm:t>
        <a:bodyPr/>
        <a:lstStyle/>
        <a:p>
          <a:endParaRPr lang="zh-CN" altLang="en-US"/>
        </a:p>
      </dgm:t>
    </dgm:pt>
    <dgm:pt modelId="{FDA99BFA-738A-4386-9C0B-D0415A3494AD}" type="sibTrans" cxnId="{72D77186-3BC1-453A-A7BE-AC20F5DA9BE0}">
      <dgm:prSet/>
      <dgm:spPr/>
      <dgm:t>
        <a:bodyPr/>
        <a:lstStyle/>
        <a:p>
          <a:endParaRPr lang="zh-CN" altLang="en-US"/>
        </a:p>
      </dgm:t>
    </dgm:pt>
    <dgm:pt modelId="{E88D52F8-325B-4615-AF22-0D95CDFF4075}">
      <dgm:prSet phldrT="[文本]"/>
      <dgm:spPr>
        <a:solidFill>
          <a:schemeClr val="bg2"/>
        </a:solidFill>
      </dgm:spPr>
      <dgm:t>
        <a:bodyPr/>
        <a:lstStyle/>
        <a:p>
          <a:r>
            <a:rPr lang="zh-CN" altLang="en-US"/>
            <a:t>开发和线上环境等价</a:t>
          </a:r>
          <a:endParaRPr lang="zh-CN" altLang="en-US" dirty="0"/>
        </a:p>
      </dgm:t>
    </dgm:pt>
    <dgm:pt modelId="{42B8C3B4-41C0-4E37-BCD0-1E77F41F2F5C}" type="parTrans" cxnId="{661E1ACA-C007-42C1-9FE7-DA538D4777E2}">
      <dgm:prSet/>
      <dgm:spPr/>
      <dgm:t>
        <a:bodyPr/>
        <a:lstStyle/>
        <a:p>
          <a:endParaRPr lang="zh-CN" altLang="en-US"/>
        </a:p>
      </dgm:t>
    </dgm:pt>
    <dgm:pt modelId="{501EEE56-3826-4C37-A0C1-4E3A063A3463}" type="sibTrans" cxnId="{661E1ACA-C007-42C1-9FE7-DA538D4777E2}">
      <dgm:prSet/>
      <dgm:spPr/>
      <dgm:t>
        <a:bodyPr/>
        <a:lstStyle/>
        <a:p>
          <a:endParaRPr lang="zh-CN" altLang="en-US"/>
        </a:p>
      </dgm:t>
    </dgm:pt>
    <dgm:pt modelId="{9B6C975B-DC47-4BC0-875F-678FECB91C8F}">
      <dgm:prSet phldrT="[文本]"/>
      <dgm:spPr>
        <a:solidFill>
          <a:schemeClr val="bg2"/>
        </a:solidFill>
      </dgm:spPr>
      <dgm:t>
        <a:bodyPr/>
        <a:lstStyle/>
        <a:p>
          <a:r>
            <a:rPr lang="zh-CN" altLang="en-US"/>
            <a:t>基于日志的事件流</a:t>
          </a:r>
          <a:endParaRPr lang="zh-CN" altLang="en-US" dirty="0"/>
        </a:p>
      </dgm:t>
    </dgm:pt>
    <dgm:pt modelId="{D12DFE40-43A2-48D3-B1BA-ECADC4F4FFCA}" type="parTrans" cxnId="{E3C580D5-C352-4481-B9D3-9E8731CFB4A1}">
      <dgm:prSet/>
      <dgm:spPr/>
      <dgm:t>
        <a:bodyPr/>
        <a:lstStyle/>
        <a:p>
          <a:endParaRPr lang="zh-CN" altLang="en-US"/>
        </a:p>
      </dgm:t>
    </dgm:pt>
    <dgm:pt modelId="{A021EA31-7DD6-43AD-8B7D-9B408B032AEF}" type="sibTrans" cxnId="{E3C580D5-C352-4481-B9D3-9E8731CFB4A1}">
      <dgm:prSet/>
      <dgm:spPr/>
      <dgm:t>
        <a:bodyPr/>
        <a:lstStyle/>
        <a:p>
          <a:endParaRPr lang="zh-CN" altLang="en-US"/>
        </a:p>
      </dgm:t>
    </dgm:pt>
    <dgm:pt modelId="{815CFDD6-FADB-4A55-AC6C-AC323ED501C7}">
      <dgm:prSet phldrT="[文本]"/>
      <dgm:spPr/>
      <dgm:t>
        <a:bodyPr/>
        <a:lstStyle/>
        <a:p>
          <a:pPr>
            <a:buFontTx/>
            <a:buNone/>
          </a:pPr>
          <a:r>
            <a:rPr lang="zh-CN" altLang="en-US"/>
            <a:t>统一记录、处理、响应</a:t>
          </a:r>
          <a:endParaRPr lang="zh-CN" altLang="en-US" dirty="0"/>
        </a:p>
      </dgm:t>
    </dgm:pt>
    <dgm:pt modelId="{00F7E3CB-E866-4407-B188-7680E0A52DFB}" type="parTrans" cxnId="{6BC889F1-F51E-4917-991A-F851FE1E96FA}">
      <dgm:prSet/>
      <dgm:spPr/>
      <dgm:t>
        <a:bodyPr/>
        <a:lstStyle/>
        <a:p>
          <a:endParaRPr lang="en-US"/>
        </a:p>
      </dgm:t>
    </dgm:pt>
    <dgm:pt modelId="{84DD9035-3ABC-48C6-A978-0166B378DAFB}" type="sibTrans" cxnId="{6BC889F1-F51E-4917-991A-F851FE1E96FA}">
      <dgm:prSet/>
      <dgm:spPr/>
      <dgm:t>
        <a:bodyPr/>
        <a:lstStyle/>
        <a:p>
          <a:endParaRPr lang="en-US"/>
        </a:p>
      </dgm:t>
    </dgm:pt>
    <dgm:pt modelId="{FBC705AC-E0C7-43DD-AAE4-549686C1B894}">
      <dgm:prSet phldrT="[文本]"/>
      <dgm:spPr/>
      <dgm:t>
        <a:bodyPr/>
        <a:lstStyle/>
        <a:p>
          <a:pPr>
            <a:buFontTx/>
            <a:buNone/>
          </a:pPr>
          <a:r>
            <a:rPr lang="zh-CN" altLang="en-US"/>
            <a:t>一套代码随处可用</a:t>
          </a:r>
          <a:endParaRPr lang="zh-CN" altLang="en-US" dirty="0"/>
        </a:p>
      </dgm:t>
    </dgm:pt>
    <dgm:pt modelId="{14EB8D3A-768A-4476-A956-AC6026969FEC}" type="parTrans" cxnId="{408E4416-061A-44C0-9464-DE5CCE15B34C}">
      <dgm:prSet/>
      <dgm:spPr/>
      <dgm:t>
        <a:bodyPr/>
        <a:lstStyle/>
        <a:p>
          <a:endParaRPr lang="en-US"/>
        </a:p>
      </dgm:t>
    </dgm:pt>
    <dgm:pt modelId="{EC8DE1AE-CE26-4A55-B032-B55D3AF7F34A}" type="sibTrans" cxnId="{408E4416-061A-44C0-9464-DE5CCE15B34C}">
      <dgm:prSet/>
      <dgm:spPr/>
      <dgm:t>
        <a:bodyPr/>
        <a:lstStyle/>
        <a:p>
          <a:endParaRPr lang="en-US"/>
        </a:p>
      </dgm:t>
    </dgm:pt>
    <dgm:pt modelId="{DE2D81FD-29CF-4349-9808-51A3E3BC4459}" type="pres">
      <dgm:prSet presAssocID="{25C6D072-918C-4A78-AAE2-10DB6A0CF66F}" presName="Name0" presStyleCnt="0">
        <dgm:presLayoutVars>
          <dgm:dir/>
          <dgm:animLvl val="lvl"/>
          <dgm:resizeHandles val="exact"/>
        </dgm:presLayoutVars>
      </dgm:prSet>
      <dgm:spPr/>
    </dgm:pt>
    <dgm:pt modelId="{AAC98991-D49E-46DF-A87C-BCF26B1C7973}" type="pres">
      <dgm:prSet presAssocID="{BB418FEE-9827-4E23-BE09-231065D9C936}" presName="composite" presStyleCnt="0"/>
      <dgm:spPr/>
    </dgm:pt>
    <dgm:pt modelId="{372702B5-28A0-4263-946D-6CA693947320}" type="pres">
      <dgm:prSet presAssocID="{BB418FEE-9827-4E23-BE09-231065D9C936}" presName="parTx" presStyleLbl="alignNode1" presStyleIdx="0" presStyleCnt="3">
        <dgm:presLayoutVars>
          <dgm:chMax val="0"/>
          <dgm:chPref val="0"/>
          <dgm:bulletEnabled val="1"/>
        </dgm:presLayoutVars>
      </dgm:prSet>
      <dgm:spPr/>
    </dgm:pt>
    <dgm:pt modelId="{943EFF0E-D9DA-4D8F-AF02-5316F577E058}" type="pres">
      <dgm:prSet presAssocID="{BB418FEE-9827-4E23-BE09-231065D9C936}" presName="desTx" presStyleLbl="alignAccFollowNode1" presStyleIdx="0" presStyleCnt="3">
        <dgm:presLayoutVars>
          <dgm:bulletEnabled val="1"/>
        </dgm:presLayoutVars>
      </dgm:prSet>
      <dgm:spPr/>
    </dgm:pt>
    <dgm:pt modelId="{75013721-63B3-4F61-A6BF-11AD0DE4F9A2}" type="pres">
      <dgm:prSet presAssocID="{9B6B9AF8-F53E-4131-B85F-2A5B9DDB7E1F}" presName="space" presStyleCnt="0"/>
      <dgm:spPr/>
    </dgm:pt>
    <dgm:pt modelId="{F3D46FCC-4DDE-4A56-9E41-8D0CE5029252}" type="pres">
      <dgm:prSet presAssocID="{E88D52F8-325B-4615-AF22-0D95CDFF4075}" presName="composite" presStyleCnt="0"/>
      <dgm:spPr/>
    </dgm:pt>
    <dgm:pt modelId="{BF1CDC55-AD67-405D-9E8E-FE79EC1343F6}" type="pres">
      <dgm:prSet presAssocID="{E88D52F8-325B-4615-AF22-0D95CDFF4075}" presName="parTx" presStyleLbl="alignNode1" presStyleIdx="1" presStyleCnt="3">
        <dgm:presLayoutVars>
          <dgm:chMax val="0"/>
          <dgm:chPref val="0"/>
          <dgm:bulletEnabled val="1"/>
        </dgm:presLayoutVars>
      </dgm:prSet>
      <dgm:spPr/>
    </dgm:pt>
    <dgm:pt modelId="{FC0967F9-F912-4DFE-B514-00841F4A10B5}" type="pres">
      <dgm:prSet presAssocID="{E88D52F8-325B-4615-AF22-0D95CDFF4075}" presName="desTx" presStyleLbl="alignAccFollowNode1" presStyleIdx="1" presStyleCnt="3">
        <dgm:presLayoutVars>
          <dgm:bulletEnabled val="1"/>
        </dgm:presLayoutVars>
      </dgm:prSet>
      <dgm:spPr/>
    </dgm:pt>
    <dgm:pt modelId="{16D32ED4-5EFC-44C0-8C2B-0E07C1D5D545}" type="pres">
      <dgm:prSet presAssocID="{501EEE56-3826-4C37-A0C1-4E3A063A3463}" presName="space" presStyleCnt="0"/>
      <dgm:spPr/>
    </dgm:pt>
    <dgm:pt modelId="{6F9A56A3-7B32-4477-9891-841111604B5D}" type="pres">
      <dgm:prSet presAssocID="{9B6C975B-DC47-4BC0-875F-678FECB91C8F}" presName="composite" presStyleCnt="0"/>
      <dgm:spPr/>
    </dgm:pt>
    <dgm:pt modelId="{7D005E73-1752-4DB2-89D4-A0EDA0700DC7}" type="pres">
      <dgm:prSet presAssocID="{9B6C975B-DC47-4BC0-875F-678FECB91C8F}" presName="parTx" presStyleLbl="alignNode1" presStyleIdx="2" presStyleCnt="3">
        <dgm:presLayoutVars>
          <dgm:chMax val="0"/>
          <dgm:chPref val="0"/>
          <dgm:bulletEnabled val="1"/>
        </dgm:presLayoutVars>
      </dgm:prSet>
      <dgm:spPr/>
    </dgm:pt>
    <dgm:pt modelId="{881A792E-E74C-45E1-A0E4-D9DE04FEBCF3}" type="pres">
      <dgm:prSet presAssocID="{9B6C975B-DC47-4BC0-875F-678FECB91C8F}" presName="desTx" presStyleLbl="alignAccFollowNode1" presStyleIdx="2" presStyleCnt="3">
        <dgm:presLayoutVars>
          <dgm:bulletEnabled val="1"/>
        </dgm:presLayoutVars>
      </dgm:prSet>
      <dgm:spPr/>
    </dgm:pt>
  </dgm:ptLst>
  <dgm:cxnLst>
    <dgm:cxn modelId="{4C0A3F09-8478-4D8B-8992-47802D75508D}" type="presOf" srcId="{815CFDD6-FADB-4A55-AC6C-AC323ED501C7}" destId="{881A792E-E74C-45E1-A0E4-D9DE04FEBCF3}" srcOrd="0" destOrd="0" presId="urn:microsoft.com/office/officeart/2005/8/layout/hList1"/>
    <dgm:cxn modelId="{EFC53A16-85E9-4B6E-AF3A-7A11AFA20706}" type="presOf" srcId="{FBC705AC-E0C7-43DD-AAE4-549686C1B894}" destId="{FC0967F9-F912-4DFE-B514-00841F4A10B5}" srcOrd="0" destOrd="0" presId="urn:microsoft.com/office/officeart/2005/8/layout/hList1"/>
    <dgm:cxn modelId="{408E4416-061A-44C0-9464-DE5CCE15B34C}" srcId="{E88D52F8-325B-4615-AF22-0D95CDFF4075}" destId="{FBC705AC-E0C7-43DD-AAE4-549686C1B894}" srcOrd="0" destOrd="0" parTransId="{14EB8D3A-768A-4476-A956-AC6026969FEC}" sibTransId="{EC8DE1AE-CE26-4A55-B032-B55D3AF7F34A}"/>
    <dgm:cxn modelId="{5AE00949-99D5-4E75-A881-1271D0539C66}" type="presOf" srcId="{582118DB-3DA7-4C6C-A1F0-1BAA038569B3}" destId="{943EFF0E-D9DA-4D8F-AF02-5316F577E058}" srcOrd="0" destOrd="0" presId="urn:microsoft.com/office/officeart/2005/8/layout/hList1"/>
    <dgm:cxn modelId="{72D77186-3BC1-453A-A7BE-AC20F5DA9BE0}" srcId="{BB418FEE-9827-4E23-BE09-231065D9C936}" destId="{582118DB-3DA7-4C6C-A1F0-1BAA038569B3}" srcOrd="0" destOrd="0" parTransId="{57708AFB-D6C8-4EED-BC3E-91C85F3AF8EA}" sibTransId="{FDA99BFA-738A-4386-9C0B-D0415A3494AD}"/>
    <dgm:cxn modelId="{8E5425A0-090A-4251-AA9C-3BE91025C478}" srcId="{25C6D072-918C-4A78-AAE2-10DB6A0CF66F}" destId="{BB418FEE-9827-4E23-BE09-231065D9C936}" srcOrd="0" destOrd="0" parTransId="{AA9B8CA6-83CF-4BD9-B1D1-500831A3AEA8}" sibTransId="{9B6B9AF8-F53E-4131-B85F-2A5B9DDB7E1F}"/>
    <dgm:cxn modelId="{661E1ACA-C007-42C1-9FE7-DA538D4777E2}" srcId="{25C6D072-918C-4A78-AAE2-10DB6A0CF66F}" destId="{E88D52F8-325B-4615-AF22-0D95CDFF4075}" srcOrd="1" destOrd="0" parTransId="{42B8C3B4-41C0-4E37-BCD0-1E77F41F2F5C}" sibTransId="{501EEE56-3826-4C37-A0C1-4E3A063A3463}"/>
    <dgm:cxn modelId="{A52848D4-9D5F-4402-8247-F0CA6A99CBF3}" type="presOf" srcId="{E88D52F8-325B-4615-AF22-0D95CDFF4075}" destId="{BF1CDC55-AD67-405D-9E8E-FE79EC1343F6}" srcOrd="0" destOrd="0" presId="urn:microsoft.com/office/officeart/2005/8/layout/hList1"/>
    <dgm:cxn modelId="{E3C580D5-C352-4481-B9D3-9E8731CFB4A1}" srcId="{25C6D072-918C-4A78-AAE2-10DB6A0CF66F}" destId="{9B6C975B-DC47-4BC0-875F-678FECB91C8F}" srcOrd="2" destOrd="0" parTransId="{D12DFE40-43A2-48D3-B1BA-ECADC4F4FFCA}" sibTransId="{A021EA31-7DD6-43AD-8B7D-9B408B032AEF}"/>
    <dgm:cxn modelId="{47B972E2-A3FF-4819-86EC-3F8EAE362051}" type="presOf" srcId="{25C6D072-918C-4A78-AAE2-10DB6A0CF66F}" destId="{DE2D81FD-29CF-4349-9808-51A3E3BC4459}" srcOrd="0" destOrd="0" presId="urn:microsoft.com/office/officeart/2005/8/layout/hList1"/>
    <dgm:cxn modelId="{6BC889F1-F51E-4917-991A-F851FE1E96FA}" srcId="{9B6C975B-DC47-4BC0-875F-678FECB91C8F}" destId="{815CFDD6-FADB-4A55-AC6C-AC323ED501C7}" srcOrd="0" destOrd="0" parTransId="{00F7E3CB-E866-4407-B188-7680E0A52DFB}" sibTransId="{84DD9035-3ABC-48C6-A978-0166B378DAFB}"/>
    <dgm:cxn modelId="{E123C4F3-D8BA-48BD-B749-1CB1EB29EF2F}" type="presOf" srcId="{9B6C975B-DC47-4BC0-875F-678FECB91C8F}" destId="{7D005E73-1752-4DB2-89D4-A0EDA0700DC7}" srcOrd="0" destOrd="0" presId="urn:microsoft.com/office/officeart/2005/8/layout/hList1"/>
    <dgm:cxn modelId="{43297FF5-733F-4C32-8853-5DF4087672A9}" type="presOf" srcId="{BB418FEE-9827-4E23-BE09-231065D9C936}" destId="{372702B5-28A0-4263-946D-6CA693947320}" srcOrd="0" destOrd="0" presId="urn:microsoft.com/office/officeart/2005/8/layout/hList1"/>
    <dgm:cxn modelId="{2E72E927-CC40-4C20-AB87-FB5C487D075F}" type="presParOf" srcId="{DE2D81FD-29CF-4349-9808-51A3E3BC4459}" destId="{AAC98991-D49E-46DF-A87C-BCF26B1C7973}" srcOrd="0" destOrd="0" presId="urn:microsoft.com/office/officeart/2005/8/layout/hList1"/>
    <dgm:cxn modelId="{0E3F7189-F284-42EE-8519-6F377B89E512}" type="presParOf" srcId="{AAC98991-D49E-46DF-A87C-BCF26B1C7973}" destId="{372702B5-28A0-4263-946D-6CA693947320}" srcOrd="0" destOrd="0" presId="urn:microsoft.com/office/officeart/2005/8/layout/hList1"/>
    <dgm:cxn modelId="{B5AAB77C-3872-40D4-88CD-28F06BD32E0B}" type="presParOf" srcId="{AAC98991-D49E-46DF-A87C-BCF26B1C7973}" destId="{943EFF0E-D9DA-4D8F-AF02-5316F577E058}" srcOrd="1" destOrd="0" presId="urn:microsoft.com/office/officeart/2005/8/layout/hList1"/>
    <dgm:cxn modelId="{3324C471-3480-4482-AD9C-B451B37D734F}" type="presParOf" srcId="{DE2D81FD-29CF-4349-9808-51A3E3BC4459}" destId="{75013721-63B3-4F61-A6BF-11AD0DE4F9A2}" srcOrd="1" destOrd="0" presId="urn:microsoft.com/office/officeart/2005/8/layout/hList1"/>
    <dgm:cxn modelId="{E88820D2-80A7-453E-AC40-08BB4D312BBC}" type="presParOf" srcId="{DE2D81FD-29CF-4349-9808-51A3E3BC4459}" destId="{F3D46FCC-4DDE-4A56-9E41-8D0CE5029252}" srcOrd="2" destOrd="0" presId="urn:microsoft.com/office/officeart/2005/8/layout/hList1"/>
    <dgm:cxn modelId="{D19959E1-E0B1-485E-9FDE-E228FF4C0AB9}" type="presParOf" srcId="{F3D46FCC-4DDE-4A56-9E41-8D0CE5029252}" destId="{BF1CDC55-AD67-405D-9E8E-FE79EC1343F6}" srcOrd="0" destOrd="0" presId="urn:microsoft.com/office/officeart/2005/8/layout/hList1"/>
    <dgm:cxn modelId="{52E1219B-2041-4611-B7DF-729707AB9081}" type="presParOf" srcId="{F3D46FCC-4DDE-4A56-9E41-8D0CE5029252}" destId="{FC0967F9-F912-4DFE-B514-00841F4A10B5}" srcOrd="1" destOrd="0" presId="urn:microsoft.com/office/officeart/2005/8/layout/hList1"/>
    <dgm:cxn modelId="{81A0CB9F-5EBF-40AD-8C49-71BF84E227CC}" type="presParOf" srcId="{DE2D81FD-29CF-4349-9808-51A3E3BC4459}" destId="{16D32ED4-5EFC-44C0-8C2B-0E07C1D5D545}" srcOrd="3" destOrd="0" presId="urn:microsoft.com/office/officeart/2005/8/layout/hList1"/>
    <dgm:cxn modelId="{B5535D1F-FD52-43C7-AA93-9BEC4A2D25F6}" type="presParOf" srcId="{DE2D81FD-29CF-4349-9808-51A3E3BC4459}" destId="{6F9A56A3-7B32-4477-9891-841111604B5D}" srcOrd="4" destOrd="0" presId="urn:microsoft.com/office/officeart/2005/8/layout/hList1"/>
    <dgm:cxn modelId="{14E8C8DE-EE72-4914-BDBB-393312BB491D}" type="presParOf" srcId="{6F9A56A3-7B32-4477-9891-841111604B5D}" destId="{7D005E73-1752-4DB2-89D4-A0EDA0700DC7}" srcOrd="0" destOrd="0" presId="urn:microsoft.com/office/officeart/2005/8/layout/hList1"/>
    <dgm:cxn modelId="{96EC8C67-D776-4E08-93D2-E316FB6324CA}" type="presParOf" srcId="{6F9A56A3-7B32-4477-9891-841111604B5D}" destId="{881A792E-E74C-45E1-A0E4-D9DE04FEBCF3}" srcOrd="1" destOrd="0" presId="urn:microsoft.com/office/officeart/2005/8/layout/hList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5C6D072-918C-4A78-AAE2-10DB6A0CF66F}" type="doc">
      <dgm:prSet loTypeId="urn:microsoft.com/office/officeart/2005/8/layout/hList1" loCatId="list" qsTypeId="urn:microsoft.com/office/officeart/2005/8/quickstyle/simple1" qsCatId="simple" csTypeId="urn:microsoft.com/office/officeart/2005/8/colors/accent1_1" csCatId="accent1" phldr="1"/>
      <dgm:spPr/>
      <dgm:t>
        <a:bodyPr/>
        <a:lstStyle/>
        <a:p>
          <a:endParaRPr lang="zh-CN" altLang="en-US"/>
        </a:p>
      </dgm:t>
    </dgm:pt>
    <dgm:pt modelId="{BB418FEE-9827-4E23-BE09-231065D9C936}">
      <dgm:prSet phldrT="[文本]" custT="1"/>
      <dgm:spPr>
        <a:solidFill>
          <a:srgbClr val="E7E6E6"/>
        </a:solidFill>
        <a:ln w="12700" cap="flat" cmpd="sng" algn="ctr">
          <a:solidFill>
            <a:srgbClr val="1D5E9E">
              <a:shade val="80000"/>
              <a:hueOff val="0"/>
              <a:satOff val="0"/>
              <a:lumOff val="0"/>
              <a:alphaOff val="0"/>
            </a:srgbClr>
          </a:solidFill>
          <a:prstDash val="solid"/>
          <a:miter lim="800000"/>
        </a:ln>
        <a:effectLst/>
      </dgm:spPr>
      <dgm:t>
        <a:bodyPr spcFirstLastPara="0" vert="horz" wrap="square" lIns="120904" tIns="69088" rIns="120904" bIns="69088" numCol="1" spcCol="1270" anchor="ctr" anchorCtr="0"/>
        <a:lstStyle/>
        <a:p>
          <a:pPr marL="0" lvl="0" indent="0" algn="ctr" defTabSz="755650">
            <a:lnSpc>
              <a:spcPct val="90000"/>
            </a:lnSpc>
            <a:spcBef>
              <a:spcPct val="0"/>
            </a:spcBef>
            <a:spcAft>
              <a:spcPct val="35000"/>
            </a:spcAft>
            <a:buNone/>
          </a:pPr>
          <a:r>
            <a:rPr lang="en-US" altLang="zh-CN" sz="1700" kern="1200">
              <a:solidFill>
                <a:srgbClr val="4D4D4D">
                  <a:hueOff val="0"/>
                  <a:satOff val="0"/>
                  <a:lumOff val="0"/>
                  <a:alphaOff val="0"/>
                </a:srgbClr>
              </a:solidFill>
              <a:latin typeface="Arial"/>
              <a:ea typeface="微软雅黑"/>
              <a:cs typeface="+mn-cs"/>
            </a:rPr>
            <a:t>API</a:t>
          </a:r>
          <a:r>
            <a:rPr lang="zh-CN" altLang="en-US" sz="1700" kern="1200">
              <a:solidFill>
                <a:srgbClr val="4D4D4D">
                  <a:hueOff val="0"/>
                  <a:satOff val="0"/>
                  <a:lumOff val="0"/>
                  <a:alphaOff val="0"/>
                </a:srgbClr>
              </a:solidFill>
              <a:latin typeface="Arial"/>
              <a:ea typeface="微软雅黑"/>
              <a:cs typeface="+mn-cs"/>
            </a:rPr>
            <a:t>声明管理</a:t>
          </a:r>
          <a:endParaRPr lang="zh-CN" altLang="en-US" sz="1700" kern="1200" dirty="0">
            <a:solidFill>
              <a:srgbClr val="4D4D4D">
                <a:hueOff val="0"/>
                <a:satOff val="0"/>
                <a:lumOff val="0"/>
                <a:alphaOff val="0"/>
              </a:srgbClr>
            </a:solidFill>
            <a:latin typeface="Arial"/>
            <a:ea typeface="微软雅黑"/>
            <a:cs typeface="+mn-cs"/>
          </a:endParaRPr>
        </a:p>
      </dgm:t>
    </dgm:pt>
    <dgm:pt modelId="{AA9B8CA6-83CF-4BD9-B1D1-500831A3AEA8}" type="parTrans" cxnId="{8E5425A0-090A-4251-AA9C-3BE91025C478}">
      <dgm:prSet/>
      <dgm:spPr/>
      <dgm:t>
        <a:bodyPr/>
        <a:lstStyle/>
        <a:p>
          <a:endParaRPr lang="zh-CN" altLang="en-US"/>
        </a:p>
      </dgm:t>
    </dgm:pt>
    <dgm:pt modelId="{9B6B9AF8-F53E-4131-B85F-2A5B9DDB7E1F}" type="sibTrans" cxnId="{8E5425A0-090A-4251-AA9C-3BE91025C478}">
      <dgm:prSet/>
      <dgm:spPr/>
      <dgm:t>
        <a:bodyPr/>
        <a:lstStyle/>
        <a:p>
          <a:endParaRPr lang="zh-CN" altLang="en-US"/>
        </a:p>
      </dgm:t>
    </dgm:pt>
    <dgm:pt modelId="{E88D52F8-325B-4615-AF22-0D95CDFF4075}">
      <dgm:prSet phldrT="[文本]" custT="1"/>
      <dgm:spPr>
        <a:solidFill>
          <a:schemeClr val="bg2"/>
        </a:solidFill>
      </dgm:spPr>
      <dgm:t>
        <a:bodyPr/>
        <a:lstStyle/>
        <a:p>
          <a:r>
            <a:rPr lang="zh-CN" altLang="en-US" sz="1700" kern="1200">
              <a:solidFill>
                <a:srgbClr val="4D4D4D">
                  <a:hueOff val="0"/>
                  <a:satOff val="0"/>
                  <a:lumOff val="0"/>
                  <a:alphaOff val="0"/>
                </a:srgbClr>
              </a:solidFill>
              <a:latin typeface="Arial"/>
              <a:ea typeface="微软雅黑"/>
              <a:cs typeface="+mn-cs"/>
            </a:rPr>
            <a:t>认证和授权</a:t>
          </a:r>
          <a:endParaRPr lang="zh-CN" altLang="en-US" sz="1700" kern="1200" dirty="0">
            <a:solidFill>
              <a:srgbClr val="4D4D4D">
                <a:hueOff val="0"/>
                <a:satOff val="0"/>
                <a:lumOff val="0"/>
                <a:alphaOff val="0"/>
              </a:srgbClr>
            </a:solidFill>
            <a:latin typeface="Arial"/>
            <a:ea typeface="微软雅黑"/>
            <a:cs typeface="+mn-cs"/>
          </a:endParaRPr>
        </a:p>
      </dgm:t>
    </dgm:pt>
    <dgm:pt modelId="{42B8C3B4-41C0-4E37-BCD0-1E77F41F2F5C}" type="parTrans" cxnId="{661E1ACA-C007-42C1-9FE7-DA538D4777E2}">
      <dgm:prSet/>
      <dgm:spPr/>
      <dgm:t>
        <a:bodyPr/>
        <a:lstStyle/>
        <a:p>
          <a:endParaRPr lang="zh-CN" altLang="en-US"/>
        </a:p>
      </dgm:t>
    </dgm:pt>
    <dgm:pt modelId="{501EEE56-3826-4C37-A0C1-4E3A063A3463}" type="sibTrans" cxnId="{661E1ACA-C007-42C1-9FE7-DA538D4777E2}">
      <dgm:prSet/>
      <dgm:spPr/>
      <dgm:t>
        <a:bodyPr/>
        <a:lstStyle/>
        <a:p>
          <a:endParaRPr lang="zh-CN" altLang="en-US"/>
        </a:p>
      </dgm:t>
    </dgm:pt>
    <dgm:pt modelId="{9B6C975B-DC47-4BC0-875F-678FECB91C8F}">
      <dgm:prSet phldrT="[文本]" custT="1"/>
      <dgm:spPr>
        <a:solidFill>
          <a:schemeClr val="bg2"/>
        </a:solidFill>
      </dgm:spPr>
      <dgm:t>
        <a:bodyPr/>
        <a:lstStyle/>
        <a:p>
          <a:r>
            <a:rPr lang="zh-CN" altLang="en-US" sz="1700" kern="1200">
              <a:solidFill>
                <a:srgbClr val="4D4D4D">
                  <a:hueOff val="0"/>
                  <a:satOff val="0"/>
                  <a:lumOff val="0"/>
                  <a:alphaOff val="0"/>
                </a:srgbClr>
              </a:solidFill>
              <a:latin typeface="Arial"/>
              <a:ea typeface="微软雅黑"/>
              <a:cs typeface="+mn-cs"/>
            </a:rPr>
            <a:t>监控与告警</a:t>
          </a:r>
          <a:endParaRPr lang="zh-CN" altLang="en-US" sz="1700" kern="1200" dirty="0">
            <a:solidFill>
              <a:srgbClr val="4D4D4D">
                <a:hueOff val="0"/>
                <a:satOff val="0"/>
                <a:lumOff val="0"/>
                <a:alphaOff val="0"/>
              </a:srgbClr>
            </a:solidFill>
            <a:latin typeface="Arial"/>
            <a:ea typeface="微软雅黑"/>
            <a:cs typeface="+mn-cs"/>
          </a:endParaRPr>
        </a:p>
      </dgm:t>
    </dgm:pt>
    <dgm:pt modelId="{D12DFE40-43A2-48D3-B1BA-ECADC4F4FFCA}" type="parTrans" cxnId="{E3C580D5-C352-4481-B9D3-9E8731CFB4A1}">
      <dgm:prSet/>
      <dgm:spPr/>
      <dgm:t>
        <a:bodyPr/>
        <a:lstStyle/>
        <a:p>
          <a:endParaRPr lang="zh-CN" altLang="en-US"/>
        </a:p>
      </dgm:t>
    </dgm:pt>
    <dgm:pt modelId="{A021EA31-7DD6-43AD-8B7D-9B408B032AEF}" type="sibTrans" cxnId="{E3C580D5-C352-4481-B9D3-9E8731CFB4A1}">
      <dgm:prSet/>
      <dgm:spPr/>
      <dgm:t>
        <a:bodyPr/>
        <a:lstStyle/>
        <a:p>
          <a:endParaRPr lang="zh-CN" altLang="en-US"/>
        </a:p>
      </dgm:t>
    </dgm:pt>
    <dgm:pt modelId="{DE2D81FD-29CF-4349-9808-51A3E3BC4459}" type="pres">
      <dgm:prSet presAssocID="{25C6D072-918C-4A78-AAE2-10DB6A0CF66F}" presName="Name0" presStyleCnt="0">
        <dgm:presLayoutVars>
          <dgm:dir/>
          <dgm:animLvl val="lvl"/>
          <dgm:resizeHandles val="exact"/>
        </dgm:presLayoutVars>
      </dgm:prSet>
      <dgm:spPr/>
    </dgm:pt>
    <dgm:pt modelId="{AAC98991-D49E-46DF-A87C-BCF26B1C7973}" type="pres">
      <dgm:prSet presAssocID="{BB418FEE-9827-4E23-BE09-231065D9C936}" presName="composite" presStyleCnt="0"/>
      <dgm:spPr/>
    </dgm:pt>
    <dgm:pt modelId="{372702B5-28A0-4263-946D-6CA693947320}" type="pres">
      <dgm:prSet presAssocID="{BB418FEE-9827-4E23-BE09-231065D9C936}" presName="parTx" presStyleLbl="alignNode1" presStyleIdx="0" presStyleCnt="3">
        <dgm:presLayoutVars>
          <dgm:chMax val="0"/>
          <dgm:chPref val="0"/>
          <dgm:bulletEnabled val="1"/>
        </dgm:presLayoutVars>
      </dgm:prSet>
      <dgm:spPr>
        <a:xfrm>
          <a:off x="3375" y="3004"/>
          <a:ext cx="3290821" cy="374400"/>
        </a:xfrm>
        <a:prstGeom prst="rect">
          <a:avLst/>
        </a:prstGeom>
      </dgm:spPr>
    </dgm:pt>
    <dgm:pt modelId="{943EFF0E-D9DA-4D8F-AF02-5316F577E058}" type="pres">
      <dgm:prSet presAssocID="{BB418FEE-9827-4E23-BE09-231065D9C936}" presName="desTx" presStyleLbl="alignAccFollowNode1" presStyleIdx="0" presStyleCnt="3">
        <dgm:presLayoutVars>
          <dgm:bulletEnabled val="1"/>
        </dgm:presLayoutVars>
      </dgm:prSet>
      <dgm:spPr/>
    </dgm:pt>
    <dgm:pt modelId="{75013721-63B3-4F61-A6BF-11AD0DE4F9A2}" type="pres">
      <dgm:prSet presAssocID="{9B6B9AF8-F53E-4131-B85F-2A5B9DDB7E1F}" presName="space" presStyleCnt="0"/>
      <dgm:spPr/>
    </dgm:pt>
    <dgm:pt modelId="{F3D46FCC-4DDE-4A56-9E41-8D0CE5029252}" type="pres">
      <dgm:prSet presAssocID="{E88D52F8-325B-4615-AF22-0D95CDFF4075}" presName="composite" presStyleCnt="0"/>
      <dgm:spPr/>
    </dgm:pt>
    <dgm:pt modelId="{BF1CDC55-AD67-405D-9E8E-FE79EC1343F6}" type="pres">
      <dgm:prSet presAssocID="{E88D52F8-325B-4615-AF22-0D95CDFF4075}" presName="parTx" presStyleLbl="alignNode1" presStyleIdx="1" presStyleCnt="3">
        <dgm:presLayoutVars>
          <dgm:chMax val="0"/>
          <dgm:chPref val="0"/>
          <dgm:bulletEnabled val="1"/>
        </dgm:presLayoutVars>
      </dgm:prSet>
      <dgm:spPr/>
    </dgm:pt>
    <dgm:pt modelId="{FC0967F9-F912-4DFE-B514-00841F4A10B5}" type="pres">
      <dgm:prSet presAssocID="{E88D52F8-325B-4615-AF22-0D95CDFF4075}" presName="desTx" presStyleLbl="alignAccFollowNode1" presStyleIdx="1" presStyleCnt="3">
        <dgm:presLayoutVars>
          <dgm:bulletEnabled val="1"/>
        </dgm:presLayoutVars>
      </dgm:prSet>
      <dgm:spPr/>
    </dgm:pt>
    <dgm:pt modelId="{16D32ED4-5EFC-44C0-8C2B-0E07C1D5D545}" type="pres">
      <dgm:prSet presAssocID="{501EEE56-3826-4C37-A0C1-4E3A063A3463}" presName="space" presStyleCnt="0"/>
      <dgm:spPr/>
    </dgm:pt>
    <dgm:pt modelId="{6F9A56A3-7B32-4477-9891-841111604B5D}" type="pres">
      <dgm:prSet presAssocID="{9B6C975B-DC47-4BC0-875F-678FECB91C8F}" presName="composite" presStyleCnt="0"/>
      <dgm:spPr/>
    </dgm:pt>
    <dgm:pt modelId="{7D005E73-1752-4DB2-89D4-A0EDA0700DC7}" type="pres">
      <dgm:prSet presAssocID="{9B6C975B-DC47-4BC0-875F-678FECB91C8F}" presName="parTx" presStyleLbl="alignNode1" presStyleIdx="2" presStyleCnt="3">
        <dgm:presLayoutVars>
          <dgm:chMax val="0"/>
          <dgm:chPref val="0"/>
          <dgm:bulletEnabled val="1"/>
        </dgm:presLayoutVars>
      </dgm:prSet>
      <dgm:spPr/>
    </dgm:pt>
    <dgm:pt modelId="{881A792E-E74C-45E1-A0E4-D9DE04FEBCF3}" type="pres">
      <dgm:prSet presAssocID="{9B6C975B-DC47-4BC0-875F-678FECB91C8F}" presName="desTx" presStyleLbl="alignAccFollowNode1" presStyleIdx="2" presStyleCnt="3">
        <dgm:presLayoutVars>
          <dgm:bulletEnabled val="1"/>
        </dgm:presLayoutVars>
      </dgm:prSet>
      <dgm:spPr/>
    </dgm:pt>
  </dgm:ptLst>
  <dgm:cxnLst>
    <dgm:cxn modelId="{8E5425A0-090A-4251-AA9C-3BE91025C478}" srcId="{25C6D072-918C-4A78-AAE2-10DB6A0CF66F}" destId="{BB418FEE-9827-4E23-BE09-231065D9C936}" srcOrd="0" destOrd="0" parTransId="{AA9B8CA6-83CF-4BD9-B1D1-500831A3AEA8}" sibTransId="{9B6B9AF8-F53E-4131-B85F-2A5B9DDB7E1F}"/>
    <dgm:cxn modelId="{661E1ACA-C007-42C1-9FE7-DA538D4777E2}" srcId="{25C6D072-918C-4A78-AAE2-10DB6A0CF66F}" destId="{E88D52F8-325B-4615-AF22-0D95CDFF4075}" srcOrd="1" destOrd="0" parTransId="{42B8C3B4-41C0-4E37-BCD0-1E77F41F2F5C}" sibTransId="{501EEE56-3826-4C37-A0C1-4E3A063A3463}"/>
    <dgm:cxn modelId="{A52848D4-9D5F-4402-8247-F0CA6A99CBF3}" type="presOf" srcId="{E88D52F8-325B-4615-AF22-0D95CDFF4075}" destId="{BF1CDC55-AD67-405D-9E8E-FE79EC1343F6}" srcOrd="0" destOrd="0" presId="urn:microsoft.com/office/officeart/2005/8/layout/hList1"/>
    <dgm:cxn modelId="{E3C580D5-C352-4481-B9D3-9E8731CFB4A1}" srcId="{25C6D072-918C-4A78-AAE2-10DB6A0CF66F}" destId="{9B6C975B-DC47-4BC0-875F-678FECB91C8F}" srcOrd="2" destOrd="0" parTransId="{D12DFE40-43A2-48D3-B1BA-ECADC4F4FFCA}" sibTransId="{A021EA31-7DD6-43AD-8B7D-9B408B032AEF}"/>
    <dgm:cxn modelId="{47B972E2-A3FF-4819-86EC-3F8EAE362051}" type="presOf" srcId="{25C6D072-918C-4A78-AAE2-10DB6A0CF66F}" destId="{DE2D81FD-29CF-4349-9808-51A3E3BC4459}" srcOrd="0" destOrd="0" presId="urn:microsoft.com/office/officeart/2005/8/layout/hList1"/>
    <dgm:cxn modelId="{E123C4F3-D8BA-48BD-B749-1CB1EB29EF2F}" type="presOf" srcId="{9B6C975B-DC47-4BC0-875F-678FECB91C8F}" destId="{7D005E73-1752-4DB2-89D4-A0EDA0700DC7}" srcOrd="0" destOrd="0" presId="urn:microsoft.com/office/officeart/2005/8/layout/hList1"/>
    <dgm:cxn modelId="{43297FF5-733F-4C32-8853-5DF4087672A9}" type="presOf" srcId="{BB418FEE-9827-4E23-BE09-231065D9C936}" destId="{372702B5-28A0-4263-946D-6CA693947320}" srcOrd="0" destOrd="0" presId="urn:microsoft.com/office/officeart/2005/8/layout/hList1"/>
    <dgm:cxn modelId="{2E72E927-CC40-4C20-AB87-FB5C487D075F}" type="presParOf" srcId="{DE2D81FD-29CF-4349-9808-51A3E3BC4459}" destId="{AAC98991-D49E-46DF-A87C-BCF26B1C7973}" srcOrd="0" destOrd="0" presId="urn:microsoft.com/office/officeart/2005/8/layout/hList1"/>
    <dgm:cxn modelId="{0E3F7189-F284-42EE-8519-6F377B89E512}" type="presParOf" srcId="{AAC98991-D49E-46DF-A87C-BCF26B1C7973}" destId="{372702B5-28A0-4263-946D-6CA693947320}" srcOrd="0" destOrd="0" presId="urn:microsoft.com/office/officeart/2005/8/layout/hList1"/>
    <dgm:cxn modelId="{B5AAB77C-3872-40D4-88CD-28F06BD32E0B}" type="presParOf" srcId="{AAC98991-D49E-46DF-A87C-BCF26B1C7973}" destId="{943EFF0E-D9DA-4D8F-AF02-5316F577E058}" srcOrd="1" destOrd="0" presId="urn:microsoft.com/office/officeart/2005/8/layout/hList1"/>
    <dgm:cxn modelId="{3324C471-3480-4482-AD9C-B451B37D734F}" type="presParOf" srcId="{DE2D81FD-29CF-4349-9808-51A3E3BC4459}" destId="{75013721-63B3-4F61-A6BF-11AD0DE4F9A2}" srcOrd="1" destOrd="0" presId="urn:microsoft.com/office/officeart/2005/8/layout/hList1"/>
    <dgm:cxn modelId="{E88820D2-80A7-453E-AC40-08BB4D312BBC}" type="presParOf" srcId="{DE2D81FD-29CF-4349-9808-51A3E3BC4459}" destId="{F3D46FCC-4DDE-4A56-9E41-8D0CE5029252}" srcOrd="2" destOrd="0" presId="urn:microsoft.com/office/officeart/2005/8/layout/hList1"/>
    <dgm:cxn modelId="{D19959E1-E0B1-485E-9FDE-E228FF4C0AB9}" type="presParOf" srcId="{F3D46FCC-4DDE-4A56-9E41-8D0CE5029252}" destId="{BF1CDC55-AD67-405D-9E8E-FE79EC1343F6}" srcOrd="0" destOrd="0" presId="urn:microsoft.com/office/officeart/2005/8/layout/hList1"/>
    <dgm:cxn modelId="{52E1219B-2041-4611-B7DF-729707AB9081}" type="presParOf" srcId="{F3D46FCC-4DDE-4A56-9E41-8D0CE5029252}" destId="{FC0967F9-F912-4DFE-B514-00841F4A10B5}" srcOrd="1" destOrd="0" presId="urn:microsoft.com/office/officeart/2005/8/layout/hList1"/>
    <dgm:cxn modelId="{81A0CB9F-5EBF-40AD-8C49-71BF84E227CC}" type="presParOf" srcId="{DE2D81FD-29CF-4349-9808-51A3E3BC4459}" destId="{16D32ED4-5EFC-44C0-8C2B-0E07C1D5D545}" srcOrd="3" destOrd="0" presId="urn:microsoft.com/office/officeart/2005/8/layout/hList1"/>
    <dgm:cxn modelId="{B5535D1F-FD52-43C7-AA93-9BEC4A2D25F6}" type="presParOf" srcId="{DE2D81FD-29CF-4349-9808-51A3E3BC4459}" destId="{6F9A56A3-7B32-4477-9891-841111604B5D}" srcOrd="4" destOrd="0" presId="urn:microsoft.com/office/officeart/2005/8/layout/hList1"/>
    <dgm:cxn modelId="{14E8C8DE-EE72-4914-BDBB-393312BB491D}" type="presParOf" srcId="{6F9A56A3-7B32-4477-9891-841111604B5D}" destId="{7D005E73-1752-4DB2-89D4-A0EDA0700DC7}" srcOrd="0" destOrd="0" presId="urn:microsoft.com/office/officeart/2005/8/layout/hList1"/>
    <dgm:cxn modelId="{96EC8C67-D776-4E08-93D2-E316FB6324CA}" type="presParOf" srcId="{6F9A56A3-7B32-4477-9891-841111604B5D}" destId="{881A792E-E74C-45E1-A0E4-D9DE04FEBCF3}" srcOrd="1" destOrd="0" presId="urn:microsoft.com/office/officeart/2005/8/layout/hList1"/>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2702B5-28A0-4263-946D-6CA693947320}">
      <dsp:nvSpPr>
        <dsp:cNvPr id="0" name=""/>
        <dsp:cNvSpPr/>
      </dsp:nvSpPr>
      <dsp:spPr>
        <a:xfrm>
          <a:off x="3375" y="10769"/>
          <a:ext cx="3290821" cy="489600"/>
        </a:xfrm>
        <a:prstGeom prst="rect">
          <a:avLst/>
        </a:prstGeom>
        <a:solidFill>
          <a:schemeClr val="bg2"/>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zh-CN" altLang="en-US" sz="1700" kern="1200"/>
            <a:t>基准代码</a:t>
          </a:r>
          <a:endParaRPr lang="zh-CN" altLang="en-US" sz="1700" kern="1200" dirty="0"/>
        </a:p>
      </dsp:txBody>
      <dsp:txXfrm>
        <a:off x="3375" y="10769"/>
        <a:ext cx="3290821" cy="489600"/>
      </dsp:txXfrm>
    </dsp:sp>
    <dsp:sp modelId="{943EFF0E-D9DA-4D8F-AF02-5316F577E058}">
      <dsp:nvSpPr>
        <dsp:cNvPr id="0" name=""/>
        <dsp:cNvSpPr/>
      </dsp:nvSpPr>
      <dsp:spPr>
        <a:xfrm>
          <a:off x="3375" y="500370"/>
          <a:ext cx="3290821" cy="746639"/>
        </a:xfrm>
        <a:prstGeom prst="rect">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FontTx/>
            <a:buNone/>
          </a:pPr>
          <a:r>
            <a:rPr lang="zh-CN" altLang="en-US" sz="1700" kern="1200"/>
            <a:t>单一代码库多种环境部署</a:t>
          </a:r>
          <a:endParaRPr lang="zh-CN" altLang="en-US" sz="1700" kern="1200" dirty="0"/>
        </a:p>
      </dsp:txBody>
      <dsp:txXfrm>
        <a:off x="3375" y="500370"/>
        <a:ext cx="3290821" cy="746639"/>
      </dsp:txXfrm>
    </dsp:sp>
    <dsp:sp modelId="{BF1CDC55-AD67-405D-9E8E-FE79EC1343F6}">
      <dsp:nvSpPr>
        <dsp:cNvPr id="0" name=""/>
        <dsp:cNvSpPr/>
      </dsp:nvSpPr>
      <dsp:spPr>
        <a:xfrm>
          <a:off x="3754911" y="10769"/>
          <a:ext cx="3290821" cy="489600"/>
        </a:xfrm>
        <a:prstGeom prst="rect">
          <a:avLst/>
        </a:prstGeom>
        <a:solidFill>
          <a:schemeClr val="bg2"/>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zh-CN" altLang="en-US" sz="1700" kern="1200"/>
            <a:t>声明式依赖关系</a:t>
          </a:r>
          <a:endParaRPr lang="zh-CN" altLang="en-US" sz="1700" kern="1200" dirty="0"/>
        </a:p>
      </dsp:txBody>
      <dsp:txXfrm>
        <a:off x="3754911" y="10769"/>
        <a:ext cx="3290821" cy="489600"/>
      </dsp:txXfrm>
    </dsp:sp>
    <dsp:sp modelId="{FC0967F9-F912-4DFE-B514-00841F4A10B5}">
      <dsp:nvSpPr>
        <dsp:cNvPr id="0" name=""/>
        <dsp:cNvSpPr/>
      </dsp:nvSpPr>
      <dsp:spPr>
        <a:xfrm>
          <a:off x="3754911" y="500370"/>
          <a:ext cx="3290821" cy="746639"/>
        </a:xfrm>
        <a:prstGeom prst="rect">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FontTx/>
            <a:buNone/>
          </a:pPr>
          <a:r>
            <a:rPr lang="zh-CN" altLang="en-US" sz="1700" kern="1200"/>
            <a:t>关联性声明并妥善管理</a:t>
          </a:r>
          <a:endParaRPr lang="zh-CN" altLang="en-US" sz="1700" kern="1200" dirty="0"/>
        </a:p>
      </dsp:txBody>
      <dsp:txXfrm>
        <a:off x="3754911" y="500370"/>
        <a:ext cx="3290821" cy="746639"/>
      </dsp:txXfrm>
    </dsp:sp>
    <dsp:sp modelId="{7D005E73-1752-4DB2-89D4-A0EDA0700DC7}">
      <dsp:nvSpPr>
        <dsp:cNvPr id="0" name=""/>
        <dsp:cNvSpPr/>
      </dsp:nvSpPr>
      <dsp:spPr>
        <a:xfrm>
          <a:off x="7506447" y="10769"/>
          <a:ext cx="3290821" cy="489600"/>
        </a:xfrm>
        <a:prstGeom prst="rect">
          <a:avLst/>
        </a:prstGeom>
        <a:solidFill>
          <a:schemeClr val="bg2"/>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zh-CN" altLang="en-US" sz="1700" kern="1200"/>
            <a:t>配置存储</a:t>
          </a:r>
          <a:endParaRPr lang="zh-CN" altLang="en-US" sz="1700" kern="1200" dirty="0"/>
        </a:p>
      </dsp:txBody>
      <dsp:txXfrm>
        <a:off x="7506447" y="10769"/>
        <a:ext cx="3290821" cy="489600"/>
      </dsp:txXfrm>
    </dsp:sp>
    <dsp:sp modelId="{881A792E-E74C-45E1-A0E4-D9DE04FEBCF3}">
      <dsp:nvSpPr>
        <dsp:cNvPr id="0" name=""/>
        <dsp:cNvSpPr/>
      </dsp:nvSpPr>
      <dsp:spPr>
        <a:xfrm>
          <a:off x="7506447" y="500370"/>
          <a:ext cx="3290821" cy="746639"/>
        </a:xfrm>
        <a:prstGeom prst="rect">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FontTx/>
            <a:buNone/>
          </a:pPr>
          <a:r>
            <a:rPr lang="zh-CN" altLang="en-US" sz="1700" kern="1200"/>
            <a:t>环境变量存储配置</a:t>
          </a:r>
          <a:endParaRPr lang="zh-CN" altLang="en-US" sz="1700" kern="1200" dirty="0"/>
        </a:p>
      </dsp:txBody>
      <dsp:txXfrm>
        <a:off x="7506447" y="500370"/>
        <a:ext cx="3290821" cy="7466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BE2ABE-1453-417E-B54C-A24F7E67CC23}">
      <dsp:nvSpPr>
        <dsp:cNvPr id="0" name=""/>
        <dsp:cNvSpPr/>
      </dsp:nvSpPr>
      <dsp:spPr>
        <a:xfrm>
          <a:off x="3375" y="2832"/>
          <a:ext cx="3290821" cy="487270"/>
        </a:xfrm>
        <a:prstGeom prst="rect">
          <a:avLst/>
        </a:prstGeom>
        <a:solidFill>
          <a:schemeClr val="bg2"/>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zh-CN" altLang="en-US" sz="1700" kern="1200">
              <a:solidFill>
                <a:srgbClr val="4D4D4D">
                  <a:hueOff val="0"/>
                  <a:satOff val="0"/>
                  <a:lumOff val="0"/>
                  <a:alphaOff val="0"/>
                </a:srgbClr>
              </a:solidFill>
              <a:latin typeface="Arial"/>
              <a:ea typeface="微软雅黑"/>
              <a:cs typeface="+mn-cs"/>
            </a:rPr>
            <a:t>前后端松耦合</a:t>
          </a:r>
          <a:endParaRPr lang="zh-CN" altLang="en-US" sz="1700" kern="1200" dirty="0">
            <a:solidFill>
              <a:srgbClr val="4D4D4D">
                <a:hueOff val="0"/>
                <a:satOff val="0"/>
                <a:lumOff val="0"/>
                <a:alphaOff val="0"/>
              </a:srgbClr>
            </a:solidFill>
            <a:latin typeface="Arial"/>
            <a:ea typeface="微软雅黑"/>
            <a:cs typeface="+mn-cs"/>
          </a:endParaRPr>
        </a:p>
      </dsp:txBody>
      <dsp:txXfrm>
        <a:off x="3375" y="2832"/>
        <a:ext cx="3290821" cy="487270"/>
      </dsp:txXfrm>
    </dsp:sp>
    <dsp:sp modelId="{22113F40-D289-4F22-AAC3-A38417B069BA}">
      <dsp:nvSpPr>
        <dsp:cNvPr id="0" name=""/>
        <dsp:cNvSpPr/>
      </dsp:nvSpPr>
      <dsp:spPr>
        <a:xfrm>
          <a:off x="3375" y="490103"/>
          <a:ext cx="3290821" cy="859186"/>
        </a:xfrm>
        <a:prstGeom prst="rect">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FontTx/>
            <a:buNone/>
          </a:pPr>
          <a:r>
            <a:rPr lang="zh-CN" altLang="en-US" sz="2000" kern="1200">
              <a:solidFill>
                <a:srgbClr val="4D4D4D">
                  <a:hueOff val="0"/>
                  <a:satOff val="0"/>
                  <a:lumOff val="0"/>
                  <a:alphaOff val="0"/>
                </a:srgbClr>
              </a:solidFill>
              <a:latin typeface="Arial"/>
              <a:ea typeface="微软雅黑"/>
              <a:cs typeface="+mn-cs"/>
            </a:rPr>
            <a:t>发挥微服务的优势</a:t>
          </a:r>
          <a:endParaRPr lang="zh-CN" altLang="en-US" sz="2000" kern="1200" dirty="0">
            <a:solidFill>
              <a:srgbClr val="4D4D4D">
                <a:hueOff val="0"/>
                <a:satOff val="0"/>
                <a:lumOff val="0"/>
                <a:alphaOff val="0"/>
              </a:srgbClr>
            </a:solidFill>
            <a:latin typeface="Arial"/>
            <a:ea typeface="微软雅黑"/>
            <a:cs typeface="+mn-cs"/>
          </a:endParaRPr>
        </a:p>
      </dsp:txBody>
      <dsp:txXfrm>
        <a:off x="3375" y="490103"/>
        <a:ext cx="3290821" cy="859186"/>
      </dsp:txXfrm>
    </dsp:sp>
    <dsp:sp modelId="{E202B98D-A460-4FCB-8787-D410EF5D14FC}">
      <dsp:nvSpPr>
        <dsp:cNvPr id="0" name=""/>
        <dsp:cNvSpPr/>
      </dsp:nvSpPr>
      <dsp:spPr>
        <a:xfrm>
          <a:off x="3754911" y="2832"/>
          <a:ext cx="3290821" cy="487270"/>
        </a:xfrm>
        <a:prstGeom prst="rect">
          <a:avLst/>
        </a:prstGeom>
        <a:solidFill>
          <a:schemeClr val="bg2"/>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zh-CN" altLang="en-US" sz="1700" kern="1200">
              <a:solidFill>
                <a:srgbClr val="4D4D4D">
                  <a:hueOff val="0"/>
                  <a:satOff val="0"/>
                  <a:lumOff val="0"/>
                  <a:alphaOff val="0"/>
                </a:srgbClr>
              </a:solidFill>
              <a:latin typeface="Arial"/>
              <a:ea typeface="微软雅黑"/>
              <a:cs typeface="+mn-cs"/>
            </a:rPr>
            <a:t>构建、发布和运行分离</a:t>
          </a:r>
          <a:endParaRPr lang="zh-CN" altLang="en-US" sz="1700" kern="1200" dirty="0">
            <a:solidFill>
              <a:srgbClr val="4D4D4D">
                <a:hueOff val="0"/>
                <a:satOff val="0"/>
                <a:lumOff val="0"/>
                <a:alphaOff val="0"/>
              </a:srgbClr>
            </a:solidFill>
            <a:latin typeface="Arial"/>
            <a:ea typeface="微软雅黑"/>
            <a:cs typeface="+mn-cs"/>
          </a:endParaRPr>
        </a:p>
      </dsp:txBody>
      <dsp:txXfrm>
        <a:off x="3754911" y="2832"/>
        <a:ext cx="3290821" cy="487270"/>
      </dsp:txXfrm>
    </dsp:sp>
    <dsp:sp modelId="{489B2D53-5FE6-425C-B48F-6BA53CEDD31C}">
      <dsp:nvSpPr>
        <dsp:cNvPr id="0" name=""/>
        <dsp:cNvSpPr/>
      </dsp:nvSpPr>
      <dsp:spPr>
        <a:xfrm>
          <a:off x="3754911" y="490103"/>
          <a:ext cx="3290821" cy="859186"/>
        </a:xfrm>
        <a:prstGeom prst="rect">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FontTx/>
            <a:buNone/>
          </a:pPr>
          <a:r>
            <a:rPr lang="zh-CN" altLang="en-US" sz="1500" kern="1200"/>
            <a:t>发布配置前置到开发阶段</a:t>
          </a:r>
          <a:endParaRPr lang="zh-CN" altLang="en-US" sz="1500" kern="1200" dirty="0"/>
        </a:p>
        <a:p>
          <a:pPr marL="114300" lvl="1" indent="-114300" algn="l" defTabSz="666750">
            <a:lnSpc>
              <a:spcPct val="90000"/>
            </a:lnSpc>
            <a:spcBef>
              <a:spcPct val="0"/>
            </a:spcBef>
            <a:spcAft>
              <a:spcPct val="15000"/>
            </a:spcAft>
            <a:buChar char="•"/>
          </a:pPr>
          <a:endParaRPr lang="zh-CN" altLang="en-US" sz="1500" kern="1200" dirty="0"/>
        </a:p>
      </dsp:txBody>
      <dsp:txXfrm>
        <a:off x="3754911" y="490103"/>
        <a:ext cx="3290821" cy="859186"/>
      </dsp:txXfrm>
    </dsp:sp>
    <dsp:sp modelId="{A378A4F6-23BD-44A7-B9DD-280447B59AF6}">
      <dsp:nvSpPr>
        <dsp:cNvPr id="0" name=""/>
        <dsp:cNvSpPr/>
      </dsp:nvSpPr>
      <dsp:spPr>
        <a:xfrm>
          <a:off x="7506447" y="2832"/>
          <a:ext cx="3290821" cy="487270"/>
        </a:xfrm>
        <a:prstGeom prst="rect">
          <a:avLst/>
        </a:prstGeom>
        <a:solidFill>
          <a:schemeClr val="bg2"/>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zh-CN" altLang="en-US" sz="1700" kern="1200">
              <a:solidFill>
                <a:srgbClr val="4D4D4D">
                  <a:hueOff val="0"/>
                  <a:satOff val="0"/>
                  <a:lumOff val="0"/>
                  <a:alphaOff val="0"/>
                </a:srgbClr>
              </a:solidFill>
              <a:latin typeface="Arial"/>
              <a:ea typeface="微软雅黑"/>
              <a:cs typeface="+mn-cs"/>
            </a:rPr>
            <a:t>无状态服务</a:t>
          </a:r>
          <a:endParaRPr lang="zh-CN" altLang="en-US" sz="1700" kern="1200" dirty="0">
            <a:solidFill>
              <a:srgbClr val="4D4D4D">
                <a:hueOff val="0"/>
                <a:satOff val="0"/>
                <a:lumOff val="0"/>
                <a:alphaOff val="0"/>
              </a:srgbClr>
            </a:solidFill>
            <a:latin typeface="Arial"/>
            <a:ea typeface="微软雅黑"/>
            <a:cs typeface="+mn-cs"/>
          </a:endParaRPr>
        </a:p>
      </dsp:txBody>
      <dsp:txXfrm>
        <a:off x="7506447" y="2832"/>
        <a:ext cx="3290821" cy="487270"/>
      </dsp:txXfrm>
    </dsp:sp>
    <dsp:sp modelId="{439B99C8-E45D-49F6-BF90-7A7E7336A365}">
      <dsp:nvSpPr>
        <dsp:cNvPr id="0" name=""/>
        <dsp:cNvSpPr/>
      </dsp:nvSpPr>
      <dsp:spPr>
        <a:xfrm>
          <a:off x="7506447" y="490103"/>
          <a:ext cx="3290821" cy="859186"/>
        </a:xfrm>
        <a:prstGeom prst="rect">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FontTx/>
            <a:buNone/>
          </a:pPr>
          <a:r>
            <a:rPr lang="zh-CN" altLang="en-US" sz="1500" kern="1200"/>
            <a:t>体现基础设施的成本和效率；</a:t>
          </a:r>
          <a:endParaRPr lang="zh-CN" altLang="en-US" sz="1500" kern="1200" dirty="0"/>
        </a:p>
        <a:p>
          <a:pPr marL="114300" lvl="1" indent="-114300" algn="l" defTabSz="666750">
            <a:lnSpc>
              <a:spcPct val="90000"/>
            </a:lnSpc>
            <a:spcBef>
              <a:spcPct val="0"/>
            </a:spcBef>
            <a:spcAft>
              <a:spcPct val="15000"/>
            </a:spcAft>
            <a:buFontTx/>
            <a:buNone/>
          </a:pPr>
          <a:r>
            <a:rPr lang="zh-CN" altLang="en-US" sz="1500" kern="1200"/>
            <a:t>依赖于底层平台进程模型扩展</a:t>
          </a:r>
          <a:endParaRPr lang="zh-CN" altLang="en-US" sz="1500" kern="1200" dirty="0"/>
        </a:p>
      </dsp:txBody>
      <dsp:txXfrm>
        <a:off x="7506447" y="490103"/>
        <a:ext cx="3290821" cy="8591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2702B5-28A0-4263-946D-6CA693947320}">
      <dsp:nvSpPr>
        <dsp:cNvPr id="0" name=""/>
        <dsp:cNvSpPr/>
      </dsp:nvSpPr>
      <dsp:spPr>
        <a:xfrm>
          <a:off x="3375" y="10769"/>
          <a:ext cx="3290821" cy="489600"/>
        </a:xfrm>
        <a:prstGeom prst="rect">
          <a:avLst/>
        </a:prstGeom>
        <a:solidFill>
          <a:schemeClr val="bg2"/>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zh-CN" altLang="en-US" sz="1700" kern="1200"/>
            <a:t>通用框架服务</a:t>
          </a:r>
          <a:endParaRPr lang="zh-CN" altLang="en-US" sz="1700" kern="1200" dirty="0"/>
        </a:p>
      </dsp:txBody>
      <dsp:txXfrm>
        <a:off x="3375" y="10769"/>
        <a:ext cx="3290821" cy="489600"/>
      </dsp:txXfrm>
    </dsp:sp>
    <dsp:sp modelId="{943EFF0E-D9DA-4D8F-AF02-5316F577E058}">
      <dsp:nvSpPr>
        <dsp:cNvPr id="0" name=""/>
        <dsp:cNvSpPr/>
      </dsp:nvSpPr>
      <dsp:spPr>
        <a:xfrm>
          <a:off x="3375" y="500370"/>
          <a:ext cx="3290821" cy="746639"/>
        </a:xfrm>
        <a:prstGeom prst="rect">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FontTx/>
            <a:buNone/>
          </a:pPr>
          <a:r>
            <a:rPr lang="zh-CN" altLang="en-US" sz="1700" kern="1200"/>
            <a:t>如</a:t>
          </a:r>
          <a:r>
            <a:rPr lang="en-US" altLang="zh-CN" sz="1700" kern="1200"/>
            <a:t>HTTP:80</a:t>
          </a:r>
          <a:r>
            <a:rPr lang="zh-CN" altLang="en-US" sz="1700" kern="1200"/>
            <a:t>；</a:t>
          </a:r>
          <a:endParaRPr lang="zh-CN" altLang="en-US" sz="1700" kern="1200" dirty="0"/>
        </a:p>
      </dsp:txBody>
      <dsp:txXfrm>
        <a:off x="3375" y="500370"/>
        <a:ext cx="3290821" cy="746639"/>
      </dsp:txXfrm>
    </dsp:sp>
    <dsp:sp modelId="{BF1CDC55-AD67-405D-9E8E-FE79EC1343F6}">
      <dsp:nvSpPr>
        <dsp:cNvPr id="0" name=""/>
        <dsp:cNvSpPr/>
      </dsp:nvSpPr>
      <dsp:spPr>
        <a:xfrm>
          <a:off x="3754911" y="10769"/>
          <a:ext cx="3290821" cy="489600"/>
        </a:xfrm>
        <a:prstGeom prst="rect">
          <a:avLst/>
        </a:prstGeom>
        <a:solidFill>
          <a:schemeClr val="bg2"/>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zh-CN" altLang="en-US" sz="1700" kern="1200"/>
            <a:t>开发和线上环境等价</a:t>
          </a:r>
          <a:endParaRPr lang="zh-CN" altLang="en-US" sz="1700" kern="1200" dirty="0"/>
        </a:p>
      </dsp:txBody>
      <dsp:txXfrm>
        <a:off x="3754911" y="10769"/>
        <a:ext cx="3290821" cy="489600"/>
      </dsp:txXfrm>
    </dsp:sp>
    <dsp:sp modelId="{FC0967F9-F912-4DFE-B514-00841F4A10B5}">
      <dsp:nvSpPr>
        <dsp:cNvPr id="0" name=""/>
        <dsp:cNvSpPr/>
      </dsp:nvSpPr>
      <dsp:spPr>
        <a:xfrm>
          <a:off x="3754911" y="500370"/>
          <a:ext cx="3290821" cy="746639"/>
        </a:xfrm>
        <a:prstGeom prst="rect">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FontTx/>
            <a:buNone/>
          </a:pPr>
          <a:r>
            <a:rPr lang="zh-CN" altLang="en-US" sz="1700" kern="1200"/>
            <a:t>一套代码随处可用</a:t>
          </a:r>
          <a:endParaRPr lang="zh-CN" altLang="en-US" sz="1700" kern="1200" dirty="0"/>
        </a:p>
      </dsp:txBody>
      <dsp:txXfrm>
        <a:off x="3754911" y="500370"/>
        <a:ext cx="3290821" cy="746639"/>
      </dsp:txXfrm>
    </dsp:sp>
    <dsp:sp modelId="{7D005E73-1752-4DB2-89D4-A0EDA0700DC7}">
      <dsp:nvSpPr>
        <dsp:cNvPr id="0" name=""/>
        <dsp:cNvSpPr/>
      </dsp:nvSpPr>
      <dsp:spPr>
        <a:xfrm>
          <a:off x="7506447" y="10769"/>
          <a:ext cx="3290821" cy="489600"/>
        </a:xfrm>
        <a:prstGeom prst="rect">
          <a:avLst/>
        </a:prstGeom>
        <a:solidFill>
          <a:schemeClr val="bg2"/>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zh-CN" altLang="en-US" sz="1700" kern="1200"/>
            <a:t>基于日志的事件流</a:t>
          </a:r>
          <a:endParaRPr lang="zh-CN" altLang="en-US" sz="1700" kern="1200" dirty="0"/>
        </a:p>
      </dsp:txBody>
      <dsp:txXfrm>
        <a:off x="7506447" y="10769"/>
        <a:ext cx="3290821" cy="489600"/>
      </dsp:txXfrm>
    </dsp:sp>
    <dsp:sp modelId="{881A792E-E74C-45E1-A0E4-D9DE04FEBCF3}">
      <dsp:nvSpPr>
        <dsp:cNvPr id="0" name=""/>
        <dsp:cNvSpPr/>
      </dsp:nvSpPr>
      <dsp:spPr>
        <a:xfrm>
          <a:off x="7506447" y="500370"/>
          <a:ext cx="3290821" cy="746639"/>
        </a:xfrm>
        <a:prstGeom prst="rect">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FontTx/>
            <a:buNone/>
          </a:pPr>
          <a:r>
            <a:rPr lang="zh-CN" altLang="en-US" sz="1700" kern="1200"/>
            <a:t>统一记录、处理、响应</a:t>
          </a:r>
          <a:endParaRPr lang="zh-CN" altLang="en-US" sz="1700" kern="1200" dirty="0"/>
        </a:p>
      </dsp:txBody>
      <dsp:txXfrm>
        <a:off x="7506447" y="500370"/>
        <a:ext cx="3290821" cy="74663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2702B5-28A0-4263-946D-6CA693947320}">
      <dsp:nvSpPr>
        <dsp:cNvPr id="0" name=""/>
        <dsp:cNvSpPr/>
      </dsp:nvSpPr>
      <dsp:spPr>
        <a:xfrm>
          <a:off x="3375" y="32821"/>
          <a:ext cx="3290821" cy="490446"/>
        </a:xfrm>
        <a:prstGeom prst="rect">
          <a:avLst/>
        </a:prstGeom>
        <a:solidFill>
          <a:srgbClr val="E7E6E6"/>
        </a:solidFill>
        <a:ln w="12700" cap="flat" cmpd="sng" algn="ctr">
          <a:solidFill>
            <a:srgbClr val="1D5E9E">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altLang="zh-CN" sz="1700" kern="1200">
              <a:solidFill>
                <a:srgbClr val="4D4D4D">
                  <a:hueOff val="0"/>
                  <a:satOff val="0"/>
                  <a:lumOff val="0"/>
                  <a:alphaOff val="0"/>
                </a:srgbClr>
              </a:solidFill>
              <a:latin typeface="Arial"/>
              <a:ea typeface="微软雅黑"/>
              <a:cs typeface="+mn-cs"/>
            </a:rPr>
            <a:t>API</a:t>
          </a:r>
          <a:r>
            <a:rPr lang="zh-CN" altLang="en-US" sz="1700" kern="1200">
              <a:solidFill>
                <a:srgbClr val="4D4D4D">
                  <a:hueOff val="0"/>
                  <a:satOff val="0"/>
                  <a:lumOff val="0"/>
                  <a:alphaOff val="0"/>
                </a:srgbClr>
              </a:solidFill>
              <a:latin typeface="Arial"/>
              <a:ea typeface="微软雅黑"/>
              <a:cs typeface="+mn-cs"/>
            </a:rPr>
            <a:t>声明管理</a:t>
          </a:r>
          <a:endParaRPr lang="zh-CN" altLang="en-US" sz="1700" kern="1200" dirty="0">
            <a:solidFill>
              <a:srgbClr val="4D4D4D">
                <a:hueOff val="0"/>
                <a:satOff val="0"/>
                <a:lumOff val="0"/>
                <a:alphaOff val="0"/>
              </a:srgbClr>
            </a:solidFill>
            <a:latin typeface="Arial"/>
            <a:ea typeface="微软雅黑"/>
            <a:cs typeface="+mn-cs"/>
          </a:endParaRPr>
        </a:p>
      </dsp:txBody>
      <dsp:txXfrm>
        <a:off x="3375" y="32821"/>
        <a:ext cx="3290821" cy="490446"/>
      </dsp:txXfrm>
    </dsp:sp>
    <dsp:sp modelId="{943EFF0E-D9DA-4D8F-AF02-5316F577E058}">
      <dsp:nvSpPr>
        <dsp:cNvPr id="0" name=""/>
        <dsp:cNvSpPr/>
      </dsp:nvSpPr>
      <dsp:spPr>
        <a:xfrm>
          <a:off x="3375" y="523267"/>
          <a:ext cx="3290821" cy="395280"/>
        </a:xfrm>
        <a:prstGeom prst="rect">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F1CDC55-AD67-405D-9E8E-FE79EC1343F6}">
      <dsp:nvSpPr>
        <dsp:cNvPr id="0" name=""/>
        <dsp:cNvSpPr/>
      </dsp:nvSpPr>
      <dsp:spPr>
        <a:xfrm>
          <a:off x="3754911" y="32821"/>
          <a:ext cx="3290821" cy="490446"/>
        </a:xfrm>
        <a:prstGeom prst="rect">
          <a:avLst/>
        </a:prstGeom>
        <a:solidFill>
          <a:schemeClr val="bg2"/>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zh-CN" altLang="en-US" sz="1700" kern="1200">
              <a:solidFill>
                <a:srgbClr val="4D4D4D">
                  <a:hueOff val="0"/>
                  <a:satOff val="0"/>
                  <a:lumOff val="0"/>
                  <a:alphaOff val="0"/>
                </a:srgbClr>
              </a:solidFill>
              <a:latin typeface="Arial"/>
              <a:ea typeface="微软雅黑"/>
              <a:cs typeface="+mn-cs"/>
            </a:rPr>
            <a:t>认证和授权</a:t>
          </a:r>
          <a:endParaRPr lang="zh-CN" altLang="en-US" sz="1700" kern="1200" dirty="0">
            <a:solidFill>
              <a:srgbClr val="4D4D4D">
                <a:hueOff val="0"/>
                <a:satOff val="0"/>
                <a:lumOff val="0"/>
                <a:alphaOff val="0"/>
              </a:srgbClr>
            </a:solidFill>
            <a:latin typeface="Arial"/>
            <a:ea typeface="微软雅黑"/>
            <a:cs typeface="+mn-cs"/>
          </a:endParaRPr>
        </a:p>
      </dsp:txBody>
      <dsp:txXfrm>
        <a:off x="3754911" y="32821"/>
        <a:ext cx="3290821" cy="490446"/>
      </dsp:txXfrm>
    </dsp:sp>
    <dsp:sp modelId="{FC0967F9-F912-4DFE-B514-00841F4A10B5}">
      <dsp:nvSpPr>
        <dsp:cNvPr id="0" name=""/>
        <dsp:cNvSpPr/>
      </dsp:nvSpPr>
      <dsp:spPr>
        <a:xfrm>
          <a:off x="3754911" y="523267"/>
          <a:ext cx="3290821" cy="395280"/>
        </a:xfrm>
        <a:prstGeom prst="rect">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D005E73-1752-4DB2-89D4-A0EDA0700DC7}">
      <dsp:nvSpPr>
        <dsp:cNvPr id="0" name=""/>
        <dsp:cNvSpPr/>
      </dsp:nvSpPr>
      <dsp:spPr>
        <a:xfrm>
          <a:off x="7506447" y="32821"/>
          <a:ext cx="3290821" cy="490446"/>
        </a:xfrm>
        <a:prstGeom prst="rect">
          <a:avLst/>
        </a:prstGeom>
        <a:solidFill>
          <a:schemeClr val="bg2"/>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zh-CN" altLang="en-US" sz="1700" kern="1200">
              <a:solidFill>
                <a:srgbClr val="4D4D4D">
                  <a:hueOff val="0"/>
                  <a:satOff val="0"/>
                  <a:lumOff val="0"/>
                  <a:alphaOff val="0"/>
                </a:srgbClr>
              </a:solidFill>
              <a:latin typeface="Arial"/>
              <a:ea typeface="微软雅黑"/>
              <a:cs typeface="+mn-cs"/>
            </a:rPr>
            <a:t>监控与告警</a:t>
          </a:r>
          <a:endParaRPr lang="zh-CN" altLang="en-US" sz="1700" kern="1200" dirty="0">
            <a:solidFill>
              <a:srgbClr val="4D4D4D">
                <a:hueOff val="0"/>
                <a:satOff val="0"/>
                <a:lumOff val="0"/>
                <a:alphaOff val="0"/>
              </a:srgbClr>
            </a:solidFill>
            <a:latin typeface="Arial"/>
            <a:ea typeface="微软雅黑"/>
            <a:cs typeface="+mn-cs"/>
          </a:endParaRPr>
        </a:p>
      </dsp:txBody>
      <dsp:txXfrm>
        <a:off x="7506447" y="32821"/>
        <a:ext cx="3290821" cy="490446"/>
      </dsp:txXfrm>
    </dsp:sp>
    <dsp:sp modelId="{881A792E-E74C-45E1-A0E4-D9DE04FEBCF3}">
      <dsp:nvSpPr>
        <dsp:cNvPr id="0" name=""/>
        <dsp:cNvSpPr/>
      </dsp:nvSpPr>
      <dsp:spPr>
        <a:xfrm>
          <a:off x="7506447" y="523267"/>
          <a:ext cx="3290821" cy="395280"/>
        </a:xfrm>
        <a:prstGeom prst="rect">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472E603-5D1B-4CBE-8096-20BCEF5B30C0}" type="datetimeFigureOut">
              <a:rPr lang="zh-CN" altLang="en-US" smtClean="0"/>
              <a:t>2022/2/16</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689F8B3-A901-43B7-8EA2-FB7D82D10100}" type="slidenum">
              <a:rPr lang="zh-CN" altLang="en-US" smtClean="0"/>
              <a:t>‹#›</a:t>
            </a:fld>
            <a:endParaRPr lang="zh-CN" altLang="en-US"/>
          </a:p>
        </p:txBody>
      </p:sp>
    </p:spTree>
    <p:extLst>
      <p:ext uri="{BB962C8B-B14F-4D97-AF65-F5344CB8AC3E}">
        <p14:creationId xmlns:p14="http://schemas.microsoft.com/office/powerpoint/2010/main" val="3285653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 name="Shape 104"/>
          <p:cNvSpPr>
            <a:spLocks noGrp="1" noRot="1" noChangeAspect="1"/>
          </p:cNvSpPr>
          <p:nvPr>
            <p:ph type="sldImg"/>
          </p:nvPr>
        </p:nvSpPr>
        <p:spPr>
          <a:xfrm>
            <a:off x="381000" y="685800"/>
            <a:ext cx="6096000" cy="3429000"/>
          </a:xfrm>
          <a:prstGeom prst="rect">
            <a:avLst/>
          </a:prstGeom>
        </p:spPr>
        <p:txBody>
          <a:bodyPr/>
          <a:lstStyle/>
          <a:p>
            <a:endParaRPr/>
          </a:p>
        </p:txBody>
      </p:sp>
      <p:sp>
        <p:nvSpPr>
          <p:cNvPr id="105" name="Shape 105"/>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320729234"/>
      </p:ext>
    </p:extLst>
  </p:cSld>
  <p:clrMap bg1="lt1" tx1="dk1" bg2="lt2" tx2="dk2" accent1="accent1" accent2="accent2" accent3="accent3" accent4="accent4" accent5="accent5" accent6="accent6" hlink="hlink" folHlink="folHlink"/>
  <p:notesStyle>
    <a:lvl1pPr defTabSz="228600" latinLnBrk="0">
      <a:lnSpc>
        <a:spcPct val="117999"/>
      </a:lnSpc>
      <a:defRPr sz="1100">
        <a:latin typeface="Helvetica Neue"/>
        <a:ea typeface="Helvetica Neue"/>
        <a:cs typeface="Helvetica Neue"/>
        <a:sym typeface="Helvetica Neue"/>
      </a:defRPr>
    </a:lvl1pPr>
    <a:lvl2pPr indent="114300" defTabSz="228600" latinLnBrk="0">
      <a:lnSpc>
        <a:spcPct val="117999"/>
      </a:lnSpc>
      <a:defRPr sz="1100">
        <a:latin typeface="Helvetica Neue"/>
        <a:ea typeface="Helvetica Neue"/>
        <a:cs typeface="Helvetica Neue"/>
        <a:sym typeface="Helvetica Neue"/>
      </a:defRPr>
    </a:lvl2pPr>
    <a:lvl3pPr indent="228600" defTabSz="228600" latinLnBrk="0">
      <a:lnSpc>
        <a:spcPct val="117999"/>
      </a:lnSpc>
      <a:defRPr sz="1100">
        <a:latin typeface="Helvetica Neue"/>
        <a:ea typeface="Helvetica Neue"/>
        <a:cs typeface="Helvetica Neue"/>
        <a:sym typeface="Helvetica Neue"/>
      </a:defRPr>
    </a:lvl3pPr>
    <a:lvl4pPr indent="342900" defTabSz="228600" latinLnBrk="0">
      <a:lnSpc>
        <a:spcPct val="117999"/>
      </a:lnSpc>
      <a:defRPr sz="1100">
        <a:latin typeface="Helvetica Neue"/>
        <a:ea typeface="Helvetica Neue"/>
        <a:cs typeface="Helvetica Neue"/>
        <a:sym typeface="Helvetica Neue"/>
      </a:defRPr>
    </a:lvl4pPr>
    <a:lvl5pPr indent="457200" defTabSz="228600" latinLnBrk="0">
      <a:lnSpc>
        <a:spcPct val="117999"/>
      </a:lnSpc>
      <a:defRPr sz="1100">
        <a:latin typeface="Helvetica Neue"/>
        <a:ea typeface="Helvetica Neue"/>
        <a:cs typeface="Helvetica Neue"/>
        <a:sym typeface="Helvetica Neue"/>
      </a:defRPr>
    </a:lvl5pPr>
    <a:lvl6pPr indent="571500" defTabSz="228600" latinLnBrk="0">
      <a:lnSpc>
        <a:spcPct val="117999"/>
      </a:lnSpc>
      <a:defRPr sz="1100">
        <a:latin typeface="Helvetica Neue"/>
        <a:ea typeface="Helvetica Neue"/>
        <a:cs typeface="Helvetica Neue"/>
        <a:sym typeface="Helvetica Neue"/>
      </a:defRPr>
    </a:lvl6pPr>
    <a:lvl7pPr indent="685800" defTabSz="228600" latinLnBrk="0">
      <a:lnSpc>
        <a:spcPct val="117999"/>
      </a:lnSpc>
      <a:defRPr sz="1100">
        <a:latin typeface="Helvetica Neue"/>
        <a:ea typeface="Helvetica Neue"/>
        <a:cs typeface="Helvetica Neue"/>
        <a:sym typeface="Helvetica Neue"/>
      </a:defRPr>
    </a:lvl7pPr>
    <a:lvl8pPr indent="800100" defTabSz="228600" latinLnBrk="0">
      <a:lnSpc>
        <a:spcPct val="117999"/>
      </a:lnSpc>
      <a:defRPr sz="1100">
        <a:latin typeface="Helvetica Neue"/>
        <a:ea typeface="Helvetica Neue"/>
        <a:cs typeface="Helvetica Neue"/>
        <a:sym typeface="Helvetica Neue"/>
      </a:defRPr>
    </a:lvl8pPr>
    <a:lvl9pPr indent="914400" defTabSz="228600" latinLnBrk="0">
      <a:lnSpc>
        <a:spcPct val="117999"/>
      </a:lnSpc>
      <a:defRPr sz="11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827844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831828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69708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altLang="zh-CN"/>
              <a:t>Chris Richardson</a:t>
            </a:r>
            <a:r>
              <a:rPr lang="zh-CN" altLang="en-US"/>
              <a:t>：微服务是分布式系统，由此带来的复杂性，开发者需要在</a:t>
            </a:r>
            <a:r>
              <a:rPr lang="en-US" altLang="zh-CN"/>
              <a:t>RPC</a:t>
            </a:r>
            <a:r>
              <a:rPr lang="zh-CN" altLang="en-US"/>
              <a:t>或消息传递之间选择并完成进程间通讯机制。此外，还必须写代码处理消息传递中速度过慢或部分不可用等局部失效问题。</a:t>
            </a:r>
            <a:endParaRPr lang="en-US"/>
          </a:p>
          <a:p>
            <a:endParaRPr lang="en-US"/>
          </a:p>
        </p:txBody>
      </p:sp>
    </p:spTree>
    <p:extLst>
      <p:ext uri="{BB962C8B-B14F-4D97-AF65-F5344CB8AC3E}">
        <p14:creationId xmlns:p14="http://schemas.microsoft.com/office/powerpoint/2010/main" val="28154564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Service Mesh</a:t>
            </a:r>
            <a:r>
              <a:rPr lang="zh-CN" altLang="en-US"/>
              <a:t>是对</a:t>
            </a:r>
            <a:r>
              <a:rPr lang="en-US" altLang="zh-CN"/>
              <a:t>Kubernetes</a:t>
            </a:r>
            <a:r>
              <a:rPr lang="zh-CN" altLang="en-US"/>
              <a:t>的增强，如果</a:t>
            </a:r>
            <a:r>
              <a:rPr lang="en-US" altLang="zh-CN"/>
              <a:t>Kubernetes</a:t>
            </a:r>
            <a:r>
              <a:rPr lang="zh-CN" altLang="en-US"/>
              <a:t>对</a:t>
            </a:r>
            <a:r>
              <a:rPr lang="en-US" altLang="zh-CN"/>
              <a:t>Spring Cloud</a:t>
            </a:r>
            <a:r>
              <a:rPr lang="zh-CN" altLang="en-US"/>
              <a:t>开了第一枪，那么</a:t>
            </a:r>
            <a:r>
              <a:rPr lang="en-US" altLang="zh-CN"/>
              <a:t>Service Mesh</a:t>
            </a:r>
            <a:r>
              <a:rPr lang="zh-CN" altLang="en-US"/>
              <a:t>就是对</a:t>
            </a:r>
            <a:r>
              <a:rPr lang="en-US" altLang="zh-CN"/>
              <a:t>Spring Cloud</a:t>
            </a:r>
            <a:r>
              <a:rPr lang="zh-CN" altLang="en-US"/>
              <a:t>的终结</a:t>
            </a:r>
            <a:endParaRPr lang="en-US"/>
          </a:p>
        </p:txBody>
      </p:sp>
    </p:spTree>
    <p:extLst>
      <p:ext uri="{BB962C8B-B14F-4D97-AF65-F5344CB8AC3E}">
        <p14:creationId xmlns:p14="http://schemas.microsoft.com/office/powerpoint/2010/main" val="597832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定义非常空泛，个人认为应该回到云原生的出发点，而不是具体如何实现</a:t>
            </a:r>
            <a:endParaRPr lang="en-US"/>
          </a:p>
        </p:txBody>
      </p:sp>
    </p:spTree>
    <p:extLst>
      <p:ext uri="{BB962C8B-B14F-4D97-AF65-F5344CB8AC3E}">
        <p14:creationId xmlns:p14="http://schemas.microsoft.com/office/powerpoint/2010/main" val="2095707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7826273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7248585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3207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299868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597030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7678311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与副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Shape 12"/>
          <p:cNvSpPr>
            <a:spLocks noGrp="1"/>
          </p:cNvSpPr>
          <p:nvPr>
            <p:ph type="sldNum" sz="quarter" idx="2"/>
          </p:nvPr>
        </p:nvSpPr>
        <p:spPr>
          <a:prstGeom prst="rect">
            <a:avLst/>
          </a:prstGeom>
        </p:spPr>
        <p:txBody>
          <a:bodyPr/>
          <a:lstStyle/>
          <a:p>
            <a:fld id="{86CB4B4D-7CA3-9044-876B-883B54F8677D}" type="slidenum">
              <a:t>‹#›</a:t>
            </a:fld>
            <a:endParaRPr/>
          </a:p>
        </p:txBody>
      </p:sp>
      <p:pic>
        <p:nvPicPr>
          <p:cNvPr id="3" name="图片 2"/>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1103" y="5693664"/>
            <a:ext cx="3278234" cy="1112385"/>
          </a:xfrm>
          <a:prstGeom prst="rect">
            <a:avLst/>
          </a:prstGeom>
        </p:spPr>
      </p:pic>
      <p:pic>
        <p:nvPicPr>
          <p:cNvPr id="2" name="图片 1"/>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274905" y="5905096"/>
            <a:ext cx="3630629" cy="900953"/>
          </a:xfrm>
          <a:prstGeom prst="rect">
            <a:avLst/>
          </a:prstGeom>
        </p:spPr>
      </p:pic>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 - 居中">
    <p:spTree>
      <p:nvGrpSpPr>
        <p:cNvPr id="1" name=""/>
        <p:cNvGrpSpPr/>
        <p:nvPr/>
      </p:nvGrpSpPr>
      <p:grpSpPr>
        <a:xfrm>
          <a:off x="0" y="0"/>
          <a:ext cx="0" cy="0"/>
          <a:chOff x="0" y="0"/>
          <a:chExt cx="0" cy="0"/>
        </a:xfrm>
      </p:grpSpPr>
      <p:sp>
        <p:nvSpPr>
          <p:cNvPr id="19" name="Shape 19"/>
          <p:cNvSpPr>
            <a:spLocks noGrp="1"/>
          </p:cNvSpPr>
          <p:nvPr>
            <p:ph type="sldNum" sz="quarter" idx="2"/>
          </p:nvPr>
        </p:nvSpPr>
        <p:spPr>
          <a:prstGeom prst="rect">
            <a:avLst/>
          </a:prstGeom>
        </p:spPr>
        <p:txBody>
          <a:bodyPr/>
          <a:lstStyle/>
          <a:p>
            <a:fld id="{86CB4B4D-7CA3-9044-876B-883B54F8677D}" type="slidenum">
              <a:t>‹#›</a:t>
            </a:fld>
            <a:endParaRPr/>
          </a:p>
        </p:txBody>
      </p:sp>
      <p:pic>
        <p:nvPicPr>
          <p:cNvPr id="2" name="图片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3295" y="100723"/>
            <a:ext cx="2577583" cy="874637"/>
          </a:xfrm>
          <a:prstGeom prst="rect">
            <a:avLst/>
          </a:prstGeom>
        </p:spPr>
      </p:pic>
      <p:pic>
        <p:nvPicPr>
          <p:cNvPr id="4" name="图片 3"/>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78819" y="303007"/>
            <a:ext cx="3168222" cy="786205"/>
          </a:xfrm>
          <a:prstGeom prst="rect">
            <a:avLst/>
          </a:prstGeom>
        </p:spPr>
      </p:pic>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照片 - 垂直">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78819" y="303007"/>
            <a:ext cx="3168222" cy="786205"/>
          </a:xfrm>
          <a:prstGeom prst="rect">
            <a:avLst/>
          </a:prstGeom>
        </p:spPr>
      </p:pic>
      <p:sp>
        <p:nvSpPr>
          <p:cNvPr id="26" name="Shape 26"/>
          <p:cNvSpPr>
            <a:spLocks noGrp="1"/>
          </p:cNvSpPr>
          <p:nvPr>
            <p:ph type="pic" sz="half" idx="13"/>
          </p:nvPr>
        </p:nvSpPr>
        <p:spPr>
          <a:xfrm>
            <a:off x="6582990" y="552450"/>
            <a:ext cx="4762501" cy="5753100"/>
          </a:xfrm>
          <a:prstGeom prst="rect">
            <a:avLst/>
          </a:prstGeom>
        </p:spPr>
        <p:txBody>
          <a:bodyPr lIns="91439" tIns="45719" rIns="91439" bIns="45719" anchor="t">
            <a:noAutofit/>
          </a:bodyPr>
          <a:lstStyle/>
          <a:p>
            <a:r>
              <a:rPr lang="zh-CN" altLang="en-US"/>
              <a:t>将图片拖动到占位符，或单击添加图标</a:t>
            </a:r>
            <a:endParaRPr/>
          </a:p>
        </p:txBody>
      </p:sp>
      <p:sp>
        <p:nvSpPr>
          <p:cNvPr id="27" name="Shape 27"/>
          <p:cNvSpPr>
            <a:spLocks noGrp="1"/>
          </p:cNvSpPr>
          <p:nvPr>
            <p:ph type="title"/>
          </p:nvPr>
        </p:nvSpPr>
        <p:spPr>
          <a:xfrm>
            <a:off x="825500" y="552450"/>
            <a:ext cx="5111750" cy="2806700"/>
          </a:xfrm>
          <a:prstGeom prst="rect">
            <a:avLst/>
          </a:prstGeom>
        </p:spPr>
        <p:txBody>
          <a:bodyPr anchor="b"/>
          <a:lstStyle>
            <a:lvl1pPr>
              <a:defRPr sz="4200"/>
            </a:lvl1pPr>
          </a:lstStyle>
          <a:p>
            <a:r>
              <a:rPr lang="zh-CN" altLang="en-US"/>
              <a:t>单击此处编辑母版标题样式</a:t>
            </a:r>
            <a:endParaRPr/>
          </a:p>
        </p:txBody>
      </p:sp>
      <p:sp>
        <p:nvSpPr>
          <p:cNvPr id="28" name="Shape 28"/>
          <p:cNvSpPr>
            <a:spLocks noGrp="1"/>
          </p:cNvSpPr>
          <p:nvPr>
            <p:ph type="body" sz="quarter" idx="1"/>
          </p:nvPr>
        </p:nvSpPr>
        <p:spPr>
          <a:xfrm>
            <a:off x="825500" y="3422650"/>
            <a:ext cx="5111750" cy="2882900"/>
          </a:xfrm>
          <a:prstGeom prst="rect">
            <a:avLst/>
          </a:prstGeom>
        </p:spPr>
        <p:txBody>
          <a:bodyPr anchor="t"/>
          <a:lstStyle>
            <a:lvl1pPr marL="0" indent="0" algn="ctr">
              <a:spcBef>
                <a:spcPts val="0"/>
              </a:spcBef>
              <a:buSzTx/>
              <a:buNone/>
              <a:defRPr sz="2200"/>
            </a:lvl1pPr>
            <a:lvl2pPr marL="0" indent="114300" algn="ctr">
              <a:spcBef>
                <a:spcPts val="0"/>
              </a:spcBef>
              <a:buSzTx/>
              <a:buNone/>
              <a:defRPr sz="2200"/>
            </a:lvl2pPr>
            <a:lvl3pPr marL="0" indent="228600" algn="ctr">
              <a:spcBef>
                <a:spcPts val="0"/>
              </a:spcBef>
              <a:buSzTx/>
              <a:buNone/>
              <a:defRPr sz="2200"/>
            </a:lvl3pPr>
            <a:lvl4pPr marL="0" indent="342900" algn="ctr">
              <a:spcBef>
                <a:spcPts val="0"/>
              </a:spcBef>
              <a:buSzTx/>
              <a:buNone/>
              <a:defRPr sz="2200"/>
            </a:lvl4pPr>
            <a:lvl5pPr marL="0" indent="457200" algn="ctr">
              <a:spcBef>
                <a:spcPts val="0"/>
              </a:spcBef>
              <a:buSzTx/>
              <a:buNone/>
              <a:defRPr sz="22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dirty="0"/>
          </a:p>
        </p:txBody>
      </p:sp>
      <p:sp>
        <p:nvSpPr>
          <p:cNvPr id="29" name="Shape 2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标题 - 顶部对齐">
    <p:spTree>
      <p:nvGrpSpPr>
        <p:cNvPr id="1" name=""/>
        <p:cNvGrpSpPr/>
        <p:nvPr/>
      </p:nvGrpSpPr>
      <p:grpSpPr>
        <a:xfrm>
          <a:off x="0" y="0"/>
          <a:ext cx="0" cy="0"/>
          <a:chOff x="0" y="0"/>
          <a:chExt cx="0" cy="0"/>
        </a:xfrm>
      </p:grpSpPr>
      <p:pic>
        <p:nvPicPr>
          <p:cNvPr id="5" name="图片 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78819" y="303007"/>
            <a:ext cx="3168222" cy="786205"/>
          </a:xfrm>
          <a:prstGeom prst="rect">
            <a:avLst/>
          </a:prstGeom>
        </p:spPr>
      </p:pic>
      <p:sp>
        <p:nvSpPr>
          <p:cNvPr id="36" name="Shape 36"/>
          <p:cNvSpPr>
            <a:spLocks noGrp="1"/>
          </p:cNvSpPr>
          <p:nvPr>
            <p:ph type="title"/>
          </p:nvPr>
        </p:nvSpPr>
        <p:spPr>
          <a:xfrm>
            <a:off x="844550" y="800100"/>
            <a:ext cx="10502900" cy="576263"/>
          </a:xfrm>
          <a:prstGeom prst="rect">
            <a:avLst/>
          </a:prstGeom>
        </p:spPr>
        <p:txBody>
          <a:bodyPr>
            <a:normAutofit/>
          </a:bodyPr>
          <a:lstStyle>
            <a:lvl1pPr>
              <a:defRPr sz="2800"/>
            </a:lvl1pPr>
          </a:lstStyle>
          <a:p>
            <a:r>
              <a:rPr lang="zh-CN" altLang="en-US"/>
              <a:t>单击此处编辑母版标题样式</a:t>
            </a:r>
            <a:endParaRPr dirty="0"/>
          </a:p>
        </p:txBody>
      </p:sp>
      <p:sp>
        <p:nvSpPr>
          <p:cNvPr id="37" name="Shape 37"/>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44" name="Shape 44"/>
          <p:cNvSpPr>
            <a:spLocks noGrp="1"/>
          </p:cNvSpPr>
          <p:nvPr>
            <p:ph type="title"/>
          </p:nvPr>
        </p:nvSpPr>
        <p:spPr>
          <a:xfrm>
            <a:off x="844550" y="800100"/>
            <a:ext cx="10502900" cy="576263"/>
          </a:xfrm>
          <a:prstGeom prst="rect">
            <a:avLst/>
          </a:prstGeom>
        </p:spPr>
        <p:txBody>
          <a:bodyPr>
            <a:normAutofit/>
          </a:bodyPr>
          <a:lstStyle>
            <a:lvl1pPr>
              <a:defRPr sz="2800"/>
            </a:lvl1pPr>
          </a:lstStyle>
          <a:p>
            <a:r>
              <a:rPr lang="zh-CN" altLang="en-US"/>
              <a:t>单击此处编辑母版标题样式</a:t>
            </a:r>
            <a:endParaRPr dirty="0"/>
          </a:p>
        </p:txBody>
      </p:sp>
      <p:sp>
        <p:nvSpPr>
          <p:cNvPr id="45" name="Shape 45"/>
          <p:cNvSpPr>
            <a:spLocks noGrp="1"/>
          </p:cNvSpPr>
          <p:nvPr>
            <p:ph type="body" idx="1"/>
          </p:nvPr>
        </p:nvSpPr>
        <p:spPr>
          <a:xfrm>
            <a:off x="844550" y="1592262"/>
            <a:ext cx="10502900" cy="4630737"/>
          </a:xfrm>
          <a:prstGeom prst="rect">
            <a:avLst/>
          </a:prstGeom>
        </p:spPr>
        <p:txBody>
          <a:bodyPr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dirty="0"/>
          </a:p>
        </p:txBody>
      </p:sp>
      <p:sp>
        <p:nvSpPr>
          <p:cNvPr id="46" name="Shape 46"/>
          <p:cNvSpPr>
            <a:spLocks noGrp="1"/>
          </p:cNvSpPr>
          <p:nvPr>
            <p:ph type="sldNum" sz="quarter" idx="2"/>
          </p:nvPr>
        </p:nvSpPr>
        <p:spPr>
          <a:prstGeom prst="rect">
            <a:avLst/>
          </a:prstGeom>
        </p:spPr>
        <p:txBody>
          <a:bodyPr/>
          <a:lstStyle/>
          <a:p>
            <a:fld id="{86CB4B4D-7CA3-9044-876B-883B54F8677D}" type="slidenum">
              <a:t>‹#›</a:t>
            </a:fld>
            <a:endParaRPr/>
          </a:p>
        </p:txBody>
      </p:sp>
      <p:pic>
        <p:nvPicPr>
          <p:cNvPr id="6" name="图片 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78819" y="303007"/>
            <a:ext cx="3168222" cy="786205"/>
          </a:xfrm>
          <a:prstGeom prst="rect">
            <a:avLst/>
          </a:prstGeom>
        </p:spPr>
      </p:pic>
    </p:spTree>
  </p:cSld>
  <p:clrMapOvr>
    <a:masterClrMapping/>
  </p:clrMapOvr>
  <p:transition spd="med"/>
  <p:extLst>
    <p:ext uri="{DCECCB84-F9BA-43D5-87BE-67443E8EF086}">
      <p15:sldGuideLst xmlns:p15="http://schemas.microsoft.com/office/powerpoint/2012/main">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项目符号">
    <p:spTree>
      <p:nvGrpSpPr>
        <p:cNvPr id="1" name=""/>
        <p:cNvGrpSpPr/>
        <p:nvPr/>
      </p:nvGrpSpPr>
      <p:grpSpPr>
        <a:xfrm>
          <a:off x="0" y="0"/>
          <a:ext cx="0" cy="0"/>
          <a:chOff x="0" y="0"/>
          <a:chExt cx="0" cy="0"/>
        </a:xfrm>
      </p:grpSpPr>
      <p:sp>
        <p:nvSpPr>
          <p:cNvPr id="63" name="Shape 63"/>
          <p:cNvSpPr>
            <a:spLocks noGrp="1"/>
          </p:cNvSpPr>
          <p:nvPr>
            <p:ph type="body" idx="1"/>
          </p:nvPr>
        </p:nvSpPr>
        <p:spPr>
          <a:xfrm>
            <a:off x="844550" y="1268413"/>
            <a:ext cx="10502900" cy="4694236"/>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a:p>
        </p:txBody>
      </p:sp>
      <p:sp>
        <p:nvSpPr>
          <p:cNvPr id="64" name="Shape 64"/>
          <p:cNvSpPr>
            <a:spLocks noGrp="1"/>
          </p:cNvSpPr>
          <p:nvPr>
            <p:ph type="sldNum" sz="quarter" idx="2"/>
          </p:nvPr>
        </p:nvSpPr>
        <p:spPr>
          <a:prstGeom prst="rect">
            <a:avLst/>
          </a:prstGeom>
        </p:spPr>
        <p:txBody>
          <a:bodyPr/>
          <a:lstStyle/>
          <a:p>
            <a:fld id="{86CB4B4D-7CA3-9044-876B-883B54F8677D}" type="slidenum">
              <a:t>‹#›</a:t>
            </a:fld>
            <a:endParaRPr/>
          </a:p>
        </p:txBody>
      </p:sp>
      <p:pic>
        <p:nvPicPr>
          <p:cNvPr id="5" name="图片 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78819" y="303007"/>
            <a:ext cx="3168222" cy="786205"/>
          </a:xfrm>
          <a:prstGeom prst="rect">
            <a:avLst/>
          </a:prstGeom>
        </p:spPr>
      </p:pic>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照片 - 3 联">
    <p:spTree>
      <p:nvGrpSpPr>
        <p:cNvPr id="1" name=""/>
        <p:cNvGrpSpPr/>
        <p:nvPr/>
      </p:nvGrpSpPr>
      <p:grpSpPr>
        <a:xfrm>
          <a:off x="0" y="0"/>
          <a:ext cx="0" cy="0"/>
          <a:chOff x="0" y="0"/>
          <a:chExt cx="0" cy="0"/>
        </a:xfrm>
      </p:grpSpPr>
      <p:sp>
        <p:nvSpPr>
          <p:cNvPr id="71" name="Shape 71"/>
          <p:cNvSpPr>
            <a:spLocks noGrp="1"/>
          </p:cNvSpPr>
          <p:nvPr>
            <p:ph type="pic" sz="quarter" idx="13"/>
          </p:nvPr>
        </p:nvSpPr>
        <p:spPr>
          <a:xfrm>
            <a:off x="7880350" y="3851200"/>
            <a:ext cx="3702050" cy="2448000"/>
          </a:xfrm>
          <a:prstGeom prst="rect">
            <a:avLst/>
          </a:prstGeom>
        </p:spPr>
        <p:txBody>
          <a:bodyPr lIns="91439" tIns="45719" rIns="91439" bIns="45719" anchor="t">
            <a:noAutofit/>
          </a:bodyPr>
          <a:lstStyle/>
          <a:p>
            <a:r>
              <a:rPr lang="zh-CN" altLang="en-US"/>
              <a:t>将图片拖动到占位符，或单击添加图标</a:t>
            </a:r>
            <a:endParaRPr/>
          </a:p>
        </p:txBody>
      </p:sp>
      <p:sp>
        <p:nvSpPr>
          <p:cNvPr id="72" name="Shape 72"/>
          <p:cNvSpPr>
            <a:spLocks noGrp="1"/>
          </p:cNvSpPr>
          <p:nvPr>
            <p:ph type="pic" sz="quarter" idx="14"/>
          </p:nvPr>
        </p:nvSpPr>
        <p:spPr>
          <a:xfrm>
            <a:off x="7880350" y="1268414"/>
            <a:ext cx="3702050" cy="2448000"/>
          </a:xfrm>
          <a:prstGeom prst="rect">
            <a:avLst/>
          </a:prstGeom>
        </p:spPr>
        <p:txBody>
          <a:bodyPr lIns="91439" tIns="45719" rIns="91439" bIns="45719" anchor="t">
            <a:noAutofit/>
          </a:bodyPr>
          <a:lstStyle/>
          <a:p>
            <a:r>
              <a:rPr lang="zh-CN" altLang="en-US"/>
              <a:t>将图片拖动到占位符，或单击添加图标</a:t>
            </a:r>
            <a:endParaRPr/>
          </a:p>
        </p:txBody>
      </p:sp>
      <p:sp>
        <p:nvSpPr>
          <p:cNvPr id="73" name="Shape 73"/>
          <p:cNvSpPr>
            <a:spLocks noGrp="1"/>
          </p:cNvSpPr>
          <p:nvPr>
            <p:ph type="pic" idx="15"/>
          </p:nvPr>
        </p:nvSpPr>
        <p:spPr>
          <a:xfrm>
            <a:off x="603250" y="1268414"/>
            <a:ext cx="7086600" cy="5030786"/>
          </a:xfrm>
          <a:prstGeom prst="rect">
            <a:avLst/>
          </a:prstGeom>
        </p:spPr>
        <p:txBody>
          <a:bodyPr lIns="91439" tIns="45719" rIns="91439" bIns="45719" anchor="t">
            <a:noAutofit/>
          </a:bodyPr>
          <a:lstStyle/>
          <a:p>
            <a:r>
              <a:rPr lang="zh-CN" altLang="en-US"/>
              <a:t>将图片拖动到占位符，或单击添加图标</a:t>
            </a:r>
            <a:endParaRPr/>
          </a:p>
        </p:txBody>
      </p:sp>
      <p:sp>
        <p:nvSpPr>
          <p:cNvPr id="74" name="Shape 74"/>
          <p:cNvSpPr>
            <a:spLocks noGrp="1"/>
          </p:cNvSpPr>
          <p:nvPr>
            <p:ph type="sldNum" sz="quarter" idx="2"/>
          </p:nvPr>
        </p:nvSpPr>
        <p:spPr>
          <a:prstGeom prst="rect">
            <a:avLst/>
          </a:prstGeom>
        </p:spPr>
        <p:txBody>
          <a:bodyPr/>
          <a:lstStyle/>
          <a:p>
            <a:fld id="{86CB4B4D-7CA3-9044-876B-883B54F8677D}" type="slidenum">
              <a:t>‹#›</a:t>
            </a:fld>
            <a:endParaRPr/>
          </a:p>
        </p:txBody>
      </p:sp>
      <p:pic>
        <p:nvPicPr>
          <p:cNvPr id="7" name="图片 6"/>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78819" y="303007"/>
            <a:ext cx="3168222" cy="786205"/>
          </a:xfrm>
          <a:prstGeom prst="rect">
            <a:avLst/>
          </a:prstGeom>
        </p:spPr>
      </p:pic>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引文">
    <p:spTree>
      <p:nvGrpSpPr>
        <p:cNvPr id="1" name=""/>
        <p:cNvGrpSpPr/>
        <p:nvPr/>
      </p:nvGrpSpPr>
      <p:grpSpPr>
        <a:xfrm>
          <a:off x="0" y="0"/>
          <a:ext cx="0" cy="0"/>
          <a:chOff x="0" y="0"/>
          <a:chExt cx="0" cy="0"/>
        </a:xfrm>
      </p:grpSpPr>
      <p:sp>
        <p:nvSpPr>
          <p:cNvPr id="81" name="Shape 81"/>
          <p:cNvSpPr>
            <a:spLocks noGrp="1"/>
          </p:cNvSpPr>
          <p:nvPr>
            <p:ph type="body" sz="quarter" idx="13"/>
          </p:nvPr>
        </p:nvSpPr>
        <p:spPr>
          <a:xfrm>
            <a:off x="1193800" y="4476750"/>
            <a:ext cx="9810750" cy="394980"/>
          </a:xfrm>
          <a:prstGeom prst="rect">
            <a:avLst/>
          </a:prstGeom>
        </p:spPr>
        <p:txBody>
          <a:bodyPr anchor="t">
            <a:spAutoFit/>
          </a:bodyPr>
          <a:lstStyle>
            <a:lvl1pPr marL="0" indent="0" algn="ctr">
              <a:spcBef>
                <a:spcPts val="0"/>
              </a:spcBef>
              <a:buSzTx/>
              <a:buNone/>
              <a:defRPr sz="1900"/>
            </a:lvl1pPr>
          </a:lstStyle>
          <a:p>
            <a:pPr lvl="0"/>
            <a:r>
              <a:rPr lang="zh-CN" altLang="en-US"/>
              <a:t>单击此处编辑母版文本样式</a:t>
            </a:r>
          </a:p>
        </p:txBody>
      </p:sp>
      <p:sp>
        <p:nvSpPr>
          <p:cNvPr id="82" name="Shape 82"/>
          <p:cNvSpPr>
            <a:spLocks noGrp="1"/>
          </p:cNvSpPr>
          <p:nvPr>
            <p:ph type="body" sz="quarter" idx="14"/>
          </p:nvPr>
        </p:nvSpPr>
        <p:spPr>
          <a:xfrm>
            <a:off x="1193800" y="2312760"/>
            <a:ext cx="9810750" cy="841256"/>
          </a:xfrm>
          <a:prstGeom prst="rect">
            <a:avLst/>
          </a:prstGeom>
        </p:spPr>
        <p:txBody>
          <a:bodyPr>
            <a:spAutoFit/>
          </a:bodyPr>
          <a:lstStyle>
            <a:lvl1pPr marL="0" indent="0" algn="ctr">
              <a:spcBef>
                <a:spcPts val="0"/>
              </a:spcBef>
              <a:buSzTx/>
              <a:buNone/>
              <a:defRPr sz="3200"/>
            </a:lvl1pPr>
          </a:lstStyle>
          <a:p>
            <a:pPr lvl="0"/>
            <a:r>
              <a:rPr lang="zh-CN" altLang="en-US"/>
              <a:t>单击此处编辑母版文本样式</a:t>
            </a:r>
          </a:p>
        </p:txBody>
      </p:sp>
      <p:sp>
        <p:nvSpPr>
          <p:cNvPr id="83" name="Shape 83"/>
          <p:cNvSpPr>
            <a:spLocks noGrp="1"/>
          </p:cNvSpPr>
          <p:nvPr>
            <p:ph type="sldNum" sz="quarter" idx="2"/>
          </p:nvPr>
        </p:nvSpPr>
        <p:spPr>
          <a:prstGeom prst="rect">
            <a:avLst/>
          </a:prstGeom>
        </p:spPr>
        <p:txBody>
          <a:bodyPr/>
          <a:lstStyle/>
          <a:p>
            <a:fld id="{86CB4B4D-7CA3-9044-876B-883B54F8677D}" type="slidenum">
              <a:t>‹#›</a:t>
            </a:fld>
            <a:endParaRPr/>
          </a:p>
        </p:txBody>
      </p:sp>
      <p:pic>
        <p:nvPicPr>
          <p:cNvPr id="6" name="图片 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78819" y="303007"/>
            <a:ext cx="3168222" cy="786205"/>
          </a:xfrm>
          <a:prstGeom prst="rect">
            <a:avLst/>
          </a:prstGeom>
        </p:spPr>
      </p:pic>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3"/>
          <a:stretch>
            <a:fillRect/>
          </a:stretch>
        </p:blipFill>
        <p:spPr>
          <a:xfrm>
            <a:off x="3843809" y="5720492"/>
            <a:ext cx="4356100" cy="508000"/>
          </a:xfrm>
          <a:prstGeom prst="rect">
            <a:avLst/>
          </a:prstGeom>
        </p:spPr>
      </p:pic>
      <p:sp>
        <p:nvSpPr>
          <p:cNvPr id="98" name="Shape 98"/>
          <p:cNvSpPr>
            <a:spLocks noGrp="1"/>
          </p:cNvSpPr>
          <p:nvPr>
            <p:ph type="sldNum" sz="quarter" idx="2"/>
          </p:nvPr>
        </p:nvSpPr>
        <p:spPr>
          <a:prstGeom prst="rect">
            <a:avLst/>
          </a:prstGeom>
        </p:spPr>
        <p:txBody>
          <a:bodyPr/>
          <a:lstStyle/>
          <a:p>
            <a:fld id="{86CB4B4D-7CA3-9044-876B-883B54F8677D}" type="slidenum">
              <a:t>‹#›</a:t>
            </a:fld>
            <a:endParaRPr/>
          </a:p>
        </p:txBody>
      </p:sp>
      <p:sp>
        <p:nvSpPr>
          <p:cNvPr id="2" name="矩形 1"/>
          <p:cNvSpPr/>
          <p:nvPr userDrawn="1"/>
        </p:nvSpPr>
        <p:spPr>
          <a:xfrm>
            <a:off x="5099573" y="5835992"/>
            <a:ext cx="1992853" cy="276999"/>
          </a:xfrm>
          <a:prstGeom prst="rect">
            <a:avLst/>
          </a:prstGeom>
          <a:noFill/>
        </p:spPr>
        <p:txBody>
          <a:bodyPr wrap="none">
            <a:spAutoFit/>
          </a:bodyPr>
          <a:lstStyle/>
          <a:p>
            <a:r>
              <a:rPr lang="en-US" altLang="zh-CN" sz="1200" b="1" dirty="0">
                <a:solidFill>
                  <a:schemeClr val="bg1"/>
                </a:solidFill>
              </a:rPr>
              <a:t>https://tgo.geekbang.org</a:t>
            </a:r>
            <a:endParaRPr lang="zh-CN" altLang="en-US" sz="1200" b="1" dirty="0">
              <a:solidFill>
                <a:schemeClr val="bg1"/>
              </a:solidFill>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844550" y="800101"/>
            <a:ext cx="10502900" cy="569686"/>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noAutofit/>
          </a:bodyPr>
          <a:lstStyle/>
          <a:p>
            <a:r>
              <a:rPr lang="zh-CN" altLang="en-US" dirty="0"/>
              <a:t>在此输入标题</a:t>
            </a:r>
            <a:endParaRPr dirty="0"/>
          </a:p>
        </p:txBody>
      </p:sp>
      <p:sp>
        <p:nvSpPr>
          <p:cNvPr id="3" name="Shape 3"/>
          <p:cNvSpPr>
            <a:spLocks noGrp="1"/>
          </p:cNvSpPr>
          <p:nvPr>
            <p:ph type="body" idx="1"/>
          </p:nvPr>
        </p:nvSpPr>
        <p:spPr>
          <a:xfrm>
            <a:off x="844550" y="1557338"/>
            <a:ext cx="10502900" cy="4665662"/>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t">
            <a:normAutofit/>
          </a:bodyPr>
          <a:lstStyle/>
          <a:p>
            <a:r>
              <a:rPr dirty="0"/>
              <a:t>正</a:t>
            </a:r>
            <a:r>
              <a:rPr lang="zh-CN" altLang="en-US" dirty="0"/>
              <a:t>文</a:t>
            </a:r>
            <a:r>
              <a:rPr dirty="0" err="1"/>
              <a:t>级别</a:t>
            </a:r>
            <a:r>
              <a:rPr dirty="0"/>
              <a:t> 1</a:t>
            </a:r>
          </a:p>
          <a:p>
            <a:pPr lvl="1"/>
            <a:r>
              <a:rPr dirty="0" err="1"/>
              <a:t>正文级别</a:t>
            </a:r>
            <a:r>
              <a:rPr dirty="0"/>
              <a:t> 2</a:t>
            </a:r>
          </a:p>
          <a:p>
            <a:pPr lvl="2"/>
            <a:r>
              <a:rPr dirty="0" err="1"/>
              <a:t>正文级别</a:t>
            </a:r>
            <a:r>
              <a:rPr dirty="0"/>
              <a:t> 3</a:t>
            </a:r>
          </a:p>
          <a:p>
            <a:pPr lvl="3"/>
            <a:r>
              <a:rPr dirty="0" err="1"/>
              <a:t>正文级别</a:t>
            </a:r>
            <a:r>
              <a:rPr dirty="0"/>
              <a:t> 4</a:t>
            </a:r>
          </a:p>
          <a:p>
            <a:pPr lvl="4"/>
            <a:r>
              <a:rPr dirty="0" err="1"/>
              <a:t>正文级别</a:t>
            </a:r>
            <a:r>
              <a:rPr dirty="0"/>
              <a:t> 5</a:t>
            </a:r>
          </a:p>
        </p:txBody>
      </p:sp>
      <p:sp>
        <p:nvSpPr>
          <p:cNvPr id="4" name="Shape 4"/>
          <p:cNvSpPr>
            <a:spLocks noGrp="1"/>
          </p:cNvSpPr>
          <p:nvPr>
            <p:ph type="sldNum" sz="quarter" idx="2"/>
          </p:nvPr>
        </p:nvSpPr>
        <p:spPr>
          <a:xfrm>
            <a:off x="5926113" y="6540500"/>
            <a:ext cx="333426" cy="287258"/>
          </a:xfrm>
          <a:prstGeom prst="rect">
            <a:avLst/>
          </a:prstGeom>
          <a:ln w="12700">
            <a:miter lim="400000"/>
          </a:ln>
        </p:spPr>
        <p:txBody>
          <a:bodyPr wrap="none" lIns="50800" tIns="50800" rIns="50800" bIns="50800">
            <a:spAutoFit/>
          </a:bodyPr>
          <a:lstStyle>
            <a:lvl1pPr>
              <a:defRPr sz="12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 id="2147483657" r:id="rId8"/>
    <p:sldLayoutId id="2147483659" r:id="rId9"/>
  </p:sldLayoutIdLst>
  <p:transition spd="med"/>
  <p:txStyles>
    <p:titleStyle>
      <a:lvl1pPr marL="0" marR="0" indent="0" algn="ctr" defTabSz="412750" rtl="0" eaLnBrk="1" latinLnBrk="0" hangingPunct="1">
        <a:lnSpc>
          <a:spcPct val="100000"/>
        </a:lnSpc>
        <a:spcBef>
          <a:spcPts val="0"/>
        </a:spcBef>
        <a:spcAft>
          <a:spcPts val="0"/>
        </a:spcAft>
        <a:buClrTx/>
        <a:buSzTx/>
        <a:buFontTx/>
        <a:buNone/>
        <a:tabLst/>
        <a:defRPr sz="2800" b="1" i="0" u="none" strike="noStrike" cap="none" spc="0" baseline="0">
          <a:ln>
            <a:noFill/>
          </a:ln>
          <a:solidFill>
            <a:srgbClr val="000000"/>
          </a:solidFill>
          <a:uFillTx/>
          <a:latin typeface="+mn-lt"/>
          <a:ea typeface="+mn-ea"/>
          <a:cs typeface="+mn-cs"/>
          <a:sym typeface="Helvetica Light"/>
        </a:defRPr>
      </a:lvl1pPr>
      <a:lvl2pPr marL="0" marR="0" indent="114300" algn="ctr" defTabSz="412750" rtl="0" eaLnBrk="1" latinLnBrk="0" hangingPunct="1">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2pPr>
      <a:lvl3pPr marL="0" marR="0" indent="228600" algn="ctr" defTabSz="412750" rtl="0" eaLnBrk="1" latinLnBrk="0" hangingPunct="1">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3pPr>
      <a:lvl4pPr marL="0" marR="0" indent="342900" algn="ctr" defTabSz="412750" rtl="0" eaLnBrk="1" latinLnBrk="0" hangingPunct="1">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4pPr>
      <a:lvl5pPr marL="0" marR="0" indent="457200" algn="ctr" defTabSz="412750" rtl="0" eaLnBrk="1" latinLnBrk="0" hangingPunct="1">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5pPr>
      <a:lvl6pPr marL="0" marR="0" indent="571500" algn="ctr" defTabSz="412750" rtl="0" eaLnBrk="1" latinLnBrk="0" hangingPunct="1">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6pPr>
      <a:lvl7pPr marL="0" marR="0" indent="685800" algn="ctr" defTabSz="412750" rtl="0" eaLnBrk="1" latinLnBrk="0" hangingPunct="1">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7pPr>
      <a:lvl8pPr marL="0" marR="0" indent="800100" algn="ctr" defTabSz="412750" rtl="0" eaLnBrk="1" latinLnBrk="0" hangingPunct="1">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8pPr>
      <a:lvl9pPr marL="0" marR="0" indent="914400" algn="ctr" defTabSz="412750" rtl="0" eaLnBrk="1" latinLnBrk="0" hangingPunct="1">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9pPr>
    </p:titleStyle>
    <p:bodyStyle>
      <a:lvl1pPr marL="0" marR="0" indent="0" algn="l" defTabSz="412750" rtl="0" eaLnBrk="1" latinLnBrk="0" hangingPunct="1">
        <a:lnSpc>
          <a:spcPct val="150000"/>
        </a:lnSpc>
        <a:spcBef>
          <a:spcPts val="600"/>
        </a:spcBef>
        <a:spcAft>
          <a:spcPts val="600"/>
        </a:spcAft>
        <a:buClrTx/>
        <a:buSzPct val="75000"/>
        <a:buFontTx/>
        <a:buNone/>
        <a:tabLst/>
        <a:defRPr sz="2400" b="0" i="0" u="none" strike="noStrike" cap="none" spc="0" baseline="0">
          <a:ln>
            <a:noFill/>
          </a:ln>
          <a:solidFill>
            <a:schemeClr val="tx1">
              <a:lumMod val="75000"/>
            </a:schemeClr>
          </a:solidFill>
          <a:uFillTx/>
          <a:latin typeface="+mn-lt"/>
          <a:ea typeface="+mn-ea"/>
          <a:cs typeface="+mn-cs"/>
          <a:sym typeface="Helvetica Light"/>
        </a:defRPr>
      </a:lvl1pPr>
      <a:lvl2pPr marL="635000" marR="0" indent="-317500" algn="l" defTabSz="412750" rtl="0" eaLnBrk="1" latinLnBrk="0" hangingPunct="1">
        <a:lnSpc>
          <a:spcPct val="150000"/>
        </a:lnSpc>
        <a:spcBef>
          <a:spcPts val="600"/>
        </a:spcBef>
        <a:spcAft>
          <a:spcPts val="600"/>
        </a:spcAft>
        <a:buClrTx/>
        <a:buSzPct val="75000"/>
        <a:buFontTx/>
        <a:buChar char="•"/>
        <a:tabLst/>
        <a:defRPr sz="2000" b="0" i="0" u="none" strike="noStrike" cap="none" spc="0" baseline="0">
          <a:ln>
            <a:noFill/>
          </a:ln>
          <a:solidFill>
            <a:schemeClr val="tx1">
              <a:lumMod val="75000"/>
            </a:schemeClr>
          </a:solidFill>
          <a:uFillTx/>
          <a:latin typeface="+mn-lt"/>
          <a:ea typeface="+mn-ea"/>
          <a:cs typeface="+mn-cs"/>
          <a:sym typeface="Helvetica Light"/>
        </a:defRPr>
      </a:lvl2pPr>
      <a:lvl3pPr marL="952500" marR="0" indent="-317500" algn="l" defTabSz="412750" rtl="0" eaLnBrk="1" latinLnBrk="0" hangingPunct="1">
        <a:lnSpc>
          <a:spcPct val="150000"/>
        </a:lnSpc>
        <a:spcBef>
          <a:spcPts val="600"/>
        </a:spcBef>
        <a:spcAft>
          <a:spcPts val="600"/>
        </a:spcAft>
        <a:buClrTx/>
        <a:buSzPct val="75000"/>
        <a:buFontTx/>
        <a:buChar char="•"/>
        <a:tabLst/>
        <a:defRPr sz="2000" b="0" i="0" u="none" strike="noStrike" cap="none" spc="0" baseline="0">
          <a:ln>
            <a:noFill/>
          </a:ln>
          <a:solidFill>
            <a:schemeClr val="tx1">
              <a:lumMod val="75000"/>
            </a:schemeClr>
          </a:solidFill>
          <a:uFillTx/>
          <a:latin typeface="+mn-lt"/>
          <a:ea typeface="+mn-ea"/>
          <a:cs typeface="+mn-cs"/>
          <a:sym typeface="Helvetica Light"/>
        </a:defRPr>
      </a:lvl3pPr>
      <a:lvl4pPr marL="1270000" marR="0" indent="-317500" algn="l" defTabSz="412750" rtl="0" eaLnBrk="1" latinLnBrk="0" hangingPunct="1">
        <a:lnSpc>
          <a:spcPct val="150000"/>
        </a:lnSpc>
        <a:spcBef>
          <a:spcPts val="600"/>
        </a:spcBef>
        <a:spcAft>
          <a:spcPts val="600"/>
        </a:spcAft>
        <a:buClrTx/>
        <a:buSzPct val="75000"/>
        <a:buFontTx/>
        <a:buChar char="•"/>
        <a:tabLst/>
        <a:defRPr sz="2000" b="0" i="0" u="none" strike="noStrike" cap="none" spc="0" baseline="0">
          <a:ln>
            <a:noFill/>
          </a:ln>
          <a:solidFill>
            <a:schemeClr val="tx1">
              <a:lumMod val="75000"/>
            </a:schemeClr>
          </a:solidFill>
          <a:uFillTx/>
          <a:latin typeface="+mn-lt"/>
          <a:ea typeface="+mn-ea"/>
          <a:cs typeface="+mn-cs"/>
          <a:sym typeface="Helvetica Light"/>
        </a:defRPr>
      </a:lvl4pPr>
      <a:lvl5pPr marL="1587500" marR="0" indent="-317500" algn="l" defTabSz="412750" rtl="0" eaLnBrk="1" latinLnBrk="0" hangingPunct="1">
        <a:lnSpc>
          <a:spcPct val="150000"/>
        </a:lnSpc>
        <a:spcBef>
          <a:spcPts val="600"/>
        </a:spcBef>
        <a:spcAft>
          <a:spcPts val="600"/>
        </a:spcAft>
        <a:buClrTx/>
        <a:buSzPct val="75000"/>
        <a:buFontTx/>
        <a:buChar char="•"/>
        <a:tabLst/>
        <a:defRPr sz="2000" b="0" i="0" u="none" strike="noStrike" cap="none" spc="0" baseline="0">
          <a:ln>
            <a:noFill/>
          </a:ln>
          <a:solidFill>
            <a:schemeClr val="tx1">
              <a:lumMod val="75000"/>
            </a:schemeClr>
          </a:solidFill>
          <a:uFillTx/>
          <a:latin typeface="+mn-lt"/>
          <a:ea typeface="+mn-ea"/>
          <a:cs typeface="+mn-cs"/>
          <a:sym typeface="Helvetica Light"/>
        </a:defRPr>
      </a:lvl5pPr>
      <a:lvl6pPr marL="1905000" marR="0" indent="-317500" algn="l" defTabSz="412750" rtl="0" eaLnBrk="1" latinLnBrk="0" hangingPunct="1">
        <a:lnSpc>
          <a:spcPct val="100000"/>
        </a:lnSpc>
        <a:spcBef>
          <a:spcPts val="2950"/>
        </a:spcBef>
        <a:spcAft>
          <a:spcPts val="0"/>
        </a:spcAft>
        <a:buClrTx/>
        <a:buSzPct val="75000"/>
        <a:buFontTx/>
        <a:buChar char="•"/>
        <a:tabLst/>
        <a:defRPr sz="2600" b="0" i="0" u="none" strike="noStrike" cap="none" spc="0" baseline="0">
          <a:ln>
            <a:noFill/>
          </a:ln>
          <a:solidFill>
            <a:srgbClr val="000000"/>
          </a:solidFill>
          <a:uFillTx/>
          <a:latin typeface="+mn-lt"/>
          <a:ea typeface="+mn-ea"/>
          <a:cs typeface="+mn-cs"/>
          <a:sym typeface="Helvetica Light"/>
        </a:defRPr>
      </a:lvl6pPr>
      <a:lvl7pPr marL="2222500" marR="0" indent="-317500" algn="l" defTabSz="412750" rtl="0" eaLnBrk="1" latinLnBrk="0" hangingPunct="1">
        <a:lnSpc>
          <a:spcPct val="100000"/>
        </a:lnSpc>
        <a:spcBef>
          <a:spcPts val="2950"/>
        </a:spcBef>
        <a:spcAft>
          <a:spcPts val="0"/>
        </a:spcAft>
        <a:buClrTx/>
        <a:buSzPct val="75000"/>
        <a:buFontTx/>
        <a:buChar char="•"/>
        <a:tabLst/>
        <a:defRPr sz="2600" b="0" i="0" u="none" strike="noStrike" cap="none" spc="0" baseline="0">
          <a:ln>
            <a:noFill/>
          </a:ln>
          <a:solidFill>
            <a:srgbClr val="000000"/>
          </a:solidFill>
          <a:uFillTx/>
          <a:latin typeface="+mn-lt"/>
          <a:ea typeface="+mn-ea"/>
          <a:cs typeface="+mn-cs"/>
          <a:sym typeface="Helvetica Light"/>
        </a:defRPr>
      </a:lvl7pPr>
      <a:lvl8pPr marL="2540000" marR="0" indent="-317500" algn="l" defTabSz="412750" rtl="0" eaLnBrk="1" latinLnBrk="0" hangingPunct="1">
        <a:lnSpc>
          <a:spcPct val="100000"/>
        </a:lnSpc>
        <a:spcBef>
          <a:spcPts val="2950"/>
        </a:spcBef>
        <a:spcAft>
          <a:spcPts val="0"/>
        </a:spcAft>
        <a:buClrTx/>
        <a:buSzPct val="75000"/>
        <a:buFontTx/>
        <a:buChar char="•"/>
        <a:tabLst/>
        <a:defRPr sz="2600" b="0" i="0" u="none" strike="noStrike" cap="none" spc="0" baseline="0">
          <a:ln>
            <a:noFill/>
          </a:ln>
          <a:solidFill>
            <a:srgbClr val="000000"/>
          </a:solidFill>
          <a:uFillTx/>
          <a:latin typeface="+mn-lt"/>
          <a:ea typeface="+mn-ea"/>
          <a:cs typeface="+mn-cs"/>
          <a:sym typeface="Helvetica Light"/>
        </a:defRPr>
      </a:lvl8pPr>
      <a:lvl9pPr marL="2857500" marR="0" indent="-317500" algn="l" defTabSz="412750" rtl="0" eaLnBrk="1" latinLnBrk="0" hangingPunct="1">
        <a:lnSpc>
          <a:spcPct val="100000"/>
        </a:lnSpc>
        <a:spcBef>
          <a:spcPts val="2950"/>
        </a:spcBef>
        <a:spcAft>
          <a:spcPts val="0"/>
        </a:spcAft>
        <a:buClrTx/>
        <a:buSzPct val="75000"/>
        <a:buFontTx/>
        <a:buChar char="•"/>
        <a:tabLst/>
        <a:defRPr sz="2600" b="0" i="0" u="none" strike="noStrike" cap="none" spc="0" baseline="0">
          <a:ln>
            <a:noFill/>
          </a:ln>
          <a:solidFill>
            <a:srgbClr val="000000"/>
          </a:solidFill>
          <a:uFillTx/>
          <a:latin typeface="+mn-lt"/>
          <a:ea typeface="+mn-ea"/>
          <a:cs typeface="+mn-cs"/>
          <a:sym typeface="Helvetica Light"/>
        </a:defRPr>
      </a:lvl9pPr>
    </p:bodyStyle>
    <p:otherStyle>
      <a:lvl1pPr marL="0" marR="0" indent="0" algn="ctr" defTabSz="41275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Helvetica Light"/>
        </a:defRPr>
      </a:lvl1pPr>
      <a:lvl2pPr marL="0" marR="0" indent="114300" algn="ctr" defTabSz="41275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Helvetica Light"/>
        </a:defRPr>
      </a:lvl2pPr>
      <a:lvl3pPr marL="0" marR="0" indent="228600" algn="ctr" defTabSz="41275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Helvetica Light"/>
        </a:defRPr>
      </a:lvl3pPr>
      <a:lvl4pPr marL="0" marR="0" indent="342900" algn="ctr" defTabSz="41275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Helvetica Light"/>
        </a:defRPr>
      </a:lvl4pPr>
      <a:lvl5pPr marL="0" marR="0" indent="457200" algn="ctr" defTabSz="41275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Helvetica Light"/>
        </a:defRPr>
      </a:lvl5pPr>
      <a:lvl6pPr marL="0" marR="0" indent="571500" algn="ctr" defTabSz="41275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Helvetica Light"/>
        </a:defRPr>
      </a:lvl6pPr>
      <a:lvl7pPr marL="0" marR="0" indent="685800" algn="ctr" defTabSz="41275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Helvetica Light"/>
        </a:defRPr>
      </a:lvl7pPr>
      <a:lvl8pPr marL="0" marR="0" indent="800100" algn="ctr" defTabSz="41275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Helvetica Light"/>
        </a:defRPr>
      </a:lvl8pPr>
      <a:lvl9pPr marL="0" marR="0" indent="914400" algn="ctr" defTabSz="41275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Helvetica Light"/>
        </a:defRPr>
      </a:lvl9pPr>
    </p:otherStyle>
  </p:txStyles>
  <p:extLst>
    <p:ext uri="{27BBF7A9-308A-43DC-89C8-2F10F3537804}">
      <p15:sldGuideLst xmlns:p15="http://schemas.microsoft.com/office/powerpoint/2012/main">
        <p15:guide id="2" pos="3840" userDrawn="1">
          <p15:clr>
            <a:srgbClr val="F26B43"/>
          </p15:clr>
        </p15:guide>
        <p15:guide id="3" orient="horz" pos="79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s>
</file>

<file path=ppt/slides/_rels/slide3.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18" Type="http://schemas.openxmlformats.org/officeDocument/2006/relationships/tags" Target="../tags/tag25.xml"/><Relationship Id="rId26" Type="http://schemas.openxmlformats.org/officeDocument/2006/relationships/tags" Target="../tags/tag33.xml"/><Relationship Id="rId3" Type="http://schemas.openxmlformats.org/officeDocument/2006/relationships/tags" Target="../tags/tag10.xml"/><Relationship Id="rId21" Type="http://schemas.openxmlformats.org/officeDocument/2006/relationships/tags" Target="../tags/tag28.xml"/><Relationship Id="rId7" Type="http://schemas.openxmlformats.org/officeDocument/2006/relationships/tags" Target="../tags/tag14.xml"/><Relationship Id="rId12" Type="http://schemas.openxmlformats.org/officeDocument/2006/relationships/tags" Target="../tags/tag19.xml"/><Relationship Id="rId17" Type="http://schemas.openxmlformats.org/officeDocument/2006/relationships/tags" Target="../tags/tag24.xml"/><Relationship Id="rId25" Type="http://schemas.openxmlformats.org/officeDocument/2006/relationships/tags" Target="../tags/tag32.xml"/><Relationship Id="rId2" Type="http://schemas.openxmlformats.org/officeDocument/2006/relationships/tags" Target="../tags/tag9.xml"/><Relationship Id="rId16" Type="http://schemas.openxmlformats.org/officeDocument/2006/relationships/tags" Target="../tags/tag23.xml"/><Relationship Id="rId20" Type="http://schemas.openxmlformats.org/officeDocument/2006/relationships/tags" Target="../tags/tag27.xml"/><Relationship Id="rId29" Type="http://schemas.openxmlformats.org/officeDocument/2006/relationships/notesSlide" Target="../notesSlides/notesSlide1.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24" Type="http://schemas.openxmlformats.org/officeDocument/2006/relationships/tags" Target="../tags/tag31.xml"/><Relationship Id="rId5" Type="http://schemas.openxmlformats.org/officeDocument/2006/relationships/tags" Target="../tags/tag12.xml"/><Relationship Id="rId15" Type="http://schemas.openxmlformats.org/officeDocument/2006/relationships/tags" Target="../tags/tag22.xml"/><Relationship Id="rId23" Type="http://schemas.openxmlformats.org/officeDocument/2006/relationships/tags" Target="../tags/tag30.xml"/><Relationship Id="rId28" Type="http://schemas.openxmlformats.org/officeDocument/2006/relationships/slideLayout" Target="../slideLayouts/slideLayout5.xml"/><Relationship Id="rId10" Type="http://schemas.openxmlformats.org/officeDocument/2006/relationships/tags" Target="../tags/tag17.xml"/><Relationship Id="rId19" Type="http://schemas.openxmlformats.org/officeDocument/2006/relationships/tags" Target="../tags/tag26.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tags" Target="../tags/tag21.xml"/><Relationship Id="rId22" Type="http://schemas.openxmlformats.org/officeDocument/2006/relationships/tags" Target="../tags/tag29.xml"/><Relationship Id="rId27" Type="http://schemas.openxmlformats.org/officeDocument/2006/relationships/tags" Target="../tags/tag3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notesSlide" Target="../notesSlides/notesSlide4.xml"/><Relationship Id="rId10" Type="http://schemas.openxmlformats.org/officeDocument/2006/relationships/tags" Target="../tags/tag44.xml"/><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tags" Target="../tags/tag55.xml"/><Relationship Id="rId13" Type="http://schemas.openxmlformats.org/officeDocument/2006/relationships/tags" Target="../tags/tag60.xml"/><Relationship Id="rId18" Type="http://schemas.openxmlformats.org/officeDocument/2006/relationships/tags" Target="../tags/tag65.xml"/><Relationship Id="rId3" Type="http://schemas.openxmlformats.org/officeDocument/2006/relationships/tags" Target="../tags/tag50.xml"/><Relationship Id="rId7" Type="http://schemas.openxmlformats.org/officeDocument/2006/relationships/tags" Target="../tags/tag54.xml"/><Relationship Id="rId12" Type="http://schemas.openxmlformats.org/officeDocument/2006/relationships/tags" Target="../tags/tag59.xml"/><Relationship Id="rId17" Type="http://schemas.openxmlformats.org/officeDocument/2006/relationships/tags" Target="../tags/tag64.xml"/><Relationship Id="rId2" Type="http://schemas.openxmlformats.org/officeDocument/2006/relationships/tags" Target="../tags/tag49.xml"/><Relationship Id="rId16" Type="http://schemas.openxmlformats.org/officeDocument/2006/relationships/tags" Target="../tags/tag63.xml"/><Relationship Id="rId20" Type="http://schemas.openxmlformats.org/officeDocument/2006/relationships/notesSlide" Target="../notesSlides/notesSlide5.xml"/><Relationship Id="rId1" Type="http://schemas.openxmlformats.org/officeDocument/2006/relationships/tags" Target="../tags/tag48.xml"/><Relationship Id="rId6" Type="http://schemas.openxmlformats.org/officeDocument/2006/relationships/tags" Target="../tags/tag53.xml"/><Relationship Id="rId11" Type="http://schemas.openxmlformats.org/officeDocument/2006/relationships/tags" Target="../tags/tag58.xml"/><Relationship Id="rId5" Type="http://schemas.openxmlformats.org/officeDocument/2006/relationships/tags" Target="../tags/tag52.xml"/><Relationship Id="rId15" Type="http://schemas.openxmlformats.org/officeDocument/2006/relationships/tags" Target="../tags/tag62.xml"/><Relationship Id="rId10" Type="http://schemas.openxmlformats.org/officeDocument/2006/relationships/tags" Target="../tags/tag57.xml"/><Relationship Id="rId19" Type="http://schemas.openxmlformats.org/officeDocument/2006/relationships/slideLayout" Target="../slideLayouts/slideLayout5.xml"/><Relationship Id="rId4" Type="http://schemas.openxmlformats.org/officeDocument/2006/relationships/tags" Target="../tags/tag51.xml"/><Relationship Id="rId9" Type="http://schemas.openxmlformats.org/officeDocument/2006/relationships/tags" Target="../tags/tag56.xml"/><Relationship Id="rId14" Type="http://schemas.openxmlformats.org/officeDocument/2006/relationships/tags" Target="../tags/tag61.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68.xml"/><Relationship Id="rId7" Type="http://schemas.openxmlformats.org/officeDocument/2006/relationships/tags" Target="../tags/tag72.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75.xml"/><Relationship Id="rId7" Type="http://schemas.openxmlformats.org/officeDocument/2006/relationships/tags" Target="../tags/tag79.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 Id="rId5" Type="http://schemas.openxmlformats.org/officeDocument/2006/relationships/slideLayout" Target="../slideLayouts/slideLayout5.xml"/><Relationship Id="rId4" Type="http://schemas.openxmlformats.org/officeDocument/2006/relationships/tags" Target="../tags/tag8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18" Type="http://schemas.openxmlformats.org/officeDocument/2006/relationships/diagramLayout" Target="../diagrams/layout4.xml"/><Relationship Id="rId3" Type="http://schemas.openxmlformats.org/officeDocument/2006/relationships/diagramLayout" Target="../diagrams/layout1.xml"/><Relationship Id="rId21" Type="http://schemas.microsoft.com/office/2007/relationships/diagramDrawing" Target="../diagrams/drawing4.xml"/><Relationship Id="rId7" Type="http://schemas.openxmlformats.org/officeDocument/2006/relationships/diagramData" Target="../diagrams/data2.xml"/><Relationship Id="rId12" Type="http://schemas.openxmlformats.org/officeDocument/2006/relationships/diagramData" Target="../diagrams/data3.xml"/><Relationship Id="rId17" Type="http://schemas.openxmlformats.org/officeDocument/2006/relationships/diagramData" Target="../diagrams/data4.xml"/><Relationship Id="rId2" Type="http://schemas.openxmlformats.org/officeDocument/2006/relationships/diagramData" Target="../diagrams/data1.xml"/><Relationship Id="rId16" Type="http://schemas.microsoft.com/office/2007/relationships/diagramDrawing" Target="../diagrams/drawing3.xml"/><Relationship Id="rId20" Type="http://schemas.openxmlformats.org/officeDocument/2006/relationships/diagramColors" Target="../diagrams/colors4.xml"/><Relationship Id="rId1" Type="http://schemas.openxmlformats.org/officeDocument/2006/relationships/slideLayout" Target="../slideLayouts/slideLayout5.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Colors" Target="../diagrams/colors3.xml"/><Relationship Id="rId10" Type="http://schemas.openxmlformats.org/officeDocument/2006/relationships/diagramColors" Target="../diagrams/colors2.xml"/><Relationship Id="rId19" Type="http://schemas.openxmlformats.org/officeDocument/2006/relationships/diagramQuickStyle" Target="../diagrams/quickStyle4.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s>
</file>

<file path=ppt/slides/_rels/slide3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Shape 108"/>
          <p:cNvSpPr/>
          <p:nvPr/>
        </p:nvSpPr>
        <p:spPr>
          <a:xfrm>
            <a:off x="1276776" y="1950344"/>
            <a:ext cx="9765494" cy="1128514"/>
          </a:xfrm>
          <a:prstGeom prst="rect">
            <a:avLst/>
          </a:prstGeom>
          <a:ln w="12700">
            <a:miter lim="400000"/>
          </a:ln>
          <a:extLst>
            <a:ext uri="{C572A759-6A51-4108-AA02-DFA0A04FC94B}">
              <ma14:wrappingTextBoxFlag xmlns="" xmlns:ma14="http://schemas.microsoft.com/office/mac/drawingml/2011/main" val="1"/>
            </a:ext>
          </a:extLst>
        </p:spPr>
        <p:txBody>
          <a:bodyPr wrap="none" lIns="25400" tIns="25400" rIns="25400" bIns="25400" anchor="ctr">
            <a:spAutoFit/>
          </a:bodyPr>
          <a:lstStyle>
            <a:lvl1pPr>
              <a:defRPr sz="14000" b="1">
                <a:solidFill>
                  <a:srgbClr val="FFFFFF"/>
                </a:solidFill>
                <a:latin typeface="Helvetica"/>
                <a:ea typeface="Helvetica"/>
                <a:cs typeface="Helvetica"/>
                <a:sym typeface="Helvetica"/>
              </a:defRPr>
            </a:lvl1pPr>
          </a:lstStyle>
          <a:p>
            <a:r>
              <a:rPr lang="zh-CN" altLang="en-US" sz="7000">
                <a:latin typeface="DengXian" charset="-122"/>
                <a:ea typeface="DengXian" charset="-122"/>
                <a:cs typeface="DengXian" charset="-122"/>
              </a:rPr>
              <a:t>云原生的前世今生</a:t>
            </a:r>
            <a:r>
              <a:rPr lang="en-US" altLang="zh-CN" sz="7000">
                <a:latin typeface="DengXian" charset="-122"/>
                <a:ea typeface="DengXian" charset="-122"/>
                <a:cs typeface="DengXian" charset="-122"/>
              </a:rPr>
              <a:t>&amp;</a:t>
            </a:r>
            <a:r>
              <a:rPr lang="zh-CN" altLang="en-US" sz="7000">
                <a:latin typeface="DengXian" charset="-122"/>
                <a:ea typeface="DengXian" charset="-122"/>
                <a:cs typeface="DengXian" charset="-122"/>
              </a:rPr>
              <a:t>未来</a:t>
            </a:r>
            <a:endParaRPr sz="7000" dirty="0">
              <a:latin typeface="DengXian" charset="-122"/>
              <a:ea typeface="DengXian" charset="-122"/>
              <a:cs typeface="DengXian" charset="-122"/>
            </a:endParaRPr>
          </a:p>
        </p:txBody>
      </p:sp>
      <p:sp>
        <p:nvSpPr>
          <p:cNvPr id="109" name="Shape 109"/>
          <p:cNvSpPr/>
          <p:nvPr/>
        </p:nvSpPr>
        <p:spPr>
          <a:xfrm>
            <a:off x="8275486" y="3758073"/>
            <a:ext cx="2766783" cy="1128514"/>
          </a:xfrm>
          <a:prstGeom prst="rect">
            <a:avLst/>
          </a:prstGeom>
          <a:ln w="12700">
            <a:miter lim="400000"/>
          </a:ln>
          <a:extLst>
            <a:ext uri="{C572A759-6A51-4108-AA02-DFA0A04FC94B}">
              <ma14:wrappingTextBoxFlag xmlns="" xmlns:ma14="http://schemas.microsoft.com/office/mac/drawingml/2011/main" val="1"/>
            </a:ext>
          </a:extLst>
        </p:spPr>
        <p:txBody>
          <a:bodyPr wrap="none" lIns="25400" tIns="25400" rIns="25400" bIns="25400" anchor="ctr">
            <a:spAutoFit/>
          </a:bodyPr>
          <a:lstStyle>
            <a:lvl1pPr>
              <a:defRPr>
                <a:solidFill>
                  <a:srgbClr val="FFFFFF"/>
                </a:solidFill>
              </a:defRPr>
            </a:lvl1pPr>
          </a:lstStyle>
          <a:p>
            <a:pPr algn="r">
              <a:lnSpc>
                <a:spcPct val="150000"/>
              </a:lnSpc>
            </a:pPr>
            <a:r>
              <a:rPr lang="en-US" altLang="zh-CN" sz="2800"/>
              <a:t>Frank</a:t>
            </a:r>
            <a:r>
              <a:rPr lang="zh-CN" altLang="en-US" sz="2800"/>
              <a:t>（吴万港）</a:t>
            </a:r>
            <a:endParaRPr lang="en-US" altLang="zh-CN" sz="2800"/>
          </a:p>
          <a:p>
            <a:pPr algn="r"/>
            <a:r>
              <a:rPr lang="en-US" altLang="zh-CN" sz="2800"/>
              <a:t>Jan 18</a:t>
            </a:r>
            <a:r>
              <a:rPr lang="en-US" sz="2800"/>
              <a:t>,2022</a:t>
            </a:r>
            <a:endParaRPr sz="2800"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3440021" y="1692518"/>
            <a:ext cx="616541" cy="523220"/>
          </a:xfrm>
          <a:prstGeom prst="rect">
            <a:avLst/>
          </a:prstGeom>
          <a:noFill/>
        </p:spPr>
        <p:txBody>
          <a:bodyPr wrap="square"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5384EE"/>
                </a:solidFill>
                <a:effectLst/>
                <a:uLnTx/>
                <a:uFillTx/>
                <a:latin typeface="Algerian" panose="04020705040A02060702" pitchFamily="82" charset="0"/>
                <a:ea typeface="Microsoft YaHei" panose="020B0503020204020204" pitchFamily="34" charset="-122"/>
              </a:rPr>
              <a:t>01</a:t>
            </a:r>
          </a:p>
        </p:txBody>
      </p:sp>
      <p:sp>
        <p:nvSpPr>
          <p:cNvPr id="36" name="文本框 35"/>
          <p:cNvSpPr txBox="1"/>
          <p:nvPr>
            <p:custDataLst>
              <p:tags r:id="rId3"/>
            </p:custDataLst>
          </p:nvPr>
        </p:nvSpPr>
        <p:spPr>
          <a:xfrm>
            <a:off x="4056564" y="1687974"/>
            <a:ext cx="4244339" cy="52776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zh-CN" altLang="en-US" sz="3200" b="1" i="0" u="none" strike="noStrike" kern="1200" cap="none" spc="0" normalizeH="0" baseline="0" noProof="0">
                <a:ln>
                  <a:noFill/>
                </a:ln>
                <a:solidFill>
                  <a:srgbClr val="FFFF00"/>
                </a:solidFill>
                <a:effectLst/>
                <a:uLnTx/>
                <a:uFillTx/>
                <a:latin typeface="Arial" panose="020B0604020202020204" pitchFamily="34" charset="0"/>
                <a:ea typeface="Microsoft YaHei" panose="020B0503020204020204" pitchFamily="34" charset="-122"/>
                <a:cs typeface="+mn-cs"/>
              </a:rPr>
              <a:t>企业</a:t>
            </a:r>
            <a:r>
              <a:rPr kumimoji="0" lang="en-US" altLang="zh-CN" sz="3200" b="1" i="0" u="none" strike="noStrike" kern="1200" cap="none" spc="0" normalizeH="0" baseline="0" noProof="0">
                <a:ln>
                  <a:noFill/>
                </a:ln>
                <a:solidFill>
                  <a:srgbClr val="FFFF00"/>
                </a:solidFill>
                <a:effectLst/>
                <a:uLnTx/>
                <a:uFillTx/>
                <a:latin typeface="Arial" panose="020B0604020202020204" pitchFamily="34" charset="0"/>
                <a:ea typeface="Microsoft YaHei" panose="020B0503020204020204" pitchFamily="34" charset="-122"/>
                <a:cs typeface="+mn-cs"/>
              </a:rPr>
              <a:t>IT</a:t>
            </a:r>
            <a:r>
              <a:rPr lang="zh-CN" altLang="en-US" sz="3200" b="1" kern="1200">
                <a:solidFill>
                  <a:srgbClr val="FFFF00"/>
                </a:solidFill>
                <a:latin typeface="Arial" panose="020B0604020202020204" pitchFamily="34" charset="0"/>
                <a:ea typeface="Microsoft YaHei" panose="020B0503020204020204" pitchFamily="34" charset="-122"/>
              </a:rPr>
              <a:t>发展历程</a:t>
            </a:r>
            <a:endParaRPr kumimoji="0" lang="zh-CN" altLang="en-US" sz="3200" b="1" i="0" u="none" strike="noStrike" kern="1200" cap="none" spc="0" normalizeH="0" baseline="0" noProof="0" dirty="0">
              <a:ln>
                <a:noFill/>
              </a:ln>
              <a:solidFill>
                <a:srgbClr val="FFFF00"/>
              </a:solidFill>
              <a:effectLst/>
              <a:uLnTx/>
              <a:uFillTx/>
              <a:latin typeface="Arial" panose="020B0604020202020204" pitchFamily="34" charset="0"/>
              <a:ea typeface="Microsoft YaHei" panose="020B0503020204020204" pitchFamily="34" charset="-122"/>
              <a:cs typeface="+mn-cs"/>
            </a:endParaRPr>
          </a:p>
        </p:txBody>
      </p:sp>
      <p:sp>
        <p:nvSpPr>
          <p:cNvPr id="43" name="文本框 42"/>
          <p:cNvSpPr txBox="1"/>
          <p:nvPr>
            <p:custDataLst>
              <p:tags r:id="rId4"/>
            </p:custDataLst>
          </p:nvPr>
        </p:nvSpPr>
        <p:spPr>
          <a:xfrm>
            <a:off x="4056564" y="2568988"/>
            <a:ext cx="4244339" cy="52776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lang="zh-CN" altLang="en-US" sz="3200" b="1" kern="1200">
                <a:solidFill>
                  <a:srgbClr val="00B0F0"/>
                </a:solidFill>
                <a:latin typeface="Arial" panose="020B0604020202020204" pitchFamily="34" charset="0"/>
                <a:ea typeface="Microsoft YaHei" panose="020B0503020204020204" pitchFamily="34" charset="-122"/>
                <a:sym typeface="+mn-ea"/>
              </a:rPr>
              <a:t>云计算到云原生</a:t>
            </a:r>
            <a:endParaRPr kumimoji="0" lang="zh-CN" altLang="en-US" sz="3200" b="1" i="0" u="none" strike="noStrike" kern="1200" cap="none" spc="0" normalizeH="0" baseline="0" noProof="0" dirty="0">
              <a:ln>
                <a:noFill/>
              </a:ln>
              <a:solidFill>
                <a:srgbClr val="00B0F0"/>
              </a:solidFill>
              <a:effectLst/>
              <a:uLnTx/>
              <a:uFillTx/>
              <a:latin typeface="Arial" panose="020B0604020202020204" pitchFamily="34" charset="0"/>
              <a:ea typeface="Microsoft YaHei" panose="020B0503020204020204" pitchFamily="34" charset="-122"/>
              <a:cs typeface="+mn-cs"/>
              <a:sym typeface="+mn-ea"/>
            </a:endParaRPr>
          </a:p>
        </p:txBody>
      </p:sp>
      <p:sp>
        <p:nvSpPr>
          <p:cNvPr id="42" name="文本框 41"/>
          <p:cNvSpPr txBox="1"/>
          <p:nvPr>
            <p:custDataLst>
              <p:tags r:id="rId5"/>
            </p:custDataLst>
          </p:nvPr>
        </p:nvSpPr>
        <p:spPr>
          <a:xfrm>
            <a:off x="3440021" y="2571240"/>
            <a:ext cx="616585" cy="523240"/>
          </a:xfrm>
          <a:prstGeom prst="rect">
            <a:avLst/>
          </a:prstGeom>
          <a:noFill/>
        </p:spPr>
        <p:txBody>
          <a:bodyPr wrap="square"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5384EE"/>
                </a:solidFill>
                <a:effectLst/>
                <a:uLnTx/>
                <a:uFillTx/>
                <a:latin typeface="Algerian" panose="04020705040A02060702" pitchFamily="82" charset="0"/>
                <a:ea typeface="Microsoft YaHei" panose="020B0503020204020204" pitchFamily="34" charset="-122"/>
              </a:rPr>
              <a:t>02</a:t>
            </a:r>
          </a:p>
        </p:txBody>
      </p:sp>
      <p:sp>
        <p:nvSpPr>
          <p:cNvPr id="56" name="文本框 55"/>
          <p:cNvSpPr txBox="1"/>
          <p:nvPr>
            <p:custDataLst>
              <p:tags r:id="rId6"/>
            </p:custDataLst>
          </p:nvPr>
        </p:nvSpPr>
        <p:spPr>
          <a:xfrm>
            <a:off x="3440024" y="3441408"/>
            <a:ext cx="616541" cy="523220"/>
          </a:xfrm>
          <a:prstGeom prst="rect">
            <a:avLst/>
          </a:prstGeom>
          <a:noFill/>
        </p:spPr>
        <p:txBody>
          <a:bodyPr wrap="square"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5384EE"/>
                </a:solidFill>
                <a:effectLst/>
                <a:uLnTx/>
                <a:uFillTx/>
                <a:latin typeface="Algerian" panose="04020705040A02060702" pitchFamily="82" charset="0"/>
                <a:ea typeface="Microsoft YaHei" panose="020B0503020204020204" pitchFamily="34" charset="-122"/>
              </a:rPr>
              <a:t>03</a:t>
            </a:r>
          </a:p>
        </p:txBody>
      </p:sp>
      <p:sp>
        <p:nvSpPr>
          <p:cNvPr id="57" name="文本框 56"/>
          <p:cNvSpPr txBox="1"/>
          <p:nvPr>
            <p:custDataLst>
              <p:tags r:id="rId7"/>
            </p:custDataLst>
          </p:nvPr>
        </p:nvSpPr>
        <p:spPr>
          <a:xfrm>
            <a:off x="4056564" y="3443196"/>
            <a:ext cx="4244339" cy="52776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b="1" kern="1200">
                <a:solidFill>
                  <a:srgbClr val="00B0F0"/>
                </a:solidFill>
                <a:latin typeface="Arial" panose="020B0604020202020204" pitchFamily="34" charset="0"/>
                <a:ea typeface="Microsoft YaHei" panose="020B0503020204020204" pitchFamily="34" charset="-122"/>
              </a:rPr>
              <a:t>云原生技术</a:t>
            </a:r>
            <a:endParaRPr kumimoji="0" lang="zh-CN" altLang="en-US" sz="3200" b="1" i="0" u="none" strike="noStrike" kern="1200" cap="none" spc="0" normalizeH="0" baseline="0" noProof="0" dirty="0">
              <a:ln>
                <a:noFill/>
              </a:ln>
              <a:solidFill>
                <a:srgbClr val="00B0F0"/>
              </a:solidFill>
              <a:effectLst/>
              <a:uLnTx/>
              <a:uFillTx/>
              <a:latin typeface="Arial" panose="020B0604020202020204" pitchFamily="34" charset="0"/>
              <a:ea typeface="Microsoft YaHei" panose="020B0503020204020204" pitchFamily="34" charset="-122"/>
              <a:cs typeface="+mn-cs"/>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3822" y="881920"/>
            <a:ext cx="4439887" cy="576263"/>
          </a:xfrm>
        </p:spPr>
        <p:txBody>
          <a:bodyPr>
            <a:noAutofit/>
          </a:bodyPr>
          <a:lstStyle/>
          <a:p>
            <a:pPr algn="l"/>
            <a:r>
              <a:rPr lang="en-US" altLang="zh-CN" sz="3200">
                <a:solidFill>
                  <a:schemeClr val="tx2">
                    <a:lumMod val="75000"/>
                  </a:schemeClr>
                </a:solidFill>
                <a:latin typeface="Microsoft YaHei" panose="020B0503020204020204" pitchFamily="34" charset="-122"/>
                <a:ea typeface="Microsoft YaHei" panose="020B0503020204020204" pitchFamily="34" charset="-122"/>
              </a:rPr>
              <a:t>IT</a:t>
            </a:r>
            <a:r>
              <a:rPr lang="zh-CN" altLang="en-US" sz="3200">
                <a:solidFill>
                  <a:schemeClr val="tx2">
                    <a:lumMod val="75000"/>
                  </a:schemeClr>
                </a:solidFill>
                <a:latin typeface="Microsoft YaHei" panose="020B0503020204020204" pitchFamily="34" charset="-122"/>
                <a:ea typeface="Microsoft YaHei" panose="020B0503020204020204" pitchFamily="34" charset="-122"/>
              </a:rPr>
              <a:t>技术发展关键节点</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cxnSp>
        <p:nvCxnSpPr>
          <p:cNvPr id="22" name="直接箭头连接符 27">
            <a:extLst>
              <a:ext uri="{FF2B5EF4-FFF2-40B4-BE49-F238E27FC236}">
                <a16:creationId xmlns:a16="http://schemas.microsoft.com/office/drawing/2014/main" id="{E3B6F6F6-354A-4B3B-A41E-D68C9CF636D9}"/>
              </a:ext>
            </a:extLst>
          </p:cNvPr>
          <p:cNvCxnSpPr>
            <a:cxnSpLocks/>
          </p:cNvCxnSpPr>
          <p:nvPr>
            <p:custDataLst>
              <p:tags r:id="rId1"/>
            </p:custDataLst>
          </p:nvPr>
        </p:nvCxnSpPr>
        <p:spPr>
          <a:xfrm flipV="1">
            <a:off x="1995192" y="735981"/>
            <a:ext cx="9117801" cy="5915123"/>
          </a:xfrm>
          <a:prstGeom prst="straightConnector1">
            <a:avLst/>
          </a:prstGeom>
          <a:ln w="28575">
            <a:solidFill>
              <a:schemeClr val="lt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0" name="任意多边形: 形状 32">
            <a:extLst>
              <a:ext uri="{FF2B5EF4-FFF2-40B4-BE49-F238E27FC236}">
                <a16:creationId xmlns:a16="http://schemas.microsoft.com/office/drawing/2014/main" id="{4F1BBF87-7145-4BDF-8571-058B683B5E0F}"/>
              </a:ext>
            </a:extLst>
          </p:cNvPr>
          <p:cNvSpPr/>
          <p:nvPr>
            <p:custDataLst>
              <p:tags r:id="rId2"/>
            </p:custDataLst>
          </p:nvPr>
        </p:nvSpPr>
        <p:spPr>
          <a:xfrm flipH="1">
            <a:off x="3385902" y="4224084"/>
            <a:ext cx="2690092" cy="658328"/>
          </a:xfrm>
          <a:custGeom>
            <a:avLst/>
            <a:gdLst>
              <a:gd name="connsiteX0" fmla="*/ 159294 w 5150887"/>
              <a:gd name="connsiteY0" fmla="*/ 0 h 1260540"/>
              <a:gd name="connsiteX1" fmla="*/ 3442737 w 5150887"/>
              <a:gd name="connsiteY1" fmla="*/ 0 h 1260540"/>
              <a:gd name="connsiteX2" fmla="*/ 3651743 w 5150887"/>
              <a:gd name="connsiteY2" fmla="*/ 0 h 1260540"/>
              <a:gd name="connsiteX3" fmla="*/ 4547132 w 5150887"/>
              <a:gd name="connsiteY3" fmla="*/ 0 h 1260540"/>
              <a:gd name="connsiteX4" fmla="*/ 5150887 w 5150887"/>
              <a:gd name="connsiteY4" fmla="*/ 628650 h 1260540"/>
              <a:gd name="connsiteX5" fmla="*/ 4547132 w 5150887"/>
              <a:gd name="connsiteY5" fmla="*/ 1257300 h 1260540"/>
              <a:gd name="connsiteX6" fmla="*/ 3667792 w 5150887"/>
              <a:gd name="connsiteY6" fmla="*/ 1257300 h 1260540"/>
              <a:gd name="connsiteX7" fmla="*/ 3651743 w 5150887"/>
              <a:gd name="connsiteY7" fmla="*/ 1260540 h 1260540"/>
              <a:gd name="connsiteX8" fmla="*/ 159294 w 5150887"/>
              <a:gd name="connsiteY8" fmla="*/ 1260540 h 1260540"/>
              <a:gd name="connsiteX9" fmla="*/ 0 w 5150887"/>
              <a:gd name="connsiteY9" fmla="*/ 1101246 h 1260540"/>
              <a:gd name="connsiteX10" fmla="*/ 0 w 5150887"/>
              <a:gd name="connsiteY10" fmla="*/ 159294 h 1260540"/>
              <a:gd name="connsiteX11" fmla="*/ 159294 w 5150887"/>
              <a:gd name="connsiteY11" fmla="*/ 0 h 126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50887" h="1260540">
                <a:moveTo>
                  <a:pt x="159294" y="0"/>
                </a:moveTo>
                <a:lnTo>
                  <a:pt x="3442737" y="0"/>
                </a:lnTo>
                <a:lnTo>
                  <a:pt x="3651743" y="0"/>
                </a:lnTo>
                <a:lnTo>
                  <a:pt x="4547132" y="0"/>
                </a:lnTo>
                <a:lnTo>
                  <a:pt x="5150887" y="628650"/>
                </a:lnTo>
                <a:lnTo>
                  <a:pt x="4547132" y="1257300"/>
                </a:lnTo>
                <a:lnTo>
                  <a:pt x="3667792" y="1257300"/>
                </a:lnTo>
                <a:lnTo>
                  <a:pt x="3651743" y="1260540"/>
                </a:lnTo>
                <a:lnTo>
                  <a:pt x="159294" y="1260540"/>
                </a:lnTo>
                <a:cubicBezTo>
                  <a:pt x="71318" y="1260540"/>
                  <a:pt x="0" y="1189222"/>
                  <a:pt x="0" y="1101246"/>
                </a:cubicBezTo>
                <a:lnTo>
                  <a:pt x="0" y="159294"/>
                </a:lnTo>
                <a:cubicBezTo>
                  <a:pt x="0" y="71318"/>
                  <a:pt x="71318" y="0"/>
                  <a:pt x="159294"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sp>
        <p:nvSpPr>
          <p:cNvPr id="41" name="箭头: V 形 33">
            <a:extLst>
              <a:ext uri="{FF2B5EF4-FFF2-40B4-BE49-F238E27FC236}">
                <a16:creationId xmlns:a16="http://schemas.microsoft.com/office/drawing/2014/main" id="{2D63F776-1CE0-4D8F-A5ED-70B39985D866}"/>
              </a:ext>
            </a:extLst>
          </p:cNvPr>
          <p:cNvSpPr/>
          <p:nvPr>
            <p:custDataLst>
              <p:tags r:id="rId3"/>
            </p:custDataLst>
          </p:nvPr>
        </p:nvSpPr>
        <p:spPr>
          <a:xfrm flipH="1">
            <a:off x="3036443" y="4221597"/>
            <a:ext cx="542220" cy="659952"/>
          </a:xfrm>
          <a:prstGeom prst="chevron">
            <a:avLst>
              <a:gd name="adj" fmla="val 56406"/>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dk1"/>
              </a:solidFill>
              <a:latin typeface="Microsoft YaHei" panose="020B0503020204020204" pitchFamily="34" charset="-122"/>
              <a:ea typeface="Microsoft YaHei" panose="020B0503020204020204" pitchFamily="34" charset="-122"/>
            </a:endParaRPr>
          </a:p>
        </p:txBody>
      </p:sp>
      <p:sp>
        <p:nvSpPr>
          <p:cNvPr id="42" name="文本框 42">
            <a:extLst>
              <a:ext uri="{FF2B5EF4-FFF2-40B4-BE49-F238E27FC236}">
                <a16:creationId xmlns:a16="http://schemas.microsoft.com/office/drawing/2014/main" id="{89662C4B-CBC2-4FEB-AE79-CA57AC389B4C}"/>
              </a:ext>
            </a:extLst>
          </p:cNvPr>
          <p:cNvSpPr txBox="1"/>
          <p:nvPr>
            <p:custDataLst>
              <p:tags r:id="rId4"/>
            </p:custDataLst>
          </p:nvPr>
        </p:nvSpPr>
        <p:spPr>
          <a:xfrm>
            <a:off x="3856025" y="4313571"/>
            <a:ext cx="1749844" cy="479354"/>
          </a:xfrm>
          <a:prstGeom prst="rect">
            <a:avLst/>
          </a:prstGeom>
          <a:noFill/>
        </p:spPr>
        <p:txBody>
          <a:bodyPr wrap="square" rtlCol="0" anchor="t">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spcBef>
                <a:spcPts val="0"/>
              </a:spcBef>
              <a:spcAft>
                <a:spcPts val="0"/>
              </a:spcAft>
              <a:buSzPct val="100000"/>
              <a:buNone/>
            </a:pPr>
            <a:r>
              <a:rPr lang="en-US" altLang="zh-CN" sz="2200" b="1" spc="140">
                <a:solidFill>
                  <a:schemeClr val="lt1"/>
                </a:solidFill>
                <a:latin typeface="Microsoft YaHei" panose="020B0503020204020204" pitchFamily="34" charset="-122"/>
                <a:ea typeface="Microsoft YaHei" panose="020B0503020204020204" pitchFamily="34" charset="-122"/>
              </a:rPr>
              <a:t>Docker</a:t>
            </a:r>
            <a:endParaRPr lang="zh-CN" altLang="en-US" sz="2200" b="1" spc="140" dirty="0">
              <a:solidFill>
                <a:schemeClr val="lt1"/>
              </a:solidFill>
              <a:latin typeface="Microsoft YaHei" panose="020B0503020204020204" pitchFamily="34" charset="-122"/>
              <a:ea typeface="Microsoft YaHei" panose="020B0503020204020204" pitchFamily="34" charset="-122"/>
            </a:endParaRPr>
          </a:p>
        </p:txBody>
      </p:sp>
      <p:sp>
        <p:nvSpPr>
          <p:cNvPr id="43" name="任意多边形: 形状 38">
            <a:extLst>
              <a:ext uri="{FF2B5EF4-FFF2-40B4-BE49-F238E27FC236}">
                <a16:creationId xmlns:a16="http://schemas.microsoft.com/office/drawing/2014/main" id="{060957A7-ACEC-4CCF-BDE6-446A5466AC42}"/>
              </a:ext>
            </a:extLst>
          </p:cNvPr>
          <p:cNvSpPr/>
          <p:nvPr>
            <p:custDataLst>
              <p:tags r:id="rId5"/>
            </p:custDataLst>
          </p:nvPr>
        </p:nvSpPr>
        <p:spPr>
          <a:xfrm flipH="1">
            <a:off x="1525069" y="5851423"/>
            <a:ext cx="2690092" cy="658328"/>
          </a:xfrm>
          <a:custGeom>
            <a:avLst/>
            <a:gdLst>
              <a:gd name="connsiteX0" fmla="*/ 159294 w 5150887"/>
              <a:gd name="connsiteY0" fmla="*/ 0 h 1260540"/>
              <a:gd name="connsiteX1" fmla="*/ 3442737 w 5150887"/>
              <a:gd name="connsiteY1" fmla="*/ 0 h 1260540"/>
              <a:gd name="connsiteX2" fmla="*/ 3651743 w 5150887"/>
              <a:gd name="connsiteY2" fmla="*/ 0 h 1260540"/>
              <a:gd name="connsiteX3" fmla="*/ 4547132 w 5150887"/>
              <a:gd name="connsiteY3" fmla="*/ 0 h 1260540"/>
              <a:gd name="connsiteX4" fmla="*/ 5150887 w 5150887"/>
              <a:gd name="connsiteY4" fmla="*/ 628650 h 1260540"/>
              <a:gd name="connsiteX5" fmla="*/ 4547132 w 5150887"/>
              <a:gd name="connsiteY5" fmla="*/ 1257300 h 1260540"/>
              <a:gd name="connsiteX6" fmla="*/ 3667792 w 5150887"/>
              <a:gd name="connsiteY6" fmla="*/ 1257300 h 1260540"/>
              <a:gd name="connsiteX7" fmla="*/ 3651743 w 5150887"/>
              <a:gd name="connsiteY7" fmla="*/ 1260540 h 1260540"/>
              <a:gd name="connsiteX8" fmla="*/ 159294 w 5150887"/>
              <a:gd name="connsiteY8" fmla="*/ 1260540 h 1260540"/>
              <a:gd name="connsiteX9" fmla="*/ 0 w 5150887"/>
              <a:gd name="connsiteY9" fmla="*/ 1101246 h 1260540"/>
              <a:gd name="connsiteX10" fmla="*/ 0 w 5150887"/>
              <a:gd name="connsiteY10" fmla="*/ 159294 h 1260540"/>
              <a:gd name="connsiteX11" fmla="*/ 159294 w 5150887"/>
              <a:gd name="connsiteY11" fmla="*/ 0 h 126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50887" h="1260540">
                <a:moveTo>
                  <a:pt x="159294" y="0"/>
                </a:moveTo>
                <a:lnTo>
                  <a:pt x="3442737" y="0"/>
                </a:lnTo>
                <a:lnTo>
                  <a:pt x="3651743" y="0"/>
                </a:lnTo>
                <a:lnTo>
                  <a:pt x="4547132" y="0"/>
                </a:lnTo>
                <a:lnTo>
                  <a:pt x="5150887" y="628650"/>
                </a:lnTo>
                <a:lnTo>
                  <a:pt x="4547132" y="1257300"/>
                </a:lnTo>
                <a:lnTo>
                  <a:pt x="3667792" y="1257300"/>
                </a:lnTo>
                <a:lnTo>
                  <a:pt x="3651743" y="1260540"/>
                </a:lnTo>
                <a:lnTo>
                  <a:pt x="159294" y="1260540"/>
                </a:lnTo>
                <a:cubicBezTo>
                  <a:pt x="71318" y="1260540"/>
                  <a:pt x="0" y="1189222"/>
                  <a:pt x="0" y="1101246"/>
                </a:cubicBezTo>
                <a:lnTo>
                  <a:pt x="0" y="159294"/>
                </a:lnTo>
                <a:cubicBezTo>
                  <a:pt x="0" y="71318"/>
                  <a:pt x="71318" y="0"/>
                  <a:pt x="15929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sp>
        <p:nvSpPr>
          <p:cNvPr id="44" name="箭头: V 形 39">
            <a:extLst>
              <a:ext uri="{FF2B5EF4-FFF2-40B4-BE49-F238E27FC236}">
                <a16:creationId xmlns:a16="http://schemas.microsoft.com/office/drawing/2014/main" id="{29D7E599-3858-4F77-BD66-EA65CE0237AC}"/>
              </a:ext>
            </a:extLst>
          </p:cNvPr>
          <p:cNvSpPr/>
          <p:nvPr>
            <p:custDataLst>
              <p:tags r:id="rId6"/>
            </p:custDataLst>
          </p:nvPr>
        </p:nvSpPr>
        <p:spPr>
          <a:xfrm flipH="1">
            <a:off x="1175610" y="5848936"/>
            <a:ext cx="542220" cy="659952"/>
          </a:xfrm>
          <a:prstGeom prst="chevron">
            <a:avLst>
              <a:gd name="adj" fmla="val 56406"/>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dk1"/>
              </a:solidFill>
              <a:latin typeface="Microsoft YaHei" panose="020B0503020204020204" pitchFamily="34" charset="-122"/>
              <a:ea typeface="Microsoft YaHei" panose="020B0503020204020204" pitchFamily="34" charset="-122"/>
            </a:endParaRPr>
          </a:p>
        </p:txBody>
      </p:sp>
      <p:sp>
        <p:nvSpPr>
          <p:cNvPr id="45" name="文本框 46">
            <a:extLst>
              <a:ext uri="{FF2B5EF4-FFF2-40B4-BE49-F238E27FC236}">
                <a16:creationId xmlns:a16="http://schemas.microsoft.com/office/drawing/2014/main" id="{12EF1626-861E-4A55-A228-A866211AB51F}"/>
              </a:ext>
            </a:extLst>
          </p:cNvPr>
          <p:cNvSpPr txBox="1"/>
          <p:nvPr>
            <p:custDataLst>
              <p:tags r:id="rId7"/>
            </p:custDataLst>
          </p:nvPr>
        </p:nvSpPr>
        <p:spPr>
          <a:xfrm>
            <a:off x="1995192" y="5940910"/>
            <a:ext cx="1749844" cy="479354"/>
          </a:xfrm>
          <a:prstGeom prst="rect">
            <a:avLst/>
          </a:prstGeom>
          <a:noFill/>
        </p:spPr>
        <p:txBody>
          <a:bodyPr wrap="square" rtlCol="0" anchor="t">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spcBef>
                <a:spcPts val="0"/>
              </a:spcBef>
              <a:spcAft>
                <a:spcPts val="0"/>
              </a:spcAft>
              <a:buSzPct val="100000"/>
              <a:buNone/>
            </a:pPr>
            <a:r>
              <a:rPr lang="zh-CN" altLang="en-US" sz="2200" b="1" spc="160">
                <a:solidFill>
                  <a:schemeClr val="lt1"/>
                </a:solidFill>
                <a:latin typeface="Microsoft YaHei" panose="020B0503020204020204" pitchFamily="34" charset="-122"/>
                <a:ea typeface="Microsoft YaHei" panose="020B0503020204020204" pitchFamily="34" charset="-122"/>
              </a:rPr>
              <a:t>集中式架构</a:t>
            </a:r>
            <a:endParaRPr lang="zh-CN" altLang="en-US" sz="2200" b="1" spc="160" dirty="0">
              <a:solidFill>
                <a:schemeClr val="lt1"/>
              </a:solidFill>
              <a:latin typeface="Microsoft YaHei" panose="020B0503020204020204" pitchFamily="34" charset="-122"/>
              <a:ea typeface="Microsoft YaHei" panose="020B0503020204020204" pitchFamily="34" charset="-122"/>
            </a:endParaRPr>
          </a:p>
        </p:txBody>
      </p:sp>
      <p:sp>
        <p:nvSpPr>
          <p:cNvPr id="46" name="箭头: V 形 30">
            <a:extLst>
              <a:ext uri="{FF2B5EF4-FFF2-40B4-BE49-F238E27FC236}">
                <a16:creationId xmlns:a16="http://schemas.microsoft.com/office/drawing/2014/main" id="{C83F830F-709E-40F3-AEB4-FCD42824B6C8}"/>
              </a:ext>
            </a:extLst>
          </p:cNvPr>
          <p:cNvSpPr/>
          <p:nvPr>
            <p:custDataLst>
              <p:tags r:id="rId8"/>
            </p:custDataLst>
          </p:nvPr>
        </p:nvSpPr>
        <p:spPr>
          <a:xfrm>
            <a:off x="7421040" y="3413623"/>
            <a:ext cx="542220" cy="659952"/>
          </a:xfrm>
          <a:prstGeom prst="chevron">
            <a:avLst>
              <a:gd name="adj" fmla="val 56406"/>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dk1"/>
              </a:solidFill>
              <a:latin typeface="Microsoft YaHei" panose="020B0503020204020204" pitchFamily="34" charset="-122"/>
              <a:ea typeface="Microsoft YaHei" panose="020B0503020204020204" pitchFamily="34" charset="-122"/>
            </a:endParaRPr>
          </a:p>
        </p:txBody>
      </p:sp>
      <p:sp>
        <p:nvSpPr>
          <p:cNvPr id="47" name="任意多边形: 形状 29">
            <a:extLst>
              <a:ext uri="{FF2B5EF4-FFF2-40B4-BE49-F238E27FC236}">
                <a16:creationId xmlns:a16="http://schemas.microsoft.com/office/drawing/2014/main" id="{53868759-42CD-4AE0-87CC-948E7380C595}"/>
              </a:ext>
            </a:extLst>
          </p:cNvPr>
          <p:cNvSpPr/>
          <p:nvPr>
            <p:custDataLst>
              <p:tags r:id="rId9"/>
            </p:custDataLst>
          </p:nvPr>
        </p:nvSpPr>
        <p:spPr>
          <a:xfrm>
            <a:off x="4923709" y="3416110"/>
            <a:ext cx="2690092" cy="658328"/>
          </a:xfrm>
          <a:custGeom>
            <a:avLst/>
            <a:gdLst>
              <a:gd name="connsiteX0" fmla="*/ 159294 w 5150887"/>
              <a:gd name="connsiteY0" fmla="*/ 0 h 1260540"/>
              <a:gd name="connsiteX1" fmla="*/ 3442737 w 5150887"/>
              <a:gd name="connsiteY1" fmla="*/ 0 h 1260540"/>
              <a:gd name="connsiteX2" fmla="*/ 3651743 w 5150887"/>
              <a:gd name="connsiteY2" fmla="*/ 0 h 1260540"/>
              <a:gd name="connsiteX3" fmla="*/ 4547132 w 5150887"/>
              <a:gd name="connsiteY3" fmla="*/ 0 h 1260540"/>
              <a:gd name="connsiteX4" fmla="*/ 5150887 w 5150887"/>
              <a:gd name="connsiteY4" fmla="*/ 628650 h 1260540"/>
              <a:gd name="connsiteX5" fmla="*/ 4547132 w 5150887"/>
              <a:gd name="connsiteY5" fmla="*/ 1257300 h 1260540"/>
              <a:gd name="connsiteX6" fmla="*/ 3667792 w 5150887"/>
              <a:gd name="connsiteY6" fmla="*/ 1257300 h 1260540"/>
              <a:gd name="connsiteX7" fmla="*/ 3651743 w 5150887"/>
              <a:gd name="connsiteY7" fmla="*/ 1260540 h 1260540"/>
              <a:gd name="connsiteX8" fmla="*/ 159294 w 5150887"/>
              <a:gd name="connsiteY8" fmla="*/ 1260540 h 1260540"/>
              <a:gd name="connsiteX9" fmla="*/ 0 w 5150887"/>
              <a:gd name="connsiteY9" fmla="*/ 1101246 h 1260540"/>
              <a:gd name="connsiteX10" fmla="*/ 0 w 5150887"/>
              <a:gd name="connsiteY10" fmla="*/ 159294 h 1260540"/>
              <a:gd name="connsiteX11" fmla="*/ 159294 w 5150887"/>
              <a:gd name="connsiteY11" fmla="*/ 0 h 126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50887" h="1260540">
                <a:moveTo>
                  <a:pt x="159294" y="0"/>
                </a:moveTo>
                <a:lnTo>
                  <a:pt x="3442737" y="0"/>
                </a:lnTo>
                <a:lnTo>
                  <a:pt x="3651743" y="0"/>
                </a:lnTo>
                <a:lnTo>
                  <a:pt x="4547132" y="0"/>
                </a:lnTo>
                <a:lnTo>
                  <a:pt x="5150887" y="628650"/>
                </a:lnTo>
                <a:lnTo>
                  <a:pt x="4547132" y="1257300"/>
                </a:lnTo>
                <a:lnTo>
                  <a:pt x="3667792" y="1257300"/>
                </a:lnTo>
                <a:lnTo>
                  <a:pt x="3651743" y="1260540"/>
                </a:lnTo>
                <a:lnTo>
                  <a:pt x="159294" y="1260540"/>
                </a:lnTo>
                <a:cubicBezTo>
                  <a:pt x="71318" y="1260540"/>
                  <a:pt x="0" y="1189222"/>
                  <a:pt x="0" y="1101246"/>
                </a:cubicBezTo>
                <a:lnTo>
                  <a:pt x="0" y="159294"/>
                </a:lnTo>
                <a:cubicBezTo>
                  <a:pt x="0" y="71318"/>
                  <a:pt x="71318" y="0"/>
                  <a:pt x="159294" y="0"/>
                </a:cubicBezTo>
                <a:close/>
              </a:path>
            </a:pathLst>
          </a:cu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sp>
        <p:nvSpPr>
          <p:cNvPr id="48" name="文本框 50">
            <a:extLst>
              <a:ext uri="{FF2B5EF4-FFF2-40B4-BE49-F238E27FC236}">
                <a16:creationId xmlns:a16="http://schemas.microsoft.com/office/drawing/2014/main" id="{7AE846BC-9782-4CC9-8269-B297C3A30C7E}"/>
              </a:ext>
            </a:extLst>
          </p:cNvPr>
          <p:cNvSpPr txBox="1"/>
          <p:nvPr>
            <p:custDataLst>
              <p:tags r:id="rId10"/>
            </p:custDataLst>
          </p:nvPr>
        </p:nvSpPr>
        <p:spPr>
          <a:xfrm>
            <a:off x="5393833" y="3505597"/>
            <a:ext cx="1749844" cy="479354"/>
          </a:xfrm>
          <a:prstGeom prst="rect">
            <a:avLst/>
          </a:prstGeom>
          <a:noFill/>
        </p:spPr>
        <p:txBody>
          <a:bodyPr wrap="square" rtlCol="0" anchor="t">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spcBef>
                <a:spcPts val="0"/>
              </a:spcBef>
              <a:spcAft>
                <a:spcPts val="0"/>
              </a:spcAft>
              <a:buSzPct val="100000"/>
              <a:buNone/>
            </a:pPr>
            <a:r>
              <a:rPr lang="zh-CN" altLang="en-US" sz="2200" b="1" spc="160">
                <a:solidFill>
                  <a:schemeClr val="lt1"/>
                </a:solidFill>
                <a:latin typeface="Microsoft YaHei" panose="020B0503020204020204" pitchFamily="34" charset="-122"/>
                <a:ea typeface="Microsoft YaHei" panose="020B0503020204020204" pitchFamily="34" charset="-122"/>
              </a:rPr>
              <a:t>微服务</a:t>
            </a:r>
            <a:endParaRPr lang="zh-CN" altLang="en-US" sz="2200" b="1" spc="160" dirty="0">
              <a:solidFill>
                <a:schemeClr val="lt1"/>
              </a:solidFill>
              <a:latin typeface="Microsoft YaHei" panose="020B0503020204020204" pitchFamily="34" charset="-122"/>
              <a:ea typeface="Microsoft YaHei" panose="020B0503020204020204" pitchFamily="34" charset="-122"/>
            </a:endParaRPr>
          </a:p>
        </p:txBody>
      </p:sp>
      <p:sp>
        <p:nvSpPr>
          <p:cNvPr id="49" name="任意多边形: 形状 35">
            <a:extLst>
              <a:ext uri="{FF2B5EF4-FFF2-40B4-BE49-F238E27FC236}">
                <a16:creationId xmlns:a16="http://schemas.microsoft.com/office/drawing/2014/main" id="{CA1B0DCC-700D-4F66-AAFC-43D60AD832C1}"/>
              </a:ext>
            </a:extLst>
          </p:cNvPr>
          <p:cNvSpPr/>
          <p:nvPr>
            <p:custDataLst>
              <p:tags r:id="rId11"/>
            </p:custDataLst>
          </p:nvPr>
        </p:nvSpPr>
        <p:spPr>
          <a:xfrm>
            <a:off x="2233617" y="5045936"/>
            <a:ext cx="2690092" cy="658328"/>
          </a:xfrm>
          <a:custGeom>
            <a:avLst/>
            <a:gdLst>
              <a:gd name="connsiteX0" fmla="*/ 159294 w 5150887"/>
              <a:gd name="connsiteY0" fmla="*/ 0 h 1260540"/>
              <a:gd name="connsiteX1" fmla="*/ 3442737 w 5150887"/>
              <a:gd name="connsiteY1" fmla="*/ 0 h 1260540"/>
              <a:gd name="connsiteX2" fmla="*/ 3651743 w 5150887"/>
              <a:gd name="connsiteY2" fmla="*/ 0 h 1260540"/>
              <a:gd name="connsiteX3" fmla="*/ 4547132 w 5150887"/>
              <a:gd name="connsiteY3" fmla="*/ 0 h 1260540"/>
              <a:gd name="connsiteX4" fmla="*/ 5150887 w 5150887"/>
              <a:gd name="connsiteY4" fmla="*/ 628650 h 1260540"/>
              <a:gd name="connsiteX5" fmla="*/ 4547132 w 5150887"/>
              <a:gd name="connsiteY5" fmla="*/ 1257300 h 1260540"/>
              <a:gd name="connsiteX6" fmla="*/ 3667792 w 5150887"/>
              <a:gd name="connsiteY6" fmla="*/ 1257300 h 1260540"/>
              <a:gd name="connsiteX7" fmla="*/ 3651743 w 5150887"/>
              <a:gd name="connsiteY7" fmla="*/ 1260540 h 1260540"/>
              <a:gd name="connsiteX8" fmla="*/ 159294 w 5150887"/>
              <a:gd name="connsiteY8" fmla="*/ 1260540 h 1260540"/>
              <a:gd name="connsiteX9" fmla="*/ 0 w 5150887"/>
              <a:gd name="connsiteY9" fmla="*/ 1101246 h 1260540"/>
              <a:gd name="connsiteX10" fmla="*/ 0 w 5150887"/>
              <a:gd name="connsiteY10" fmla="*/ 159294 h 1260540"/>
              <a:gd name="connsiteX11" fmla="*/ 159294 w 5150887"/>
              <a:gd name="connsiteY11" fmla="*/ 0 h 126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50887" h="1260540">
                <a:moveTo>
                  <a:pt x="159294" y="0"/>
                </a:moveTo>
                <a:lnTo>
                  <a:pt x="3442737" y="0"/>
                </a:lnTo>
                <a:lnTo>
                  <a:pt x="3651743" y="0"/>
                </a:lnTo>
                <a:lnTo>
                  <a:pt x="4547132" y="0"/>
                </a:lnTo>
                <a:lnTo>
                  <a:pt x="5150887" y="628650"/>
                </a:lnTo>
                <a:lnTo>
                  <a:pt x="4547132" y="1257300"/>
                </a:lnTo>
                <a:lnTo>
                  <a:pt x="3667792" y="1257300"/>
                </a:lnTo>
                <a:lnTo>
                  <a:pt x="3651743" y="1260540"/>
                </a:lnTo>
                <a:lnTo>
                  <a:pt x="159294" y="1260540"/>
                </a:lnTo>
                <a:cubicBezTo>
                  <a:pt x="71318" y="1260540"/>
                  <a:pt x="0" y="1189222"/>
                  <a:pt x="0" y="1101246"/>
                </a:cubicBezTo>
                <a:lnTo>
                  <a:pt x="0" y="159294"/>
                </a:lnTo>
                <a:cubicBezTo>
                  <a:pt x="0" y="71318"/>
                  <a:pt x="71318" y="0"/>
                  <a:pt x="159294"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sp>
        <p:nvSpPr>
          <p:cNvPr id="50" name="箭头: V 形 36">
            <a:extLst>
              <a:ext uri="{FF2B5EF4-FFF2-40B4-BE49-F238E27FC236}">
                <a16:creationId xmlns:a16="http://schemas.microsoft.com/office/drawing/2014/main" id="{732D8E62-A358-4958-B91E-20C79CAD6EE8}"/>
              </a:ext>
            </a:extLst>
          </p:cNvPr>
          <p:cNvSpPr/>
          <p:nvPr>
            <p:custDataLst>
              <p:tags r:id="rId12"/>
            </p:custDataLst>
          </p:nvPr>
        </p:nvSpPr>
        <p:spPr>
          <a:xfrm>
            <a:off x="4730948" y="5043449"/>
            <a:ext cx="542220" cy="659952"/>
          </a:xfrm>
          <a:prstGeom prst="chevron">
            <a:avLst>
              <a:gd name="adj" fmla="val 56406"/>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dk1"/>
              </a:solidFill>
              <a:latin typeface="Microsoft YaHei" panose="020B0503020204020204" pitchFamily="34" charset="-122"/>
              <a:ea typeface="Microsoft YaHei" panose="020B0503020204020204" pitchFamily="34" charset="-122"/>
            </a:endParaRPr>
          </a:p>
        </p:txBody>
      </p:sp>
      <p:sp>
        <p:nvSpPr>
          <p:cNvPr id="51" name="文本框 52">
            <a:extLst>
              <a:ext uri="{FF2B5EF4-FFF2-40B4-BE49-F238E27FC236}">
                <a16:creationId xmlns:a16="http://schemas.microsoft.com/office/drawing/2014/main" id="{DD0F7570-6023-4C54-8EC5-9DC8E9679BE7}"/>
              </a:ext>
            </a:extLst>
          </p:cNvPr>
          <p:cNvSpPr txBox="1"/>
          <p:nvPr>
            <p:custDataLst>
              <p:tags r:id="rId13"/>
            </p:custDataLst>
          </p:nvPr>
        </p:nvSpPr>
        <p:spPr>
          <a:xfrm>
            <a:off x="2703741" y="5135422"/>
            <a:ext cx="1749844" cy="479354"/>
          </a:xfrm>
          <a:prstGeom prst="rect">
            <a:avLst/>
          </a:prstGeom>
          <a:noFill/>
        </p:spPr>
        <p:txBody>
          <a:bodyPr wrap="square" rtlCol="0" anchor="t">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spcBef>
                <a:spcPts val="0"/>
              </a:spcBef>
              <a:spcAft>
                <a:spcPts val="0"/>
              </a:spcAft>
              <a:buSzPct val="100000"/>
              <a:buNone/>
            </a:pPr>
            <a:r>
              <a:rPr lang="zh-CN" altLang="en-US" sz="2200" b="1" spc="160">
                <a:solidFill>
                  <a:schemeClr val="lt1"/>
                </a:solidFill>
                <a:latin typeface="Microsoft YaHei" panose="020B0503020204020204" pitchFamily="34" charset="-122"/>
                <a:ea typeface="Microsoft YaHei" panose="020B0503020204020204" pitchFamily="34" charset="-122"/>
              </a:rPr>
              <a:t>分布式架构</a:t>
            </a:r>
            <a:endParaRPr lang="zh-CN" altLang="en-US" sz="2200" b="1" spc="160" dirty="0">
              <a:solidFill>
                <a:schemeClr val="lt1"/>
              </a:solidFill>
              <a:latin typeface="Microsoft YaHei" panose="020B0503020204020204" pitchFamily="34" charset="-122"/>
              <a:ea typeface="Microsoft YaHei" panose="020B0503020204020204" pitchFamily="34" charset="-122"/>
            </a:endParaRPr>
          </a:p>
        </p:txBody>
      </p:sp>
      <p:sp>
        <p:nvSpPr>
          <p:cNvPr id="54" name="正文1">
            <a:extLst>
              <a:ext uri="{FF2B5EF4-FFF2-40B4-BE49-F238E27FC236}">
                <a16:creationId xmlns:a16="http://schemas.microsoft.com/office/drawing/2014/main" id="{20632C4B-6200-4E5E-99FF-01F086C3A5E9}"/>
              </a:ext>
            </a:extLst>
          </p:cNvPr>
          <p:cNvSpPr txBox="1"/>
          <p:nvPr>
            <p:custDataLst>
              <p:tags r:id="rId14"/>
            </p:custDataLst>
          </p:nvPr>
        </p:nvSpPr>
        <p:spPr>
          <a:xfrm>
            <a:off x="2124891" y="4313571"/>
            <a:ext cx="882853" cy="449577"/>
          </a:xfrm>
          <a:prstGeom prst="rect">
            <a:avLst/>
          </a:prstGeom>
          <a:noFill/>
        </p:spPr>
        <p:txBody>
          <a:bodyPr wrap="square" rtlCol="0" anchor="t">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indent="-406400" algn="l" fontAlgn="ctr">
              <a:lnSpc>
                <a:spcPct val="120000"/>
              </a:lnSpc>
              <a:spcBef>
                <a:spcPts val="0"/>
              </a:spcBef>
              <a:spcAft>
                <a:spcPts val="800"/>
              </a:spcAft>
              <a:buSzPct val="100000"/>
              <a:buFont typeface="Wingdings" panose="05000000000000000000" charset="0"/>
              <a:buNone/>
            </a:pPr>
            <a:r>
              <a:rPr lang="en-US" altLang="zh-CN" spc="100">
                <a:solidFill>
                  <a:schemeClr val="dk1">
                    <a:lumMod val="85000"/>
                    <a:lumOff val="15000"/>
                  </a:schemeClr>
                </a:solidFill>
                <a:latin typeface="Microsoft YaHei" panose="020B0503020204020204" pitchFamily="34" charset="-122"/>
                <a:ea typeface="Microsoft YaHei" panose="020B0503020204020204" pitchFamily="34" charset="-122"/>
              </a:rPr>
              <a:t>2013</a:t>
            </a:r>
            <a:endParaRPr lang="zh-CN" altLang="en-US" spc="100" dirty="0">
              <a:solidFill>
                <a:schemeClr val="dk1">
                  <a:lumMod val="85000"/>
                  <a:lumOff val="15000"/>
                </a:schemeClr>
              </a:solidFill>
              <a:latin typeface="Microsoft YaHei" panose="020B0503020204020204" pitchFamily="34" charset="-122"/>
              <a:ea typeface="Microsoft YaHei" panose="020B0503020204020204" pitchFamily="34" charset="-122"/>
            </a:endParaRPr>
          </a:p>
        </p:txBody>
      </p:sp>
      <p:sp>
        <p:nvSpPr>
          <p:cNvPr id="55" name="正文1">
            <a:extLst>
              <a:ext uri="{FF2B5EF4-FFF2-40B4-BE49-F238E27FC236}">
                <a16:creationId xmlns:a16="http://schemas.microsoft.com/office/drawing/2014/main" id="{398AFCA4-896C-4F71-B036-6B166565E251}"/>
              </a:ext>
            </a:extLst>
          </p:cNvPr>
          <p:cNvSpPr txBox="1"/>
          <p:nvPr>
            <p:custDataLst>
              <p:tags r:id="rId15"/>
            </p:custDataLst>
          </p:nvPr>
        </p:nvSpPr>
        <p:spPr>
          <a:xfrm>
            <a:off x="8083925" y="3451624"/>
            <a:ext cx="882853" cy="449577"/>
          </a:xfrm>
          <a:prstGeom prst="rect">
            <a:avLst/>
          </a:prstGeom>
          <a:noFill/>
        </p:spPr>
        <p:txBody>
          <a:bodyPr wrap="square" rtlCol="0" anchor="t">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indent="-406400" algn="l" fontAlgn="ctr">
              <a:lnSpc>
                <a:spcPct val="120000"/>
              </a:lnSpc>
              <a:spcBef>
                <a:spcPts val="0"/>
              </a:spcBef>
              <a:spcAft>
                <a:spcPts val="800"/>
              </a:spcAft>
              <a:buSzPct val="100000"/>
              <a:buFont typeface="Wingdings" panose="05000000000000000000" charset="0"/>
              <a:buNone/>
            </a:pPr>
            <a:r>
              <a:rPr lang="en-US" altLang="zh-CN" spc="100">
                <a:solidFill>
                  <a:schemeClr val="dk1">
                    <a:lumMod val="85000"/>
                    <a:lumOff val="15000"/>
                  </a:schemeClr>
                </a:solidFill>
                <a:latin typeface="Microsoft YaHei" panose="020B0503020204020204" pitchFamily="34" charset="-122"/>
                <a:ea typeface="Microsoft YaHei" panose="020B0503020204020204" pitchFamily="34" charset="-122"/>
              </a:rPr>
              <a:t>2014</a:t>
            </a:r>
            <a:endParaRPr lang="zh-CN" altLang="en-US" spc="100" dirty="0">
              <a:solidFill>
                <a:schemeClr val="dk1">
                  <a:lumMod val="85000"/>
                  <a:lumOff val="15000"/>
                </a:schemeClr>
              </a:solidFill>
              <a:latin typeface="Microsoft YaHei" panose="020B0503020204020204" pitchFamily="34" charset="-122"/>
              <a:ea typeface="Microsoft YaHei" panose="020B0503020204020204" pitchFamily="34" charset="-122"/>
            </a:endParaRPr>
          </a:p>
        </p:txBody>
      </p:sp>
      <p:sp>
        <p:nvSpPr>
          <p:cNvPr id="56" name="任意多边形: 形状 32">
            <a:extLst>
              <a:ext uri="{FF2B5EF4-FFF2-40B4-BE49-F238E27FC236}">
                <a16:creationId xmlns:a16="http://schemas.microsoft.com/office/drawing/2014/main" id="{B820C046-62EB-4D91-9319-D0A02B0C01F3}"/>
              </a:ext>
            </a:extLst>
          </p:cNvPr>
          <p:cNvSpPr/>
          <p:nvPr>
            <p:custDataLst>
              <p:tags r:id="rId16"/>
            </p:custDataLst>
          </p:nvPr>
        </p:nvSpPr>
        <p:spPr>
          <a:xfrm flipH="1">
            <a:off x="6404166" y="2628768"/>
            <a:ext cx="2690092" cy="658328"/>
          </a:xfrm>
          <a:custGeom>
            <a:avLst/>
            <a:gdLst>
              <a:gd name="connsiteX0" fmla="*/ 159294 w 5150887"/>
              <a:gd name="connsiteY0" fmla="*/ 0 h 1260540"/>
              <a:gd name="connsiteX1" fmla="*/ 3442737 w 5150887"/>
              <a:gd name="connsiteY1" fmla="*/ 0 h 1260540"/>
              <a:gd name="connsiteX2" fmla="*/ 3651743 w 5150887"/>
              <a:gd name="connsiteY2" fmla="*/ 0 h 1260540"/>
              <a:gd name="connsiteX3" fmla="*/ 4547132 w 5150887"/>
              <a:gd name="connsiteY3" fmla="*/ 0 h 1260540"/>
              <a:gd name="connsiteX4" fmla="*/ 5150887 w 5150887"/>
              <a:gd name="connsiteY4" fmla="*/ 628650 h 1260540"/>
              <a:gd name="connsiteX5" fmla="*/ 4547132 w 5150887"/>
              <a:gd name="connsiteY5" fmla="*/ 1257300 h 1260540"/>
              <a:gd name="connsiteX6" fmla="*/ 3667792 w 5150887"/>
              <a:gd name="connsiteY6" fmla="*/ 1257300 h 1260540"/>
              <a:gd name="connsiteX7" fmla="*/ 3651743 w 5150887"/>
              <a:gd name="connsiteY7" fmla="*/ 1260540 h 1260540"/>
              <a:gd name="connsiteX8" fmla="*/ 159294 w 5150887"/>
              <a:gd name="connsiteY8" fmla="*/ 1260540 h 1260540"/>
              <a:gd name="connsiteX9" fmla="*/ 0 w 5150887"/>
              <a:gd name="connsiteY9" fmla="*/ 1101246 h 1260540"/>
              <a:gd name="connsiteX10" fmla="*/ 0 w 5150887"/>
              <a:gd name="connsiteY10" fmla="*/ 159294 h 1260540"/>
              <a:gd name="connsiteX11" fmla="*/ 159294 w 5150887"/>
              <a:gd name="connsiteY11" fmla="*/ 0 h 126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50887" h="1260540">
                <a:moveTo>
                  <a:pt x="159294" y="0"/>
                </a:moveTo>
                <a:lnTo>
                  <a:pt x="3442737" y="0"/>
                </a:lnTo>
                <a:lnTo>
                  <a:pt x="3651743" y="0"/>
                </a:lnTo>
                <a:lnTo>
                  <a:pt x="4547132" y="0"/>
                </a:lnTo>
                <a:lnTo>
                  <a:pt x="5150887" y="628650"/>
                </a:lnTo>
                <a:lnTo>
                  <a:pt x="4547132" y="1257300"/>
                </a:lnTo>
                <a:lnTo>
                  <a:pt x="3667792" y="1257300"/>
                </a:lnTo>
                <a:lnTo>
                  <a:pt x="3651743" y="1260540"/>
                </a:lnTo>
                <a:lnTo>
                  <a:pt x="159294" y="1260540"/>
                </a:lnTo>
                <a:cubicBezTo>
                  <a:pt x="71318" y="1260540"/>
                  <a:pt x="0" y="1189222"/>
                  <a:pt x="0" y="1101246"/>
                </a:cubicBezTo>
                <a:lnTo>
                  <a:pt x="0" y="159294"/>
                </a:lnTo>
                <a:cubicBezTo>
                  <a:pt x="0" y="71318"/>
                  <a:pt x="71318" y="0"/>
                  <a:pt x="159294" y="0"/>
                </a:cubicBez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sp>
        <p:nvSpPr>
          <p:cNvPr id="57" name="箭头: V 形 33">
            <a:extLst>
              <a:ext uri="{FF2B5EF4-FFF2-40B4-BE49-F238E27FC236}">
                <a16:creationId xmlns:a16="http://schemas.microsoft.com/office/drawing/2014/main" id="{8B369BBE-1D94-4215-8158-D10E67894E5D}"/>
              </a:ext>
            </a:extLst>
          </p:cNvPr>
          <p:cNvSpPr/>
          <p:nvPr>
            <p:custDataLst>
              <p:tags r:id="rId17"/>
            </p:custDataLst>
          </p:nvPr>
        </p:nvSpPr>
        <p:spPr>
          <a:xfrm flipH="1">
            <a:off x="6054707" y="2626281"/>
            <a:ext cx="542220" cy="659952"/>
          </a:xfrm>
          <a:prstGeom prst="chevron">
            <a:avLst>
              <a:gd name="adj" fmla="val 56406"/>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dk1"/>
              </a:solidFill>
              <a:latin typeface="Microsoft YaHei" panose="020B0503020204020204" pitchFamily="34" charset="-122"/>
              <a:ea typeface="Microsoft YaHei" panose="020B0503020204020204" pitchFamily="34" charset="-122"/>
            </a:endParaRPr>
          </a:p>
        </p:txBody>
      </p:sp>
      <p:sp>
        <p:nvSpPr>
          <p:cNvPr id="58" name="文本框 42">
            <a:extLst>
              <a:ext uri="{FF2B5EF4-FFF2-40B4-BE49-F238E27FC236}">
                <a16:creationId xmlns:a16="http://schemas.microsoft.com/office/drawing/2014/main" id="{64525080-2B43-4540-B391-F9278B720A32}"/>
              </a:ext>
            </a:extLst>
          </p:cNvPr>
          <p:cNvSpPr txBox="1"/>
          <p:nvPr>
            <p:custDataLst>
              <p:tags r:id="rId18"/>
            </p:custDataLst>
          </p:nvPr>
        </p:nvSpPr>
        <p:spPr>
          <a:xfrm>
            <a:off x="6690732" y="2718255"/>
            <a:ext cx="2230243" cy="479354"/>
          </a:xfrm>
          <a:prstGeom prst="rect">
            <a:avLst/>
          </a:prstGeom>
          <a:noFill/>
        </p:spPr>
        <p:txBody>
          <a:bodyPr wrap="square" rtlCol="0" anchor="t">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spcBef>
                <a:spcPts val="0"/>
              </a:spcBef>
              <a:spcAft>
                <a:spcPts val="0"/>
              </a:spcAft>
              <a:buSzPct val="100000"/>
              <a:buNone/>
            </a:pPr>
            <a:r>
              <a:rPr lang="en-US" altLang="zh-CN" sz="2200" b="1" spc="140">
                <a:solidFill>
                  <a:schemeClr val="lt1"/>
                </a:solidFill>
                <a:latin typeface="Microsoft YaHei" panose="020B0503020204020204" pitchFamily="34" charset="-122"/>
                <a:ea typeface="Microsoft YaHei" panose="020B0503020204020204" pitchFamily="34" charset="-122"/>
              </a:rPr>
              <a:t>Spring Cloud</a:t>
            </a:r>
            <a:endParaRPr lang="zh-CN" altLang="en-US" sz="2200" b="1" spc="140" dirty="0">
              <a:solidFill>
                <a:schemeClr val="lt1"/>
              </a:solidFill>
              <a:latin typeface="Microsoft YaHei" panose="020B0503020204020204" pitchFamily="34" charset="-122"/>
              <a:ea typeface="Microsoft YaHei" panose="020B0503020204020204" pitchFamily="34" charset="-122"/>
            </a:endParaRPr>
          </a:p>
        </p:txBody>
      </p:sp>
      <p:sp>
        <p:nvSpPr>
          <p:cNvPr id="59" name="正文1">
            <a:extLst>
              <a:ext uri="{FF2B5EF4-FFF2-40B4-BE49-F238E27FC236}">
                <a16:creationId xmlns:a16="http://schemas.microsoft.com/office/drawing/2014/main" id="{185E58FC-699E-4A8A-86B0-AC72E0B9D4D7}"/>
              </a:ext>
            </a:extLst>
          </p:cNvPr>
          <p:cNvSpPr txBox="1"/>
          <p:nvPr>
            <p:custDataLst>
              <p:tags r:id="rId19"/>
            </p:custDataLst>
          </p:nvPr>
        </p:nvSpPr>
        <p:spPr>
          <a:xfrm>
            <a:off x="5143155" y="2718255"/>
            <a:ext cx="882853" cy="449577"/>
          </a:xfrm>
          <a:prstGeom prst="rect">
            <a:avLst/>
          </a:prstGeom>
          <a:noFill/>
        </p:spPr>
        <p:txBody>
          <a:bodyPr wrap="square" rtlCol="0" anchor="t">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indent="-406400" algn="l" fontAlgn="ctr">
              <a:lnSpc>
                <a:spcPct val="120000"/>
              </a:lnSpc>
              <a:spcBef>
                <a:spcPts val="0"/>
              </a:spcBef>
              <a:spcAft>
                <a:spcPts val="800"/>
              </a:spcAft>
              <a:buSzPct val="100000"/>
              <a:buFont typeface="Wingdings" panose="05000000000000000000" charset="0"/>
              <a:buNone/>
            </a:pPr>
            <a:r>
              <a:rPr lang="en-US" altLang="zh-CN" spc="100">
                <a:solidFill>
                  <a:schemeClr val="dk1">
                    <a:lumMod val="85000"/>
                    <a:lumOff val="15000"/>
                  </a:schemeClr>
                </a:solidFill>
                <a:latin typeface="Microsoft YaHei" panose="020B0503020204020204" pitchFamily="34" charset="-122"/>
                <a:ea typeface="Microsoft YaHei" panose="020B0503020204020204" pitchFamily="34" charset="-122"/>
              </a:rPr>
              <a:t>2014</a:t>
            </a:r>
            <a:endParaRPr lang="zh-CN" altLang="en-US" spc="100" dirty="0">
              <a:solidFill>
                <a:schemeClr val="dk1">
                  <a:lumMod val="85000"/>
                  <a:lumOff val="15000"/>
                </a:schemeClr>
              </a:solidFill>
              <a:latin typeface="Microsoft YaHei" panose="020B0503020204020204" pitchFamily="34" charset="-122"/>
              <a:ea typeface="Microsoft YaHei" panose="020B0503020204020204" pitchFamily="34" charset="-122"/>
            </a:endParaRPr>
          </a:p>
        </p:txBody>
      </p:sp>
      <p:sp>
        <p:nvSpPr>
          <p:cNvPr id="60" name="箭头: V 形 30">
            <a:extLst>
              <a:ext uri="{FF2B5EF4-FFF2-40B4-BE49-F238E27FC236}">
                <a16:creationId xmlns:a16="http://schemas.microsoft.com/office/drawing/2014/main" id="{1A544A38-E438-4E84-B6B3-53A9AE51BC97}"/>
              </a:ext>
            </a:extLst>
          </p:cNvPr>
          <p:cNvSpPr/>
          <p:nvPr>
            <p:custDataLst>
              <p:tags r:id="rId20"/>
            </p:custDataLst>
          </p:nvPr>
        </p:nvSpPr>
        <p:spPr>
          <a:xfrm>
            <a:off x="9940032" y="1838939"/>
            <a:ext cx="542220" cy="659952"/>
          </a:xfrm>
          <a:prstGeom prst="chevron">
            <a:avLst>
              <a:gd name="adj" fmla="val 56406"/>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dk1"/>
              </a:solidFill>
              <a:latin typeface="Microsoft YaHei" panose="020B0503020204020204" pitchFamily="34" charset="-122"/>
              <a:ea typeface="Microsoft YaHei" panose="020B0503020204020204" pitchFamily="34" charset="-122"/>
            </a:endParaRPr>
          </a:p>
        </p:txBody>
      </p:sp>
      <p:sp>
        <p:nvSpPr>
          <p:cNvPr id="61" name="任意多边形: 形状 29">
            <a:extLst>
              <a:ext uri="{FF2B5EF4-FFF2-40B4-BE49-F238E27FC236}">
                <a16:creationId xmlns:a16="http://schemas.microsoft.com/office/drawing/2014/main" id="{92ABFDDE-1108-4C26-916E-C11FCC655B2C}"/>
              </a:ext>
            </a:extLst>
          </p:cNvPr>
          <p:cNvSpPr/>
          <p:nvPr>
            <p:custDataLst>
              <p:tags r:id="rId21"/>
            </p:custDataLst>
          </p:nvPr>
        </p:nvSpPr>
        <p:spPr>
          <a:xfrm>
            <a:off x="7442701" y="1841426"/>
            <a:ext cx="2690092" cy="658328"/>
          </a:xfrm>
          <a:custGeom>
            <a:avLst/>
            <a:gdLst>
              <a:gd name="connsiteX0" fmla="*/ 159294 w 5150887"/>
              <a:gd name="connsiteY0" fmla="*/ 0 h 1260540"/>
              <a:gd name="connsiteX1" fmla="*/ 3442737 w 5150887"/>
              <a:gd name="connsiteY1" fmla="*/ 0 h 1260540"/>
              <a:gd name="connsiteX2" fmla="*/ 3651743 w 5150887"/>
              <a:gd name="connsiteY2" fmla="*/ 0 h 1260540"/>
              <a:gd name="connsiteX3" fmla="*/ 4547132 w 5150887"/>
              <a:gd name="connsiteY3" fmla="*/ 0 h 1260540"/>
              <a:gd name="connsiteX4" fmla="*/ 5150887 w 5150887"/>
              <a:gd name="connsiteY4" fmla="*/ 628650 h 1260540"/>
              <a:gd name="connsiteX5" fmla="*/ 4547132 w 5150887"/>
              <a:gd name="connsiteY5" fmla="*/ 1257300 h 1260540"/>
              <a:gd name="connsiteX6" fmla="*/ 3667792 w 5150887"/>
              <a:gd name="connsiteY6" fmla="*/ 1257300 h 1260540"/>
              <a:gd name="connsiteX7" fmla="*/ 3651743 w 5150887"/>
              <a:gd name="connsiteY7" fmla="*/ 1260540 h 1260540"/>
              <a:gd name="connsiteX8" fmla="*/ 159294 w 5150887"/>
              <a:gd name="connsiteY8" fmla="*/ 1260540 h 1260540"/>
              <a:gd name="connsiteX9" fmla="*/ 0 w 5150887"/>
              <a:gd name="connsiteY9" fmla="*/ 1101246 h 1260540"/>
              <a:gd name="connsiteX10" fmla="*/ 0 w 5150887"/>
              <a:gd name="connsiteY10" fmla="*/ 159294 h 1260540"/>
              <a:gd name="connsiteX11" fmla="*/ 159294 w 5150887"/>
              <a:gd name="connsiteY11" fmla="*/ 0 h 126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50887" h="1260540">
                <a:moveTo>
                  <a:pt x="159294" y="0"/>
                </a:moveTo>
                <a:lnTo>
                  <a:pt x="3442737" y="0"/>
                </a:lnTo>
                <a:lnTo>
                  <a:pt x="3651743" y="0"/>
                </a:lnTo>
                <a:lnTo>
                  <a:pt x="4547132" y="0"/>
                </a:lnTo>
                <a:lnTo>
                  <a:pt x="5150887" y="628650"/>
                </a:lnTo>
                <a:lnTo>
                  <a:pt x="4547132" y="1257300"/>
                </a:lnTo>
                <a:lnTo>
                  <a:pt x="3667792" y="1257300"/>
                </a:lnTo>
                <a:lnTo>
                  <a:pt x="3651743" y="1260540"/>
                </a:lnTo>
                <a:lnTo>
                  <a:pt x="159294" y="1260540"/>
                </a:lnTo>
                <a:cubicBezTo>
                  <a:pt x="71318" y="1260540"/>
                  <a:pt x="0" y="1189222"/>
                  <a:pt x="0" y="1101246"/>
                </a:cubicBezTo>
                <a:lnTo>
                  <a:pt x="0" y="159294"/>
                </a:lnTo>
                <a:cubicBezTo>
                  <a:pt x="0" y="71318"/>
                  <a:pt x="71318" y="0"/>
                  <a:pt x="159294" y="0"/>
                </a:cubicBez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sp>
        <p:nvSpPr>
          <p:cNvPr id="62" name="文本框 50">
            <a:extLst>
              <a:ext uri="{FF2B5EF4-FFF2-40B4-BE49-F238E27FC236}">
                <a16:creationId xmlns:a16="http://schemas.microsoft.com/office/drawing/2014/main" id="{63717ECF-F939-4113-8F2D-6467C7CE0ED6}"/>
              </a:ext>
            </a:extLst>
          </p:cNvPr>
          <p:cNvSpPr txBox="1"/>
          <p:nvPr>
            <p:custDataLst>
              <p:tags r:id="rId22"/>
            </p:custDataLst>
          </p:nvPr>
        </p:nvSpPr>
        <p:spPr>
          <a:xfrm>
            <a:off x="7473544" y="1930913"/>
            <a:ext cx="2401745" cy="479354"/>
          </a:xfrm>
          <a:prstGeom prst="rect">
            <a:avLst/>
          </a:prstGeom>
          <a:noFill/>
        </p:spPr>
        <p:txBody>
          <a:bodyPr wrap="square" rtlCol="0" anchor="t">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spcBef>
                <a:spcPts val="0"/>
              </a:spcBef>
              <a:spcAft>
                <a:spcPts val="0"/>
              </a:spcAft>
              <a:buSzPct val="100000"/>
              <a:buNone/>
            </a:pPr>
            <a:r>
              <a:rPr lang="en-US" altLang="zh-CN" sz="2200" b="1" spc="160">
                <a:solidFill>
                  <a:schemeClr val="lt1"/>
                </a:solidFill>
                <a:latin typeface="Microsoft YaHei" panose="020B0503020204020204" pitchFamily="34" charset="-122"/>
                <a:ea typeface="Microsoft YaHei" panose="020B0503020204020204" pitchFamily="34" charset="-122"/>
              </a:rPr>
              <a:t>Kubernetes</a:t>
            </a:r>
            <a:endParaRPr lang="zh-CN" altLang="en-US" sz="2200" b="1" spc="160" dirty="0">
              <a:solidFill>
                <a:schemeClr val="lt1"/>
              </a:solidFill>
              <a:latin typeface="Microsoft YaHei" panose="020B0503020204020204" pitchFamily="34" charset="-122"/>
              <a:ea typeface="Microsoft YaHei" panose="020B0503020204020204" pitchFamily="34" charset="-122"/>
            </a:endParaRPr>
          </a:p>
        </p:txBody>
      </p:sp>
      <p:sp>
        <p:nvSpPr>
          <p:cNvPr id="63" name="正文1">
            <a:extLst>
              <a:ext uri="{FF2B5EF4-FFF2-40B4-BE49-F238E27FC236}">
                <a16:creationId xmlns:a16="http://schemas.microsoft.com/office/drawing/2014/main" id="{5C2DAC61-F91C-4FE3-BC54-89D2C85DDAA5}"/>
              </a:ext>
            </a:extLst>
          </p:cNvPr>
          <p:cNvSpPr txBox="1"/>
          <p:nvPr>
            <p:custDataLst>
              <p:tags r:id="rId23"/>
            </p:custDataLst>
          </p:nvPr>
        </p:nvSpPr>
        <p:spPr>
          <a:xfrm>
            <a:off x="10602917" y="1876940"/>
            <a:ext cx="882853" cy="449577"/>
          </a:xfrm>
          <a:prstGeom prst="rect">
            <a:avLst/>
          </a:prstGeom>
          <a:noFill/>
        </p:spPr>
        <p:txBody>
          <a:bodyPr wrap="square" rtlCol="0" anchor="t">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indent="-406400" algn="l" fontAlgn="ctr">
              <a:lnSpc>
                <a:spcPct val="120000"/>
              </a:lnSpc>
              <a:spcBef>
                <a:spcPts val="0"/>
              </a:spcBef>
              <a:spcAft>
                <a:spcPts val="800"/>
              </a:spcAft>
              <a:buSzPct val="100000"/>
              <a:buFont typeface="Wingdings" panose="05000000000000000000" charset="0"/>
              <a:buNone/>
            </a:pPr>
            <a:r>
              <a:rPr lang="en-US" altLang="zh-CN" spc="100">
                <a:solidFill>
                  <a:schemeClr val="dk1">
                    <a:lumMod val="85000"/>
                    <a:lumOff val="15000"/>
                  </a:schemeClr>
                </a:solidFill>
                <a:latin typeface="Microsoft YaHei" panose="020B0503020204020204" pitchFamily="34" charset="-122"/>
                <a:ea typeface="Microsoft YaHei" panose="020B0503020204020204" pitchFamily="34" charset="-122"/>
              </a:rPr>
              <a:t>2017</a:t>
            </a:r>
            <a:endParaRPr lang="zh-CN" altLang="en-US" spc="100" dirty="0">
              <a:solidFill>
                <a:schemeClr val="dk1">
                  <a:lumMod val="85000"/>
                  <a:lumOff val="15000"/>
                </a:schemeClr>
              </a:solidFill>
              <a:latin typeface="Microsoft YaHei" panose="020B0503020204020204" pitchFamily="34" charset="-122"/>
              <a:ea typeface="Microsoft YaHei" panose="020B0503020204020204" pitchFamily="34" charset="-122"/>
            </a:endParaRPr>
          </a:p>
        </p:txBody>
      </p:sp>
      <p:sp>
        <p:nvSpPr>
          <p:cNvPr id="64" name="任意多边形: 形状 32">
            <a:extLst>
              <a:ext uri="{FF2B5EF4-FFF2-40B4-BE49-F238E27FC236}">
                <a16:creationId xmlns:a16="http://schemas.microsoft.com/office/drawing/2014/main" id="{0BD2DC51-D668-452E-8AB2-A5FBB192A8FA}"/>
              </a:ext>
            </a:extLst>
          </p:cNvPr>
          <p:cNvSpPr/>
          <p:nvPr>
            <p:custDataLst>
              <p:tags r:id="rId24"/>
            </p:custDataLst>
          </p:nvPr>
        </p:nvSpPr>
        <p:spPr>
          <a:xfrm flipH="1">
            <a:off x="8876010" y="1086780"/>
            <a:ext cx="2690092" cy="658328"/>
          </a:xfrm>
          <a:custGeom>
            <a:avLst/>
            <a:gdLst>
              <a:gd name="connsiteX0" fmla="*/ 159294 w 5150887"/>
              <a:gd name="connsiteY0" fmla="*/ 0 h 1260540"/>
              <a:gd name="connsiteX1" fmla="*/ 3442737 w 5150887"/>
              <a:gd name="connsiteY1" fmla="*/ 0 h 1260540"/>
              <a:gd name="connsiteX2" fmla="*/ 3651743 w 5150887"/>
              <a:gd name="connsiteY2" fmla="*/ 0 h 1260540"/>
              <a:gd name="connsiteX3" fmla="*/ 4547132 w 5150887"/>
              <a:gd name="connsiteY3" fmla="*/ 0 h 1260540"/>
              <a:gd name="connsiteX4" fmla="*/ 5150887 w 5150887"/>
              <a:gd name="connsiteY4" fmla="*/ 628650 h 1260540"/>
              <a:gd name="connsiteX5" fmla="*/ 4547132 w 5150887"/>
              <a:gd name="connsiteY5" fmla="*/ 1257300 h 1260540"/>
              <a:gd name="connsiteX6" fmla="*/ 3667792 w 5150887"/>
              <a:gd name="connsiteY6" fmla="*/ 1257300 h 1260540"/>
              <a:gd name="connsiteX7" fmla="*/ 3651743 w 5150887"/>
              <a:gd name="connsiteY7" fmla="*/ 1260540 h 1260540"/>
              <a:gd name="connsiteX8" fmla="*/ 159294 w 5150887"/>
              <a:gd name="connsiteY8" fmla="*/ 1260540 h 1260540"/>
              <a:gd name="connsiteX9" fmla="*/ 0 w 5150887"/>
              <a:gd name="connsiteY9" fmla="*/ 1101246 h 1260540"/>
              <a:gd name="connsiteX10" fmla="*/ 0 w 5150887"/>
              <a:gd name="connsiteY10" fmla="*/ 159294 h 1260540"/>
              <a:gd name="connsiteX11" fmla="*/ 159294 w 5150887"/>
              <a:gd name="connsiteY11" fmla="*/ 0 h 126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50887" h="1260540">
                <a:moveTo>
                  <a:pt x="159294" y="0"/>
                </a:moveTo>
                <a:lnTo>
                  <a:pt x="3442737" y="0"/>
                </a:lnTo>
                <a:lnTo>
                  <a:pt x="3651743" y="0"/>
                </a:lnTo>
                <a:lnTo>
                  <a:pt x="4547132" y="0"/>
                </a:lnTo>
                <a:lnTo>
                  <a:pt x="5150887" y="628650"/>
                </a:lnTo>
                <a:lnTo>
                  <a:pt x="4547132" y="1257300"/>
                </a:lnTo>
                <a:lnTo>
                  <a:pt x="3667792" y="1257300"/>
                </a:lnTo>
                <a:lnTo>
                  <a:pt x="3651743" y="1260540"/>
                </a:lnTo>
                <a:lnTo>
                  <a:pt x="159294" y="1260540"/>
                </a:lnTo>
                <a:cubicBezTo>
                  <a:pt x="71318" y="1260540"/>
                  <a:pt x="0" y="1189222"/>
                  <a:pt x="0" y="1101246"/>
                </a:cubicBezTo>
                <a:lnTo>
                  <a:pt x="0" y="159294"/>
                </a:lnTo>
                <a:cubicBezTo>
                  <a:pt x="0" y="71318"/>
                  <a:pt x="71318" y="0"/>
                  <a:pt x="159294" y="0"/>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sp>
        <p:nvSpPr>
          <p:cNvPr id="65" name="箭头: V 形 33">
            <a:extLst>
              <a:ext uri="{FF2B5EF4-FFF2-40B4-BE49-F238E27FC236}">
                <a16:creationId xmlns:a16="http://schemas.microsoft.com/office/drawing/2014/main" id="{885F5806-E4F4-4F37-85AC-CC125A10EC3E}"/>
              </a:ext>
            </a:extLst>
          </p:cNvPr>
          <p:cNvSpPr/>
          <p:nvPr>
            <p:custDataLst>
              <p:tags r:id="rId25"/>
            </p:custDataLst>
          </p:nvPr>
        </p:nvSpPr>
        <p:spPr>
          <a:xfrm flipH="1">
            <a:off x="8526551" y="1084293"/>
            <a:ext cx="542220" cy="659952"/>
          </a:xfrm>
          <a:prstGeom prst="chevron">
            <a:avLst>
              <a:gd name="adj" fmla="val 56406"/>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dk1"/>
              </a:solidFill>
              <a:latin typeface="Microsoft YaHei" panose="020B0503020204020204" pitchFamily="34" charset="-122"/>
              <a:ea typeface="Microsoft YaHei" panose="020B0503020204020204" pitchFamily="34" charset="-122"/>
            </a:endParaRPr>
          </a:p>
        </p:txBody>
      </p:sp>
      <p:sp>
        <p:nvSpPr>
          <p:cNvPr id="66" name="文本框 42">
            <a:extLst>
              <a:ext uri="{FF2B5EF4-FFF2-40B4-BE49-F238E27FC236}">
                <a16:creationId xmlns:a16="http://schemas.microsoft.com/office/drawing/2014/main" id="{8280C676-C9DC-44A6-9553-22CF660012AF}"/>
              </a:ext>
            </a:extLst>
          </p:cNvPr>
          <p:cNvSpPr txBox="1"/>
          <p:nvPr>
            <p:custDataLst>
              <p:tags r:id="rId26"/>
            </p:custDataLst>
          </p:nvPr>
        </p:nvSpPr>
        <p:spPr>
          <a:xfrm>
            <a:off x="9162576" y="1176267"/>
            <a:ext cx="2230243" cy="479354"/>
          </a:xfrm>
          <a:prstGeom prst="rect">
            <a:avLst/>
          </a:prstGeom>
          <a:noFill/>
        </p:spPr>
        <p:txBody>
          <a:bodyPr wrap="square" rtlCol="0" anchor="t">
            <a:normAutofit fontScale="92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spcBef>
                <a:spcPts val="0"/>
              </a:spcBef>
              <a:spcAft>
                <a:spcPts val="0"/>
              </a:spcAft>
              <a:buSzPct val="100000"/>
              <a:buNone/>
            </a:pPr>
            <a:r>
              <a:rPr lang="en-US" altLang="zh-CN" sz="2200" b="1" spc="140">
                <a:solidFill>
                  <a:schemeClr val="lt1"/>
                </a:solidFill>
                <a:latin typeface="Microsoft YaHei" panose="020B0503020204020204" pitchFamily="34" charset="-122"/>
                <a:ea typeface="Microsoft YaHei" panose="020B0503020204020204" pitchFamily="34" charset="-122"/>
              </a:rPr>
              <a:t>Service Mesh</a:t>
            </a:r>
            <a:endParaRPr lang="zh-CN" altLang="en-US" sz="2200" b="1" spc="140" dirty="0">
              <a:solidFill>
                <a:schemeClr val="lt1"/>
              </a:solidFill>
              <a:latin typeface="Microsoft YaHei" panose="020B0503020204020204" pitchFamily="34" charset="-122"/>
              <a:ea typeface="Microsoft YaHei" panose="020B0503020204020204" pitchFamily="34" charset="-122"/>
            </a:endParaRPr>
          </a:p>
        </p:txBody>
      </p:sp>
      <p:sp>
        <p:nvSpPr>
          <p:cNvPr id="67" name="正文1">
            <a:extLst>
              <a:ext uri="{FF2B5EF4-FFF2-40B4-BE49-F238E27FC236}">
                <a16:creationId xmlns:a16="http://schemas.microsoft.com/office/drawing/2014/main" id="{71B50BF5-CAB4-47C6-A871-AF8F765DB63E}"/>
              </a:ext>
            </a:extLst>
          </p:cNvPr>
          <p:cNvSpPr txBox="1"/>
          <p:nvPr>
            <p:custDataLst>
              <p:tags r:id="rId27"/>
            </p:custDataLst>
          </p:nvPr>
        </p:nvSpPr>
        <p:spPr>
          <a:xfrm>
            <a:off x="7614999" y="1176267"/>
            <a:ext cx="882853" cy="449577"/>
          </a:xfrm>
          <a:prstGeom prst="rect">
            <a:avLst/>
          </a:prstGeom>
          <a:noFill/>
        </p:spPr>
        <p:txBody>
          <a:bodyPr wrap="square" rtlCol="0" anchor="t">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indent="-406400" algn="l" fontAlgn="ctr">
              <a:lnSpc>
                <a:spcPct val="120000"/>
              </a:lnSpc>
              <a:spcBef>
                <a:spcPts val="0"/>
              </a:spcBef>
              <a:spcAft>
                <a:spcPts val="800"/>
              </a:spcAft>
              <a:buSzPct val="100000"/>
              <a:buFont typeface="Wingdings" panose="05000000000000000000" charset="0"/>
              <a:buNone/>
            </a:pPr>
            <a:r>
              <a:rPr lang="en-US" altLang="zh-CN" spc="100">
                <a:solidFill>
                  <a:schemeClr val="dk1">
                    <a:lumMod val="85000"/>
                    <a:lumOff val="15000"/>
                  </a:schemeClr>
                </a:solidFill>
                <a:latin typeface="Microsoft YaHei" panose="020B0503020204020204" pitchFamily="34" charset="-122"/>
                <a:ea typeface="Microsoft YaHei" panose="020B0503020204020204" pitchFamily="34" charset="-122"/>
              </a:rPr>
              <a:t>2017</a:t>
            </a:r>
            <a:endParaRPr lang="zh-CN" altLang="en-US" spc="100" dirty="0">
              <a:solidFill>
                <a:schemeClr val="dk1">
                  <a:lumMod val="85000"/>
                  <a:lumOff val="15000"/>
                </a:schemeClr>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429234308"/>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3822" y="881920"/>
            <a:ext cx="2950753" cy="576263"/>
          </a:xfrm>
        </p:spPr>
        <p:txBody>
          <a:bodyPr>
            <a:noAutofit/>
          </a:bodyPr>
          <a:lstStyle/>
          <a:p>
            <a:pPr algn="l"/>
            <a:r>
              <a:rPr lang="zh-CN" altLang="en-US" sz="3200">
                <a:solidFill>
                  <a:schemeClr val="tx2">
                    <a:lumMod val="75000"/>
                  </a:schemeClr>
                </a:solidFill>
                <a:latin typeface="Microsoft YaHei" panose="020B0503020204020204" pitchFamily="34" charset="-122"/>
                <a:ea typeface="Microsoft YaHei" panose="020B0503020204020204" pitchFamily="34" charset="-122"/>
              </a:rPr>
              <a:t>单体架构</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sp>
        <p:nvSpPr>
          <p:cNvPr id="3" name="TextBox 2">
            <a:extLst>
              <a:ext uri="{FF2B5EF4-FFF2-40B4-BE49-F238E27FC236}">
                <a16:creationId xmlns:a16="http://schemas.microsoft.com/office/drawing/2014/main" id="{008B268A-900E-4F6B-B3DD-0F71B24330B4}"/>
              </a:ext>
            </a:extLst>
          </p:cNvPr>
          <p:cNvSpPr txBox="1"/>
          <p:nvPr/>
        </p:nvSpPr>
        <p:spPr>
          <a:xfrm rot="636455">
            <a:off x="7167121" y="3234272"/>
            <a:ext cx="4616001" cy="2687915"/>
          </a:xfrm>
          <a:prstGeom prst="rect">
            <a:avLst/>
          </a:prstGeom>
          <a:solidFill>
            <a:schemeClr val="bg1">
              <a:lumMod val="95000"/>
            </a:schemeClr>
          </a:solidFill>
          <a:ln w="9525" cap="flat" cmpd="sng" algn="ctr">
            <a:noFill/>
            <a:prstDash val="solid"/>
            <a:round/>
            <a:headEnd type="none" w="med" len="med"/>
            <a:tailEnd type="none" w="med" len="me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style>
          <a:lnRef idx="0">
            <a:scrgbClr r="0" g="0" b="0"/>
          </a:lnRef>
          <a:fillRef idx="0">
            <a:scrgbClr r="0" g="0" b="0"/>
          </a:fillRef>
          <a:effectRef idx="0">
            <a:scrgbClr r="0" g="0" b="0"/>
          </a:effectRef>
          <a:fontRef idx="minor">
            <a:schemeClr val="accent2"/>
          </a:fontRef>
        </p:style>
        <p:txBody>
          <a:bodyPr rot="0" spcFirstLastPara="1" vertOverflow="overflow" horzOverflow="overflow" vert="horz" wrap="square" lIns="50800" tIns="50800" rIns="50800" bIns="50800" numCol="1" spcCol="38100" rtlCol="0" anchor="ctr">
            <a:spAutoFit/>
          </a:bodyPr>
          <a:lstStyle/>
          <a:p>
            <a:pPr marL="640080" lvl="1" indent="-457200" algn="l">
              <a:lnSpc>
                <a:spcPct val="150000"/>
              </a:lnSpc>
              <a:buFont typeface="Wingdings" panose="05000000000000000000" pitchFamily="2" charset="2"/>
              <a:buChar char="Ø"/>
            </a:pPr>
            <a:r>
              <a:rPr lang="zh-CN" altLang="en-US" sz="2800">
                <a:latin typeface="SimHei" panose="02010609060101010101" pitchFamily="49" charset="-122"/>
                <a:ea typeface="SimHei" panose="02010609060101010101" pitchFamily="49" charset="-122"/>
              </a:rPr>
              <a:t>编译时间长</a:t>
            </a:r>
            <a:endParaRPr lang="en-US" altLang="zh-CN" sz="2800">
              <a:latin typeface="SimHei" panose="02010609060101010101" pitchFamily="49" charset="-122"/>
              <a:ea typeface="SimHei" panose="02010609060101010101" pitchFamily="49" charset="-122"/>
            </a:endParaRPr>
          </a:p>
          <a:p>
            <a:pPr marL="640080" lvl="1" indent="-457200" algn="l">
              <a:lnSpc>
                <a:spcPct val="150000"/>
              </a:lnSpc>
              <a:buFont typeface="Wingdings" panose="05000000000000000000" pitchFamily="2" charset="2"/>
              <a:buChar char="Ø"/>
            </a:pPr>
            <a:r>
              <a:rPr lang="zh-CN" altLang="en-US" sz="2800">
                <a:latin typeface="SimHei" panose="02010609060101010101" pitchFamily="49" charset="-122"/>
                <a:ea typeface="SimHei" panose="02010609060101010101" pitchFamily="49" charset="-122"/>
              </a:rPr>
              <a:t>回归测试周期长</a:t>
            </a:r>
            <a:endParaRPr lang="en-US" altLang="zh-CN" sz="2800">
              <a:latin typeface="SimHei" panose="02010609060101010101" pitchFamily="49" charset="-122"/>
              <a:ea typeface="SimHei" panose="02010609060101010101" pitchFamily="49" charset="-122"/>
            </a:endParaRPr>
          </a:p>
          <a:p>
            <a:pPr marL="640080" lvl="1" indent="-457200" algn="l">
              <a:lnSpc>
                <a:spcPct val="150000"/>
              </a:lnSpc>
              <a:buFont typeface="Wingdings" panose="05000000000000000000" pitchFamily="2" charset="2"/>
              <a:buChar char="Ø"/>
            </a:pPr>
            <a:r>
              <a:rPr lang="zh-CN" altLang="en-US" sz="2800">
                <a:latin typeface="SimHei" panose="02010609060101010101" pitchFamily="49" charset="-122"/>
                <a:ea typeface="SimHei" panose="02010609060101010101" pitchFamily="49" charset="-122"/>
              </a:rPr>
              <a:t>开发效率低下</a:t>
            </a:r>
            <a:endParaRPr lang="en-US" altLang="zh-CN" sz="2800">
              <a:latin typeface="SimHei" panose="02010609060101010101" pitchFamily="49" charset="-122"/>
              <a:ea typeface="SimHei" panose="02010609060101010101" pitchFamily="49" charset="-122"/>
            </a:endParaRPr>
          </a:p>
          <a:p>
            <a:pPr marL="640080" lvl="1" indent="-457200" algn="l">
              <a:lnSpc>
                <a:spcPct val="150000"/>
              </a:lnSpc>
              <a:buFont typeface="Wingdings" panose="05000000000000000000" pitchFamily="2" charset="2"/>
              <a:buChar char="Ø"/>
            </a:pPr>
            <a:r>
              <a:rPr lang="zh-CN" altLang="en-US" sz="2800">
                <a:latin typeface="SimHei" panose="02010609060101010101" pitchFamily="49" charset="-122"/>
                <a:ea typeface="SimHei" panose="02010609060101010101" pitchFamily="49" charset="-122"/>
              </a:rPr>
              <a:t>技术框架难以更新</a:t>
            </a:r>
            <a:endParaRPr lang="en-US" altLang="zh-CN" sz="2800">
              <a:latin typeface="SimHei" panose="02010609060101010101" pitchFamily="49" charset="-122"/>
              <a:ea typeface="SimHei" panose="02010609060101010101" pitchFamily="49" charset="-122"/>
            </a:endParaRPr>
          </a:p>
        </p:txBody>
      </p:sp>
      <p:sp>
        <p:nvSpPr>
          <p:cNvPr id="9" name="文本占位符 2">
            <a:extLst>
              <a:ext uri="{FF2B5EF4-FFF2-40B4-BE49-F238E27FC236}">
                <a16:creationId xmlns:a16="http://schemas.microsoft.com/office/drawing/2014/main" id="{58E168D5-34B6-4EE3-8DA9-9D24A4D8B47C}"/>
              </a:ext>
            </a:extLst>
          </p:cNvPr>
          <p:cNvSpPr>
            <a:spLocks noGrp="1"/>
          </p:cNvSpPr>
          <p:nvPr>
            <p:ph type="body" idx="1"/>
          </p:nvPr>
        </p:nvSpPr>
        <p:spPr>
          <a:xfrm>
            <a:off x="483822" y="1458183"/>
            <a:ext cx="6229212" cy="4950052"/>
          </a:xfrm>
        </p:spPr>
        <p:txBody>
          <a:bodyPr>
            <a:normAutofit lnSpcReduction="10000"/>
          </a:bodyPr>
          <a:lstStyle/>
          <a:p>
            <a:r>
              <a:rPr lang="zh-CN" altLang="en-US" sz="3200">
                <a:latin typeface="SimHei" panose="02010609060101010101" pitchFamily="49" charset="-122"/>
                <a:ea typeface="SimHei" panose="02010609060101010101" pitchFamily="49" charset="-122"/>
              </a:rPr>
              <a:t>集中式架构又叫单体架构，</a:t>
            </a:r>
            <a:r>
              <a:rPr lang="en-US" altLang="zh-CN" sz="3200">
                <a:latin typeface="SimHei" panose="02010609060101010101" pitchFamily="49" charset="-122"/>
                <a:ea typeface="SimHei" panose="02010609060101010101" pitchFamily="49" charset="-122"/>
              </a:rPr>
              <a:t>Web2.0</a:t>
            </a:r>
            <a:r>
              <a:rPr lang="zh-CN" altLang="en-US" sz="3200">
                <a:latin typeface="SimHei" panose="02010609060101010101" pitchFamily="49" charset="-122"/>
                <a:ea typeface="SimHei" panose="02010609060101010101" pitchFamily="49" charset="-122"/>
              </a:rPr>
              <a:t>之前十分流行。基于</a:t>
            </a:r>
            <a:r>
              <a:rPr lang="en-US" altLang="zh-CN" sz="3200">
                <a:latin typeface="SimHei" panose="02010609060101010101" pitchFamily="49" charset="-122"/>
                <a:ea typeface="SimHei" panose="02010609060101010101" pitchFamily="49" charset="-122"/>
              </a:rPr>
              <a:t>web</a:t>
            </a:r>
            <a:r>
              <a:rPr lang="zh-CN" altLang="en-US" sz="3200">
                <a:latin typeface="SimHei" panose="02010609060101010101" pitchFamily="49" charset="-122"/>
                <a:ea typeface="SimHei" panose="02010609060101010101" pitchFamily="49" charset="-122"/>
              </a:rPr>
              <a:t>的</a:t>
            </a:r>
            <a:r>
              <a:rPr lang="en-US" altLang="zh-CN" sz="3200">
                <a:latin typeface="SimHei" panose="02010609060101010101" pitchFamily="49" charset="-122"/>
                <a:ea typeface="SimHei" panose="02010609060101010101" pitchFamily="49" charset="-122"/>
              </a:rPr>
              <a:t>B/S</a:t>
            </a:r>
            <a:r>
              <a:rPr lang="zh-CN" altLang="en-US" sz="3200">
                <a:latin typeface="SimHei" panose="02010609060101010101" pitchFamily="49" charset="-122"/>
                <a:ea typeface="SimHei" panose="02010609060101010101" pitchFamily="49" charset="-122"/>
              </a:rPr>
              <a:t>架构逐渐取代</a:t>
            </a:r>
            <a:r>
              <a:rPr lang="en-US" altLang="zh-CN" sz="3200">
                <a:latin typeface="SimHei" panose="02010609060101010101" pitchFamily="49" charset="-122"/>
                <a:ea typeface="SimHei" panose="02010609060101010101" pitchFamily="49" charset="-122"/>
              </a:rPr>
              <a:t>C/S</a:t>
            </a:r>
            <a:r>
              <a:rPr lang="zh-CN" altLang="en-US" sz="3200">
                <a:latin typeface="SimHei" panose="02010609060101010101" pitchFamily="49" charset="-122"/>
                <a:ea typeface="SimHei" panose="02010609060101010101" pitchFamily="49" charset="-122"/>
              </a:rPr>
              <a:t>架构，</a:t>
            </a:r>
            <a:r>
              <a:rPr lang="en-US" altLang="zh-CN" sz="3200">
                <a:latin typeface="SimHei" panose="02010609060101010101" pitchFamily="49" charset="-122"/>
                <a:ea typeface="SimHei" panose="02010609060101010101" pitchFamily="49" charset="-122"/>
              </a:rPr>
              <a:t>B/S</a:t>
            </a:r>
            <a:r>
              <a:rPr lang="zh-CN" altLang="en-US" sz="3200">
                <a:latin typeface="SimHei" panose="02010609060101010101" pitchFamily="49" charset="-122"/>
                <a:ea typeface="SimHei" panose="02010609060101010101" pitchFamily="49" charset="-122"/>
              </a:rPr>
              <a:t>架构后端大多为集中式架构，但优雅分层，统一后端开发领域，如</a:t>
            </a:r>
            <a:r>
              <a:rPr lang="en-US" altLang="zh-CN" sz="3200">
                <a:latin typeface="SimHei" panose="02010609060101010101" pitchFamily="49" charset="-122"/>
                <a:ea typeface="SimHei" panose="02010609060101010101" pitchFamily="49" charset="-122"/>
              </a:rPr>
              <a:t>EJB/weblogic</a:t>
            </a:r>
            <a:r>
              <a:rPr lang="zh-CN" altLang="en-US" sz="3200">
                <a:latin typeface="SimHei" panose="02010609060101010101" pitchFamily="49" charset="-122"/>
                <a:ea typeface="SimHei" panose="02010609060101010101" pitchFamily="49" charset="-122"/>
              </a:rPr>
              <a:t>等。典型三层模式：数据访问层、服务层、逻辑控制层</a:t>
            </a:r>
          </a:p>
        </p:txBody>
      </p:sp>
    </p:spTree>
    <p:extLst>
      <p:ext uri="{BB962C8B-B14F-4D97-AF65-F5344CB8AC3E}">
        <p14:creationId xmlns:p14="http://schemas.microsoft.com/office/powerpoint/2010/main" val="4141427981"/>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3822" y="881920"/>
            <a:ext cx="2950753" cy="576263"/>
          </a:xfrm>
        </p:spPr>
        <p:txBody>
          <a:bodyPr>
            <a:noAutofit/>
          </a:bodyPr>
          <a:lstStyle/>
          <a:p>
            <a:pPr algn="l"/>
            <a:r>
              <a:rPr lang="zh-CN" altLang="en-US" sz="3200">
                <a:solidFill>
                  <a:schemeClr val="tx2">
                    <a:lumMod val="75000"/>
                  </a:schemeClr>
                </a:solidFill>
                <a:latin typeface="Microsoft YaHei" panose="020B0503020204020204" pitchFamily="34" charset="-122"/>
                <a:ea typeface="Microsoft YaHei" panose="020B0503020204020204" pitchFamily="34" charset="-122"/>
              </a:rPr>
              <a:t>分布式架构</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sp>
        <p:nvSpPr>
          <p:cNvPr id="9" name="文本占位符 2">
            <a:extLst>
              <a:ext uri="{FF2B5EF4-FFF2-40B4-BE49-F238E27FC236}">
                <a16:creationId xmlns:a16="http://schemas.microsoft.com/office/drawing/2014/main" id="{58E168D5-34B6-4EE3-8DA9-9D24A4D8B47C}"/>
              </a:ext>
            </a:extLst>
          </p:cNvPr>
          <p:cNvSpPr>
            <a:spLocks noGrp="1"/>
          </p:cNvSpPr>
          <p:nvPr>
            <p:ph type="body" idx="1"/>
          </p:nvPr>
        </p:nvSpPr>
        <p:spPr>
          <a:xfrm>
            <a:off x="483822" y="1623047"/>
            <a:ext cx="6229212" cy="3611905"/>
          </a:xfrm>
        </p:spPr>
        <p:txBody>
          <a:bodyPr>
            <a:normAutofit/>
          </a:bodyPr>
          <a:lstStyle/>
          <a:p>
            <a:r>
              <a:rPr lang="zh-CN" altLang="en-US" sz="3200">
                <a:latin typeface="SimHei" panose="02010609060101010101" pitchFamily="49" charset="-122"/>
                <a:ea typeface="SimHei" panose="02010609060101010101" pitchFamily="49" charset="-122"/>
              </a:rPr>
              <a:t>互联网快速发展，集中式架构无法短时间内提升系统的吞吐量，分布式系统理论上支持吞吐量的无限扩展。</a:t>
            </a:r>
            <a:endParaRPr lang="en-US" altLang="zh-CN" sz="3200">
              <a:latin typeface="SimHei" panose="02010609060101010101" pitchFamily="49" charset="-122"/>
              <a:ea typeface="SimHei" panose="02010609060101010101" pitchFamily="49" charset="-122"/>
            </a:endParaRPr>
          </a:p>
        </p:txBody>
      </p:sp>
      <p:sp>
        <p:nvSpPr>
          <p:cNvPr id="5" name="TextBox 4">
            <a:extLst>
              <a:ext uri="{FF2B5EF4-FFF2-40B4-BE49-F238E27FC236}">
                <a16:creationId xmlns:a16="http://schemas.microsoft.com/office/drawing/2014/main" id="{17C61D85-29F7-4AD5-9C98-D3EE560CB97F}"/>
              </a:ext>
            </a:extLst>
          </p:cNvPr>
          <p:cNvSpPr txBox="1"/>
          <p:nvPr/>
        </p:nvSpPr>
        <p:spPr>
          <a:xfrm>
            <a:off x="7069270" y="3926102"/>
            <a:ext cx="5122730" cy="2133918"/>
          </a:xfrm>
          <a:prstGeom prst="rect">
            <a:avLst/>
          </a:prstGeom>
          <a:solidFill>
            <a:schemeClr val="accent1">
              <a:alpha val="50000"/>
            </a:schemeClr>
          </a:solidFill>
          <a:ln>
            <a:solidFill>
              <a:srgbClr val="0099FF"/>
            </a:solidFill>
          </a:ln>
          <a:effectLst>
            <a:softEdge rad="127000"/>
          </a:effectLst>
          <a:scene3d>
            <a:camera prst="isometricTopUp"/>
            <a:lightRig rig="threePt"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182880" lvl="1" indent="0" algn="l">
              <a:lnSpc>
                <a:spcPct val="150000"/>
              </a:lnSpc>
            </a:pPr>
            <a:r>
              <a:rPr lang="zh-CN" altLang="en-US" sz="3200">
                <a:latin typeface="SimHei" panose="02010609060101010101" pitchFamily="49" charset="-122"/>
                <a:ea typeface="SimHei" panose="02010609060101010101" pitchFamily="49" charset="-122"/>
              </a:rPr>
              <a:t>结果</a:t>
            </a:r>
            <a:r>
              <a:rPr lang="zh-CN" altLang="en-US" sz="2800">
                <a:latin typeface="SimHei" panose="02010609060101010101" pitchFamily="49" charset="-122"/>
                <a:ea typeface="SimHei" panose="02010609060101010101" pitchFamily="49" charset="-122"/>
              </a:rPr>
              <a:t>：</a:t>
            </a:r>
            <a:endParaRPr lang="en-US" altLang="zh-CN" sz="2800">
              <a:latin typeface="SimHei" panose="02010609060101010101" pitchFamily="49" charset="-122"/>
              <a:ea typeface="SimHei" panose="02010609060101010101" pitchFamily="49" charset="-122"/>
            </a:endParaRPr>
          </a:p>
          <a:p>
            <a:pPr marL="182880" lvl="1" indent="0" algn="l">
              <a:lnSpc>
                <a:spcPct val="150000"/>
              </a:lnSpc>
            </a:pPr>
            <a:r>
              <a:rPr lang="zh-CN" altLang="en-US" sz="2800">
                <a:latin typeface="SimHei" panose="02010609060101010101" pitchFamily="49" charset="-122"/>
                <a:ea typeface="SimHei" panose="02010609060101010101" pitchFamily="49" charset="-122"/>
              </a:rPr>
              <a:t>放弃昂贵的小型机，大量廉价</a:t>
            </a:r>
            <a:r>
              <a:rPr lang="en-US" altLang="zh-CN" sz="2800">
                <a:latin typeface="SimHei" panose="02010609060101010101" pitchFamily="49" charset="-122"/>
                <a:ea typeface="SimHei" panose="02010609060101010101" pitchFamily="49" charset="-122"/>
              </a:rPr>
              <a:t>PC</a:t>
            </a:r>
            <a:r>
              <a:rPr lang="zh-CN" altLang="en-US" sz="2800">
                <a:latin typeface="SimHei" panose="02010609060101010101" pitchFamily="49" charset="-122"/>
                <a:ea typeface="SimHei" panose="02010609060101010101" pitchFamily="49" charset="-122"/>
              </a:rPr>
              <a:t>服务器被采用</a:t>
            </a:r>
            <a:endParaRPr lang="en-US" altLang="zh-CN" sz="280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570088773"/>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3822" y="881920"/>
            <a:ext cx="2950753" cy="576263"/>
          </a:xfrm>
        </p:spPr>
        <p:txBody>
          <a:bodyPr>
            <a:noAutofit/>
          </a:bodyPr>
          <a:lstStyle/>
          <a:p>
            <a:pPr algn="l"/>
            <a:r>
              <a:rPr lang="zh-CN" altLang="en-US" sz="3200">
                <a:solidFill>
                  <a:schemeClr val="tx2">
                    <a:lumMod val="75000"/>
                  </a:schemeClr>
                </a:solidFill>
                <a:latin typeface="Microsoft YaHei" panose="020B0503020204020204" pitchFamily="34" charset="-122"/>
                <a:ea typeface="Microsoft YaHei" panose="020B0503020204020204" pitchFamily="34" charset="-122"/>
              </a:rPr>
              <a:t>容器技术</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sp>
        <p:nvSpPr>
          <p:cNvPr id="9" name="文本占位符 2">
            <a:extLst>
              <a:ext uri="{FF2B5EF4-FFF2-40B4-BE49-F238E27FC236}">
                <a16:creationId xmlns:a16="http://schemas.microsoft.com/office/drawing/2014/main" id="{58E168D5-34B6-4EE3-8DA9-9D24A4D8B47C}"/>
              </a:ext>
            </a:extLst>
          </p:cNvPr>
          <p:cNvSpPr>
            <a:spLocks noGrp="1"/>
          </p:cNvSpPr>
          <p:nvPr>
            <p:ph type="body" idx="1"/>
          </p:nvPr>
        </p:nvSpPr>
        <p:spPr>
          <a:xfrm>
            <a:off x="483822" y="1623047"/>
            <a:ext cx="7053196" cy="4636504"/>
          </a:xfrm>
        </p:spPr>
        <p:txBody>
          <a:bodyPr>
            <a:normAutofit/>
          </a:bodyPr>
          <a:lstStyle/>
          <a:p>
            <a:r>
              <a:rPr lang="zh-CN" altLang="en-US" sz="3200">
                <a:latin typeface="SimHei" panose="02010609060101010101" pitchFamily="49" charset="-122"/>
                <a:ea typeface="SimHei" panose="02010609060101010101" pitchFamily="49" charset="-122"/>
              </a:rPr>
              <a:t>不同语言依赖各自运行环境，自动化运维复杂度高，分布式技术无法解决此类问题。</a:t>
            </a:r>
            <a:endParaRPr lang="en-US" altLang="zh-CN" sz="3200">
              <a:latin typeface="SimHei" panose="02010609060101010101" pitchFamily="49" charset="-122"/>
              <a:ea typeface="SimHei" panose="02010609060101010101" pitchFamily="49" charset="-122"/>
            </a:endParaRPr>
          </a:p>
          <a:p>
            <a:r>
              <a:rPr lang="zh-CN" altLang="en-US" sz="3200">
                <a:latin typeface="SimHei" panose="02010609060101010101" pitchFamily="49" charset="-122"/>
                <a:ea typeface="SimHei" panose="02010609060101010101" pitchFamily="49" charset="-122"/>
              </a:rPr>
              <a:t>容器技术支持将应用和依赖封装到可移植环境，类似集装箱的封装</a:t>
            </a:r>
            <a:endParaRPr lang="en-US" altLang="zh-CN" sz="3200">
              <a:latin typeface="SimHei" panose="02010609060101010101" pitchFamily="49" charset="-122"/>
              <a:ea typeface="SimHei" panose="02010609060101010101" pitchFamily="49" charset="-122"/>
            </a:endParaRPr>
          </a:p>
        </p:txBody>
      </p:sp>
      <p:sp>
        <p:nvSpPr>
          <p:cNvPr id="5" name="TextBox 4">
            <a:extLst>
              <a:ext uri="{FF2B5EF4-FFF2-40B4-BE49-F238E27FC236}">
                <a16:creationId xmlns:a16="http://schemas.microsoft.com/office/drawing/2014/main" id="{17C61D85-29F7-4AD5-9C98-D3EE560CB97F}"/>
              </a:ext>
            </a:extLst>
          </p:cNvPr>
          <p:cNvSpPr txBox="1"/>
          <p:nvPr/>
        </p:nvSpPr>
        <p:spPr>
          <a:xfrm>
            <a:off x="7537018" y="3179191"/>
            <a:ext cx="5122730" cy="2780248"/>
          </a:xfrm>
          <a:prstGeom prst="rect">
            <a:avLst/>
          </a:prstGeom>
          <a:solidFill>
            <a:schemeClr val="accent6">
              <a:lumMod val="75000"/>
              <a:alpha val="50000"/>
            </a:schemeClr>
          </a:solidFill>
          <a:ln>
            <a:solidFill>
              <a:srgbClr val="0099FF"/>
            </a:solidFill>
          </a:ln>
          <a:effectLst>
            <a:softEdge rad="127000"/>
          </a:effectLst>
          <a:scene3d>
            <a:camera prst="isometricRightUp"/>
            <a:lightRig rig="threePt"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182880" lvl="1" indent="0" algn="l">
              <a:lnSpc>
                <a:spcPct val="150000"/>
              </a:lnSpc>
            </a:pPr>
            <a:r>
              <a:rPr lang="zh-CN" altLang="en-US" sz="3200">
                <a:latin typeface="SimHei" panose="02010609060101010101" pitchFamily="49" charset="-122"/>
                <a:ea typeface="SimHei" panose="02010609060101010101" pitchFamily="49" charset="-122"/>
              </a:rPr>
              <a:t>结果</a:t>
            </a:r>
            <a:r>
              <a:rPr lang="zh-CN" altLang="en-US" sz="2800">
                <a:latin typeface="SimHei" panose="02010609060101010101" pitchFamily="49" charset="-122"/>
                <a:ea typeface="SimHei" panose="02010609060101010101" pitchFamily="49" charset="-122"/>
              </a:rPr>
              <a:t>：</a:t>
            </a:r>
            <a:endParaRPr lang="en-US" altLang="zh-CN" sz="2800">
              <a:latin typeface="SimHei" panose="02010609060101010101" pitchFamily="49" charset="-122"/>
              <a:ea typeface="SimHei" panose="02010609060101010101" pitchFamily="49" charset="-122"/>
            </a:endParaRPr>
          </a:p>
          <a:p>
            <a:pPr marL="182880" lvl="1" indent="0" algn="l">
              <a:lnSpc>
                <a:spcPct val="150000"/>
              </a:lnSpc>
            </a:pPr>
            <a:r>
              <a:rPr lang="zh-CN" altLang="en-US" sz="2800">
                <a:latin typeface="SimHei" panose="02010609060101010101" pitchFamily="49" charset="-122"/>
                <a:ea typeface="SimHei" panose="02010609060101010101" pitchFamily="49" charset="-122"/>
              </a:rPr>
              <a:t>标准化的开发和运维，异构环境被透明化</a:t>
            </a:r>
            <a:endParaRPr lang="en-US" altLang="zh-CN" sz="2800">
              <a:latin typeface="SimHei" panose="02010609060101010101" pitchFamily="49" charset="-122"/>
              <a:ea typeface="SimHei" panose="02010609060101010101" pitchFamily="49" charset="-122"/>
            </a:endParaRPr>
          </a:p>
          <a:p>
            <a:pPr marL="182880" lvl="1" indent="0" algn="l">
              <a:lnSpc>
                <a:spcPct val="150000"/>
              </a:lnSpc>
            </a:pPr>
            <a:r>
              <a:rPr lang="zh-CN" altLang="en-US" sz="2800">
                <a:latin typeface="SimHei" panose="02010609060101010101" pitchFamily="49" charset="-122"/>
                <a:ea typeface="SimHei" panose="02010609060101010101" pitchFamily="49" charset="-122"/>
              </a:rPr>
              <a:t>微服务架构到来</a:t>
            </a:r>
            <a:endParaRPr lang="en-US" altLang="zh-CN" sz="280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143533965"/>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3822" y="881920"/>
            <a:ext cx="2950753" cy="576263"/>
          </a:xfrm>
        </p:spPr>
        <p:txBody>
          <a:bodyPr>
            <a:noAutofit/>
          </a:bodyPr>
          <a:lstStyle/>
          <a:p>
            <a:pPr algn="l"/>
            <a:r>
              <a:rPr lang="zh-CN" altLang="en-US" sz="3200">
                <a:solidFill>
                  <a:schemeClr val="tx2">
                    <a:lumMod val="75000"/>
                  </a:schemeClr>
                </a:solidFill>
                <a:latin typeface="Microsoft YaHei" panose="020B0503020204020204" pitchFamily="34" charset="-122"/>
                <a:ea typeface="Microsoft YaHei" panose="020B0503020204020204" pitchFamily="34" charset="-122"/>
              </a:rPr>
              <a:t>微服务架构</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sp>
        <p:nvSpPr>
          <p:cNvPr id="9" name="文本占位符 2">
            <a:extLst>
              <a:ext uri="{FF2B5EF4-FFF2-40B4-BE49-F238E27FC236}">
                <a16:creationId xmlns:a16="http://schemas.microsoft.com/office/drawing/2014/main" id="{58E168D5-34B6-4EE3-8DA9-9D24A4D8B47C}"/>
              </a:ext>
            </a:extLst>
          </p:cNvPr>
          <p:cNvSpPr>
            <a:spLocks noGrp="1"/>
          </p:cNvSpPr>
          <p:nvPr>
            <p:ph type="body" idx="1"/>
          </p:nvPr>
        </p:nvSpPr>
        <p:spPr>
          <a:xfrm>
            <a:off x="483821" y="1623047"/>
            <a:ext cx="6898285" cy="3937694"/>
          </a:xfrm>
        </p:spPr>
        <p:txBody>
          <a:bodyPr>
            <a:normAutofit/>
          </a:bodyPr>
          <a:lstStyle/>
          <a:p>
            <a:r>
              <a:rPr lang="zh-CN" altLang="en-US" sz="3200">
                <a:latin typeface="SimHei" panose="02010609060101010101" pitchFamily="49" charset="-122"/>
                <a:ea typeface="SimHei" panose="02010609060101010101" pitchFamily="49" charset="-122"/>
              </a:rPr>
              <a:t>服务运行在被隔离的进程中，轻量级机制实现服务间通讯，围绕业务能力构建且可通过全自动化部署机制独立部署，支持不同语言开发，不同数据存储技术</a:t>
            </a:r>
            <a:endParaRPr lang="en-US" altLang="zh-CN" sz="3200">
              <a:latin typeface="SimHei" panose="02010609060101010101" pitchFamily="49" charset="-122"/>
              <a:ea typeface="SimHei" panose="02010609060101010101" pitchFamily="49" charset="-122"/>
            </a:endParaRPr>
          </a:p>
        </p:txBody>
      </p:sp>
      <p:sp>
        <p:nvSpPr>
          <p:cNvPr id="5" name="TextBox 4">
            <a:extLst>
              <a:ext uri="{FF2B5EF4-FFF2-40B4-BE49-F238E27FC236}">
                <a16:creationId xmlns:a16="http://schemas.microsoft.com/office/drawing/2014/main" id="{17C61D85-29F7-4AD5-9C98-D3EE560CB97F}"/>
              </a:ext>
            </a:extLst>
          </p:cNvPr>
          <p:cNvSpPr txBox="1"/>
          <p:nvPr/>
        </p:nvSpPr>
        <p:spPr>
          <a:xfrm>
            <a:off x="7760646" y="3674327"/>
            <a:ext cx="4148857" cy="2780248"/>
          </a:xfrm>
          <a:prstGeom prst="rect">
            <a:avLst/>
          </a:prstGeom>
          <a:solidFill>
            <a:schemeClr val="accent5">
              <a:lumMod val="40000"/>
              <a:lumOff val="60000"/>
              <a:alpha val="50000"/>
            </a:schemeClr>
          </a:solidFill>
          <a:ln>
            <a:noFill/>
          </a:ln>
          <a:effectLst>
            <a:outerShdw blurRad="44450" dist="27940" dir="5400000" algn="ctr">
              <a:srgbClr val="000000">
                <a:alpha val="32000"/>
              </a:srgbClr>
            </a:outerShdw>
            <a:softEdge rad="127000"/>
          </a:effectLst>
          <a:scene3d>
            <a:camera prst="orthographicFront">
              <a:rot lat="0" lon="0" rev="0"/>
            </a:camera>
            <a:lightRig rig="balanced" dir="t">
              <a:rot lat="0" lon="0" rev="8700000"/>
            </a:lightRig>
          </a:scene3d>
          <a:sp3d>
            <a:bevelT w="190500" h="38100" prst="softRound"/>
          </a:sp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640080" lvl="1" indent="-457200" algn="l">
              <a:lnSpc>
                <a:spcPct val="150000"/>
              </a:lnSpc>
              <a:buFont typeface="Wingdings" panose="05000000000000000000" pitchFamily="2" charset="2"/>
              <a:buChar char="v"/>
            </a:pPr>
            <a:r>
              <a:rPr lang="zh-CN" altLang="en-US" sz="3200">
                <a:latin typeface="SimHei" panose="02010609060101010101" pitchFamily="49" charset="-122"/>
                <a:ea typeface="SimHei" panose="02010609060101010101" pitchFamily="49" charset="-122"/>
              </a:rPr>
              <a:t>可扩展</a:t>
            </a:r>
            <a:endParaRPr lang="en-US" altLang="zh-CN" sz="2800">
              <a:latin typeface="SimHei" panose="02010609060101010101" pitchFamily="49" charset="-122"/>
              <a:ea typeface="SimHei" panose="02010609060101010101" pitchFamily="49" charset="-122"/>
            </a:endParaRPr>
          </a:p>
          <a:p>
            <a:pPr marL="640080" lvl="1" indent="-457200" algn="l">
              <a:lnSpc>
                <a:spcPct val="150000"/>
              </a:lnSpc>
              <a:buFont typeface="Wingdings" panose="05000000000000000000" pitchFamily="2" charset="2"/>
              <a:buChar char="v"/>
            </a:pPr>
            <a:r>
              <a:rPr lang="zh-CN" altLang="en-US" sz="2800">
                <a:latin typeface="SimHei" panose="02010609060101010101" pitchFamily="49" charset="-122"/>
                <a:ea typeface="SimHei" panose="02010609060101010101" pitchFamily="49" charset="-122"/>
              </a:rPr>
              <a:t>可升级</a:t>
            </a:r>
            <a:endParaRPr lang="en-US" altLang="zh-CN" sz="2800">
              <a:latin typeface="SimHei" panose="02010609060101010101" pitchFamily="49" charset="-122"/>
              <a:ea typeface="SimHei" panose="02010609060101010101" pitchFamily="49" charset="-122"/>
            </a:endParaRPr>
          </a:p>
          <a:p>
            <a:pPr marL="640080" lvl="1" indent="-457200" algn="l">
              <a:lnSpc>
                <a:spcPct val="150000"/>
              </a:lnSpc>
              <a:buFont typeface="Wingdings" panose="05000000000000000000" pitchFamily="2" charset="2"/>
              <a:buChar char="v"/>
            </a:pPr>
            <a:r>
              <a:rPr lang="zh-CN" altLang="en-US" sz="2800">
                <a:latin typeface="SimHei" panose="02010609060101010101" pitchFamily="49" charset="-122"/>
                <a:ea typeface="SimHei" panose="02010609060101010101" pitchFamily="49" charset="-122"/>
              </a:rPr>
              <a:t>易维护</a:t>
            </a:r>
            <a:endParaRPr lang="en-US" altLang="zh-CN" sz="2800">
              <a:latin typeface="SimHei" panose="02010609060101010101" pitchFamily="49" charset="-122"/>
              <a:ea typeface="SimHei" panose="02010609060101010101" pitchFamily="49" charset="-122"/>
            </a:endParaRPr>
          </a:p>
          <a:p>
            <a:pPr marL="640080" lvl="1" indent="-457200" algn="l">
              <a:lnSpc>
                <a:spcPct val="150000"/>
              </a:lnSpc>
              <a:buFont typeface="Wingdings" panose="05000000000000000000" pitchFamily="2" charset="2"/>
              <a:buChar char="v"/>
            </a:pPr>
            <a:r>
              <a:rPr lang="zh-CN" altLang="en-US" sz="2800">
                <a:latin typeface="SimHei" panose="02010609060101010101" pitchFamily="49" charset="-122"/>
                <a:ea typeface="SimHei" panose="02010609060101010101" pitchFamily="49" charset="-122"/>
              </a:rPr>
              <a:t>故障和资源隔离</a:t>
            </a:r>
            <a:endParaRPr lang="en-US" altLang="zh-CN" sz="280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2742439162"/>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3822" y="881920"/>
            <a:ext cx="2950753" cy="576263"/>
          </a:xfrm>
        </p:spPr>
        <p:txBody>
          <a:bodyPr>
            <a:noAutofit/>
          </a:bodyPr>
          <a:lstStyle/>
          <a:p>
            <a:pPr algn="l"/>
            <a:r>
              <a:rPr lang="zh-CN" altLang="en-US" sz="3200">
                <a:solidFill>
                  <a:schemeClr val="tx2">
                    <a:lumMod val="75000"/>
                  </a:schemeClr>
                </a:solidFill>
                <a:latin typeface="Microsoft YaHei" panose="020B0503020204020204" pitchFamily="34" charset="-122"/>
                <a:ea typeface="Microsoft YaHei" panose="020B0503020204020204" pitchFamily="34" charset="-122"/>
              </a:rPr>
              <a:t>微服务的问题</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sp>
        <p:nvSpPr>
          <p:cNvPr id="7" name="燕尾形 5">
            <a:extLst>
              <a:ext uri="{FF2B5EF4-FFF2-40B4-BE49-F238E27FC236}">
                <a16:creationId xmlns:a16="http://schemas.microsoft.com/office/drawing/2014/main" id="{9AD94AB6-D4C4-4BEB-B79F-C4D463CAA72D}"/>
              </a:ext>
            </a:extLst>
          </p:cNvPr>
          <p:cNvSpPr/>
          <p:nvPr>
            <p:custDataLst>
              <p:tags r:id="rId1"/>
            </p:custDataLst>
          </p:nvPr>
        </p:nvSpPr>
        <p:spPr>
          <a:xfrm>
            <a:off x="1343324" y="2757600"/>
            <a:ext cx="3036464" cy="972463"/>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marL="0" indent="0" algn="ctr">
              <a:lnSpc>
                <a:spcPct val="100000"/>
              </a:lnSpc>
              <a:spcBef>
                <a:spcPts val="0"/>
              </a:spcBef>
              <a:spcAft>
                <a:spcPts val="0"/>
              </a:spcAft>
              <a:buSzPct val="100000"/>
              <a:buNone/>
            </a:pPr>
            <a:r>
              <a:rPr lang="zh-CN" altLang="en-US" sz="2800" kern="0" spc="200">
                <a:solidFill>
                  <a:schemeClr val="lt2"/>
                </a:solidFill>
                <a:latin typeface="Microsoft YaHei" panose="020B0503020204020204" pitchFamily="34" charset="-122"/>
                <a:ea typeface="Microsoft YaHei" panose="020B0503020204020204" pitchFamily="34" charset="-122"/>
                <a:cs typeface="+mj-cs"/>
              </a:rPr>
              <a:t>服务治理</a:t>
            </a:r>
            <a:endParaRPr lang="zh-CN" altLang="en-US" sz="2800" kern="0" spc="200" dirty="0">
              <a:solidFill>
                <a:schemeClr val="lt2"/>
              </a:solidFill>
              <a:latin typeface="Microsoft YaHei" panose="020B0503020204020204" pitchFamily="34" charset="-122"/>
              <a:ea typeface="Microsoft YaHei" panose="020B0503020204020204" pitchFamily="34" charset="-122"/>
              <a:cs typeface="+mj-cs"/>
            </a:endParaRPr>
          </a:p>
        </p:txBody>
      </p:sp>
      <p:sp>
        <p:nvSpPr>
          <p:cNvPr id="8" name="燕尾形 6">
            <a:extLst>
              <a:ext uri="{FF2B5EF4-FFF2-40B4-BE49-F238E27FC236}">
                <a16:creationId xmlns:a16="http://schemas.microsoft.com/office/drawing/2014/main" id="{9FFF5C26-E543-4353-9ED9-B85629DB14C1}"/>
              </a:ext>
            </a:extLst>
          </p:cNvPr>
          <p:cNvSpPr/>
          <p:nvPr>
            <p:custDataLst>
              <p:tags r:id="rId2"/>
            </p:custDataLst>
          </p:nvPr>
        </p:nvSpPr>
        <p:spPr>
          <a:xfrm>
            <a:off x="3886830" y="2757600"/>
            <a:ext cx="1094690" cy="972463"/>
          </a:xfrm>
          <a:prstGeom prst="chevron">
            <a:avLst/>
          </a:prstGeom>
          <a:solidFill>
            <a:srgbClr val="FFFFFF"/>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dk1"/>
              </a:solidFill>
              <a:latin typeface="Microsoft YaHei" panose="020B0503020204020204" pitchFamily="34" charset="-122"/>
              <a:ea typeface="Microsoft YaHei" panose="020B0503020204020204" pitchFamily="34" charset="-122"/>
              <a:sym typeface="Arial" panose="020B0604020202020204" pitchFamily="34" charset="0"/>
            </a:endParaRPr>
          </a:p>
        </p:txBody>
      </p:sp>
      <p:sp>
        <p:nvSpPr>
          <p:cNvPr id="10" name="燕尾形 7">
            <a:extLst>
              <a:ext uri="{FF2B5EF4-FFF2-40B4-BE49-F238E27FC236}">
                <a16:creationId xmlns:a16="http://schemas.microsoft.com/office/drawing/2014/main" id="{4332DD90-CF7D-4BA2-8FD0-F588E89C9C58}"/>
              </a:ext>
            </a:extLst>
          </p:cNvPr>
          <p:cNvSpPr/>
          <p:nvPr>
            <p:custDataLst>
              <p:tags r:id="rId3"/>
            </p:custDataLst>
          </p:nvPr>
        </p:nvSpPr>
        <p:spPr>
          <a:xfrm>
            <a:off x="4488558" y="2757600"/>
            <a:ext cx="3036464" cy="972463"/>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marL="0" indent="0" algn="ctr">
              <a:lnSpc>
                <a:spcPct val="100000"/>
              </a:lnSpc>
              <a:spcBef>
                <a:spcPts val="0"/>
              </a:spcBef>
              <a:spcAft>
                <a:spcPts val="0"/>
              </a:spcAft>
              <a:buSzPct val="100000"/>
              <a:buNone/>
            </a:pPr>
            <a:r>
              <a:rPr lang="zh-CN" altLang="en-US" sz="2800" spc="200">
                <a:solidFill>
                  <a:schemeClr val="lt2"/>
                </a:solidFill>
                <a:latin typeface="Microsoft YaHei" panose="020B0503020204020204" pitchFamily="34" charset="-122"/>
                <a:ea typeface="Microsoft YaHei" panose="020B0503020204020204" pitchFamily="34" charset="-122"/>
                <a:cs typeface="+mj-cs"/>
              </a:rPr>
              <a:t>流量控制</a:t>
            </a:r>
            <a:endParaRPr lang="zh-CN" altLang="en-US" sz="2800" kern="0" spc="200" dirty="0">
              <a:solidFill>
                <a:schemeClr val="lt2"/>
              </a:solidFill>
              <a:latin typeface="Microsoft YaHei" panose="020B0503020204020204" pitchFamily="34" charset="-122"/>
              <a:ea typeface="Microsoft YaHei" panose="020B0503020204020204" pitchFamily="34" charset="-122"/>
              <a:cs typeface="+mj-cs"/>
            </a:endParaRPr>
          </a:p>
        </p:txBody>
      </p:sp>
      <p:sp>
        <p:nvSpPr>
          <p:cNvPr id="11" name="燕尾形 8">
            <a:extLst>
              <a:ext uri="{FF2B5EF4-FFF2-40B4-BE49-F238E27FC236}">
                <a16:creationId xmlns:a16="http://schemas.microsoft.com/office/drawing/2014/main" id="{730DF218-86DF-431E-9EA5-E3D3ED519DF5}"/>
              </a:ext>
            </a:extLst>
          </p:cNvPr>
          <p:cNvSpPr/>
          <p:nvPr>
            <p:custDataLst>
              <p:tags r:id="rId4"/>
            </p:custDataLst>
          </p:nvPr>
        </p:nvSpPr>
        <p:spPr>
          <a:xfrm>
            <a:off x="7032064" y="2757600"/>
            <a:ext cx="1094690" cy="972463"/>
          </a:xfrm>
          <a:prstGeom prst="chevron">
            <a:avLst/>
          </a:prstGeom>
          <a:solidFill>
            <a:srgbClr val="FFFFFF"/>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dk1"/>
              </a:solidFill>
              <a:latin typeface="Microsoft YaHei" panose="020B0503020204020204" pitchFamily="34" charset="-122"/>
              <a:ea typeface="Microsoft YaHei" panose="020B0503020204020204" pitchFamily="34" charset="-122"/>
              <a:sym typeface="Arial" panose="020B0604020202020204" pitchFamily="34" charset="0"/>
            </a:endParaRPr>
          </a:p>
        </p:txBody>
      </p:sp>
      <p:sp>
        <p:nvSpPr>
          <p:cNvPr id="12" name="燕尾形 12">
            <a:extLst>
              <a:ext uri="{FF2B5EF4-FFF2-40B4-BE49-F238E27FC236}">
                <a16:creationId xmlns:a16="http://schemas.microsoft.com/office/drawing/2014/main" id="{5884D089-5F7E-46CD-B3C2-29EEDC75EEC8}"/>
              </a:ext>
            </a:extLst>
          </p:cNvPr>
          <p:cNvSpPr/>
          <p:nvPr>
            <p:custDataLst>
              <p:tags r:id="rId5"/>
            </p:custDataLst>
          </p:nvPr>
        </p:nvSpPr>
        <p:spPr>
          <a:xfrm>
            <a:off x="7633795" y="2757600"/>
            <a:ext cx="3036464" cy="972463"/>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marL="0" indent="0" algn="ctr">
              <a:lnSpc>
                <a:spcPct val="100000"/>
              </a:lnSpc>
              <a:spcBef>
                <a:spcPts val="0"/>
              </a:spcBef>
              <a:spcAft>
                <a:spcPts val="0"/>
              </a:spcAft>
              <a:buSzPct val="100000"/>
              <a:buNone/>
            </a:pPr>
            <a:r>
              <a:rPr lang="zh-CN" altLang="en-US" sz="2800" spc="200">
                <a:solidFill>
                  <a:schemeClr val="lt2"/>
                </a:solidFill>
                <a:latin typeface="Microsoft YaHei" panose="020B0503020204020204" pitchFamily="34" charset="-122"/>
                <a:ea typeface="Microsoft YaHei" panose="020B0503020204020204" pitchFamily="34" charset="-122"/>
                <a:cs typeface="+mj-cs"/>
              </a:rPr>
              <a:t>应用监测</a:t>
            </a:r>
            <a:endParaRPr lang="zh-CN" altLang="en-US" sz="2800" kern="0" spc="200" dirty="0">
              <a:solidFill>
                <a:schemeClr val="lt2"/>
              </a:solidFill>
              <a:latin typeface="Microsoft YaHei" panose="020B0503020204020204" pitchFamily="34" charset="-122"/>
              <a:ea typeface="Microsoft YaHei" panose="020B0503020204020204" pitchFamily="34" charset="-122"/>
              <a:cs typeface="+mj-cs"/>
            </a:endParaRPr>
          </a:p>
        </p:txBody>
      </p:sp>
      <p:sp>
        <p:nvSpPr>
          <p:cNvPr id="13" name="矩形 13">
            <a:extLst>
              <a:ext uri="{FF2B5EF4-FFF2-40B4-BE49-F238E27FC236}">
                <a16:creationId xmlns:a16="http://schemas.microsoft.com/office/drawing/2014/main" id="{D99880CF-3C63-4177-959A-89764C6315D0}"/>
              </a:ext>
            </a:extLst>
          </p:cNvPr>
          <p:cNvSpPr/>
          <p:nvPr>
            <p:custDataLst>
              <p:tags r:id="rId6"/>
            </p:custDataLst>
          </p:nvPr>
        </p:nvSpPr>
        <p:spPr>
          <a:xfrm>
            <a:off x="1343323" y="3870881"/>
            <a:ext cx="3036465" cy="895497"/>
          </a:xfrm>
          <a:prstGeom prst="rect">
            <a:avLst/>
          </a:prstGeom>
        </p:spPr>
        <p:txBody>
          <a:bodyPr wrap="square">
            <a:normAutofit/>
          </a:bodyPr>
          <a:lstStyle/>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spc="60">
                <a:solidFill>
                  <a:schemeClr val="dk1"/>
                </a:solidFill>
                <a:latin typeface="Microsoft YaHei" panose="020B0503020204020204" pitchFamily="34" charset="-122"/>
                <a:ea typeface="Microsoft YaHei" panose="020B0503020204020204" pitchFamily="34" charset="-122"/>
              </a:rPr>
              <a:t>弹性伸缩</a:t>
            </a:r>
            <a:endParaRPr lang="en-US" altLang="zh-CN" sz="1400" spc="60">
              <a:solidFill>
                <a:schemeClr val="dk1"/>
              </a:solidFill>
              <a:latin typeface="Microsoft YaHei" panose="020B0503020204020204" pitchFamily="34" charset="-122"/>
              <a:ea typeface="Microsoft YaHei" panose="020B0503020204020204" pitchFamily="34" charset="-122"/>
            </a:endParaRPr>
          </a:p>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kern="0" spc="60">
                <a:solidFill>
                  <a:schemeClr val="dk1"/>
                </a:solidFill>
                <a:latin typeface="Microsoft YaHei" panose="020B0503020204020204" pitchFamily="34" charset="-122"/>
                <a:ea typeface="Microsoft YaHei" panose="020B0503020204020204" pitchFamily="34" charset="-122"/>
              </a:rPr>
              <a:t>故障隔离</a:t>
            </a:r>
            <a:endParaRPr lang="zh-CN" altLang="en-US" sz="1400" kern="0" spc="60" dirty="0">
              <a:solidFill>
                <a:schemeClr val="dk1"/>
              </a:solidFill>
              <a:latin typeface="Microsoft YaHei" panose="020B0503020204020204" pitchFamily="34" charset="-122"/>
              <a:ea typeface="Microsoft YaHei" panose="020B0503020204020204" pitchFamily="34" charset="-122"/>
            </a:endParaRPr>
          </a:p>
        </p:txBody>
      </p:sp>
      <p:sp>
        <p:nvSpPr>
          <p:cNvPr id="14" name="矩形 16">
            <a:extLst>
              <a:ext uri="{FF2B5EF4-FFF2-40B4-BE49-F238E27FC236}">
                <a16:creationId xmlns:a16="http://schemas.microsoft.com/office/drawing/2014/main" id="{F286ECF2-D611-4302-9770-21C42D2D7E1F}"/>
              </a:ext>
            </a:extLst>
          </p:cNvPr>
          <p:cNvSpPr/>
          <p:nvPr>
            <p:custDataLst>
              <p:tags r:id="rId7"/>
            </p:custDataLst>
          </p:nvPr>
        </p:nvSpPr>
        <p:spPr>
          <a:xfrm>
            <a:off x="7633794" y="3870881"/>
            <a:ext cx="3036465" cy="895497"/>
          </a:xfrm>
          <a:prstGeom prst="rect">
            <a:avLst/>
          </a:prstGeom>
        </p:spPr>
        <p:txBody>
          <a:bodyPr wrap="square">
            <a:normAutofit/>
          </a:bodyPr>
          <a:lstStyle/>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spc="60">
                <a:solidFill>
                  <a:schemeClr val="dk1"/>
                </a:solidFill>
                <a:latin typeface="Microsoft YaHei" panose="020B0503020204020204" pitchFamily="34" charset="-122"/>
                <a:ea typeface="Microsoft YaHei" panose="020B0503020204020204" pitchFamily="34" charset="-122"/>
                <a:cs typeface="Microsoft YaHei" panose="020B0503020204020204" pitchFamily="34" charset="-122"/>
              </a:rPr>
              <a:t>指标度量</a:t>
            </a:r>
            <a:endParaRPr lang="en-US" altLang="zh-CN" sz="1400" kern="0" spc="60">
              <a:solidFill>
                <a:schemeClr val="dk1"/>
              </a:solidFill>
              <a:latin typeface="Microsoft YaHei" panose="020B0503020204020204" pitchFamily="34" charset="-122"/>
              <a:ea typeface="Microsoft YaHei" panose="020B0503020204020204" pitchFamily="34" charset="-122"/>
              <a:cs typeface="Microsoft YaHei" panose="020B0503020204020204" pitchFamily="34" charset="-122"/>
            </a:endParaRPr>
          </a:p>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spc="60">
                <a:solidFill>
                  <a:schemeClr val="dk1"/>
                </a:solidFill>
                <a:latin typeface="Microsoft YaHei" panose="020B0503020204020204" pitchFamily="34" charset="-122"/>
                <a:ea typeface="Microsoft YaHei" panose="020B0503020204020204" pitchFamily="34" charset="-122"/>
                <a:cs typeface="Microsoft YaHei" panose="020B0503020204020204" pitchFamily="34" charset="-122"/>
              </a:rPr>
              <a:t>链式跟踪</a:t>
            </a:r>
            <a:endParaRPr lang="zh-CN" altLang="en-US" sz="1400" kern="0" spc="60" dirty="0">
              <a:solidFill>
                <a:schemeClr val="dk1"/>
              </a:solidFill>
              <a:latin typeface="Microsoft YaHei" panose="020B0503020204020204" pitchFamily="34" charset="-122"/>
              <a:ea typeface="Microsoft YaHei" panose="020B0503020204020204" pitchFamily="34" charset="-122"/>
              <a:cs typeface="Microsoft YaHei" panose="020B0503020204020204" pitchFamily="34" charset="-122"/>
            </a:endParaRPr>
          </a:p>
        </p:txBody>
      </p:sp>
      <p:sp>
        <p:nvSpPr>
          <p:cNvPr id="15" name="矩形 19">
            <a:extLst>
              <a:ext uri="{FF2B5EF4-FFF2-40B4-BE49-F238E27FC236}">
                <a16:creationId xmlns:a16="http://schemas.microsoft.com/office/drawing/2014/main" id="{551B4716-0A12-4A8E-8622-A22DC7E05114}"/>
              </a:ext>
            </a:extLst>
          </p:cNvPr>
          <p:cNvSpPr/>
          <p:nvPr>
            <p:custDataLst>
              <p:tags r:id="rId8"/>
            </p:custDataLst>
          </p:nvPr>
        </p:nvSpPr>
        <p:spPr>
          <a:xfrm>
            <a:off x="4488557" y="1458183"/>
            <a:ext cx="3036465" cy="1100254"/>
          </a:xfrm>
          <a:prstGeom prst="rect">
            <a:avLst/>
          </a:prstGeom>
        </p:spPr>
        <p:txBody>
          <a:bodyPr wrap="square" anchor="b">
            <a:normAutofit/>
          </a:bodyPr>
          <a:lstStyle/>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spc="60">
                <a:solidFill>
                  <a:schemeClr val="dk1"/>
                </a:solidFill>
                <a:latin typeface="Microsoft YaHei" panose="020B0503020204020204" pitchFamily="34" charset="-122"/>
                <a:ea typeface="Microsoft YaHei" panose="020B0503020204020204" pitchFamily="34" charset="-122"/>
              </a:rPr>
              <a:t>路由</a:t>
            </a:r>
            <a:endParaRPr lang="zh-CN" altLang="en-US" sz="1400" kern="0" spc="60" dirty="0">
              <a:solidFill>
                <a:schemeClr val="dk1"/>
              </a:solidFill>
              <a:latin typeface="Microsoft YaHei" panose="020B0503020204020204" pitchFamily="34" charset="-122"/>
              <a:ea typeface="Microsoft YaHei" panose="020B0503020204020204" pitchFamily="34" charset="-122"/>
            </a:endParaRPr>
          </a:p>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spc="60">
                <a:solidFill>
                  <a:schemeClr val="dk1"/>
                </a:solidFill>
                <a:latin typeface="Microsoft YaHei" panose="020B0503020204020204" pitchFamily="34" charset="-122"/>
                <a:ea typeface="Microsoft YaHei" panose="020B0503020204020204" pitchFamily="34" charset="-122"/>
              </a:rPr>
              <a:t>熔断</a:t>
            </a:r>
            <a:endParaRPr lang="zh-CN" altLang="en-US" sz="1400" kern="0" spc="60" dirty="0">
              <a:solidFill>
                <a:schemeClr val="dk1"/>
              </a:solidFill>
              <a:latin typeface="Microsoft YaHei" panose="020B0503020204020204" pitchFamily="34" charset="-122"/>
              <a:ea typeface="Microsoft YaHei" panose="020B0503020204020204" pitchFamily="34" charset="-122"/>
            </a:endParaRPr>
          </a:p>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kern="0" spc="60">
                <a:solidFill>
                  <a:schemeClr val="dk1"/>
                </a:solidFill>
                <a:latin typeface="Microsoft YaHei" panose="020B0503020204020204" pitchFamily="34" charset="-122"/>
                <a:ea typeface="Microsoft YaHei" panose="020B0503020204020204" pitchFamily="34" charset="-122"/>
              </a:rPr>
              <a:t>限速</a:t>
            </a:r>
            <a:endParaRPr lang="zh-CN" altLang="en-US" sz="1400" kern="0" spc="60" dirty="0">
              <a:solidFill>
                <a:schemeClr val="dk1"/>
              </a:solidFill>
              <a:latin typeface="Microsoft YaHei" panose="020B0503020204020204" pitchFamily="34" charset="-122"/>
              <a:ea typeface="Microsoft YaHei" panose="020B0503020204020204" pitchFamily="34" charset="-122"/>
            </a:endParaRPr>
          </a:p>
        </p:txBody>
      </p:sp>
      <p:sp>
        <p:nvSpPr>
          <p:cNvPr id="16" name="矩形 5">
            <a:extLst>
              <a:ext uri="{FF2B5EF4-FFF2-40B4-BE49-F238E27FC236}">
                <a16:creationId xmlns:a16="http://schemas.microsoft.com/office/drawing/2014/main" id="{54C3DF15-91B2-4387-A308-B3658F9C86D2}"/>
              </a:ext>
            </a:extLst>
          </p:cNvPr>
          <p:cNvSpPr/>
          <p:nvPr>
            <p:custDataLst>
              <p:tags r:id="rId9"/>
            </p:custDataLst>
          </p:nvPr>
        </p:nvSpPr>
        <p:spPr>
          <a:xfrm>
            <a:off x="1343323" y="4907196"/>
            <a:ext cx="8209555" cy="1543204"/>
          </a:xfrm>
          <a:prstGeom prst="rect">
            <a:avLst/>
          </a:prstGeom>
          <a:noFill/>
          <a:ln w="6350">
            <a:solidFill>
              <a:schemeClr val="accent1">
                <a:alpha val="2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sp>
        <p:nvSpPr>
          <p:cNvPr id="17" name="矩形 6">
            <a:extLst>
              <a:ext uri="{FF2B5EF4-FFF2-40B4-BE49-F238E27FC236}">
                <a16:creationId xmlns:a16="http://schemas.microsoft.com/office/drawing/2014/main" id="{F40E3650-E298-44FC-8BCF-93DC0B4E321E}"/>
              </a:ext>
            </a:extLst>
          </p:cNvPr>
          <p:cNvSpPr/>
          <p:nvPr>
            <p:custDataLst>
              <p:tags r:id="rId10"/>
            </p:custDataLst>
          </p:nvPr>
        </p:nvSpPr>
        <p:spPr>
          <a:xfrm>
            <a:off x="4792563" y="4985217"/>
            <a:ext cx="2121191" cy="1255501"/>
          </a:xfrm>
          <a:prstGeom prst="rect">
            <a:avLst/>
          </a:prstGeom>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31800" marR="0" lvl="0" indent="-431800" algn="l" defTabSz="914400" rtl="0" eaLnBrk="1" fontAlgn="auto" latinLnBrk="0" hangingPunct="1">
              <a:lnSpc>
                <a:spcPct val="120000"/>
              </a:lnSpc>
              <a:spcBef>
                <a:spcPts val="0"/>
              </a:spcBef>
              <a:spcAft>
                <a:spcPts val="800"/>
              </a:spcAft>
              <a:buClr>
                <a:srgbClr val="000000">
                  <a:lumMod val="75000"/>
                  <a:lumOff val="25000"/>
                </a:srgbClr>
              </a:buClr>
              <a:buSzPct val="90000"/>
              <a:buFont typeface="Arial" panose="020B0604020202020204" pitchFamily="34" charset="0"/>
              <a:buChar char="•"/>
            </a:pPr>
            <a:r>
              <a:rPr lang="zh-CN" altLang="en-US" spc="180">
                <a:solidFill>
                  <a:schemeClr val="dk1">
                    <a:lumMod val="65000"/>
                    <a:lumOff val="35000"/>
                  </a:schemeClr>
                </a:solidFill>
                <a:latin typeface="Microsoft YaHei" panose="020B0503020204020204" pitchFamily="34" charset="-122"/>
                <a:ea typeface="Microsoft YaHei" panose="020B0503020204020204" pitchFamily="34" charset="-122"/>
                <a:cs typeface="Microsoft YaHei" panose="020B0503020204020204" pitchFamily="34" charset="-122"/>
              </a:rPr>
              <a:t>服务发现</a:t>
            </a:r>
            <a:endParaRPr kumimoji="0" lang="zh-CN" altLang="en-US" kern="1200" cap="none" spc="180" noProof="0" dirty="0">
              <a:ln>
                <a:noFill/>
              </a:ln>
              <a:solidFill>
                <a:schemeClr val="dk1">
                  <a:lumMod val="65000"/>
                  <a:lumOff val="35000"/>
                </a:schemeClr>
              </a:solidFill>
              <a:effectLst/>
              <a:latin typeface="Microsoft YaHei" panose="020B0503020204020204" pitchFamily="34" charset="-122"/>
              <a:ea typeface="Microsoft YaHei" panose="020B0503020204020204" pitchFamily="34" charset="-122"/>
              <a:cs typeface="Microsoft YaHei" panose="020B0503020204020204" pitchFamily="34" charset="-122"/>
            </a:endParaRPr>
          </a:p>
          <a:p>
            <a:pPr marL="431800" marR="0" lvl="0" indent="-431800" algn="l" defTabSz="914400" rtl="0" eaLnBrk="1" fontAlgn="auto" latinLnBrk="0" hangingPunct="1">
              <a:lnSpc>
                <a:spcPct val="120000"/>
              </a:lnSpc>
              <a:spcBef>
                <a:spcPts val="0"/>
              </a:spcBef>
              <a:spcAft>
                <a:spcPts val="800"/>
              </a:spcAft>
              <a:buClr>
                <a:srgbClr val="000000">
                  <a:lumMod val="75000"/>
                  <a:lumOff val="25000"/>
                </a:srgbClr>
              </a:buClr>
              <a:buSzPct val="90000"/>
              <a:buFont typeface="Arial" panose="020B0604020202020204" pitchFamily="34" charset="0"/>
              <a:buChar char="•"/>
            </a:pPr>
            <a:r>
              <a:rPr kumimoji="0" lang="zh-CN" altLang="en-US" kern="1200" cap="none" spc="180" noProof="0">
                <a:ln>
                  <a:noFill/>
                </a:ln>
                <a:solidFill>
                  <a:schemeClr val="dk1">
                    <a:lumMod val="65000"/>
                    <a:lumOff val="35000"/>
                  </a:schemeClr>
                </a:solidFill>
                <a:effectLst/>
                <a:latin typeface="Microsoft YaHei" panose="020B0503020204020204" pitchFamily="34" charset="-122"/>
                <a:ea typeface="Microsoft YaHei" panose="020B0503020204020204" pitchFamily="34" charset="-122"/>
                <a:cs typeface="Microsoft YaHei" panose="020B0503020204020204" pitchFamily="34" charset="-122"/>
              </a:rPr>
              <a:t>负载均衡</a:t>
            </a:r>
            <a:endParaRPr kumimoji="0" lang="en-US" altLang="zh-CN" kern="1200" cap="none" spc="180" noProof="0">
              <a:ln>
                <a:noFill/>
              </a:ln>
              <a:solidFill>
                <a:schemeClr val="dk1">
                  <a:lumMod val="65000"/>
                  <a:lumOff val="35000"/>
                </a:schemeClr>
              </a:solidFill>
              <a:effectLst/>
              <a:latin typeface="Microsoft YaHei" panose="020B0503020204020204" pitchFamily="34" charset="-122"/>
              <a:ea typeface="Microsoft YaHei" panose="020B0503020204020204" pitchFamily="34" charset="-122"/>
              <a:cs typeface="Microsoft YaHei" panose="020B0503020204020204" pitchFamily="34" charset="-122"/>
            </a:endParaRPr>
          </a:p>
          <a:p>
            <a:pPr marL="431800" marR="0" lvl="0" indent="-431800" algn="l" defTabSz="914400" rtl="0" eaLnBrk="1" fontAlgn="auto" latinLnBrk="0" hangingPunct="1">
              <a:lnSpc>
                <a:spcPct val="120000"/>
              </a:lnSpc>
              <a:spcBef>
                <a:spcPts val="0"/>
              </a:spcBef>
              <a:spcAft>
                <a:spcPts val="800"/>
              </a:spcAft>
              <a:buClr>
                <a:srgbClr val="000000">
                  <a:lumMod val="75000"/>
                  <a:lumOff val="25000"/>
                </a:srgbClr>
              </a:buClr>
              <a:buSzPct val="90000"/>
              <a:buFont typeface="Arial" panose="020B0604020202020204" pitchFamily="34" charset="0"/>
              <a:buChar char="•"/>
            </a:pPr>
            <a:r>
              <a:rPr kumimoji="0" lang="zh-CN" altLang="en-US" kern="1200" cap="none" spc="180" noProof="0">
                <a:ln>
                  <a:noFill/>
                </a:ln>
                <a:solidFill>
                  <a:schemeClr val="dk1">
                    <a:lumMod val="65000"/>
                    <a:lumOff val="35000"/>
                  </a:schemeClr>
                </a:solidFill>
                <a:effectLst/>
                <a:latin typeface="Microsoft YaHei" panose="020B0503020204020204" pitchFamily="34" charset="-122"/>
                <a:ea typeface="Microsoft YaHei" panose="020B0503020204020204" pitchFamily="34" charset="-122"/>
                <a:cs typeface="Microsoft YaHei" panose="020B0503020204020204" pitchFamily="34" charset="-122"/>
              </a:rPr>
              <a:t>失效转移</a:t>
            </a:r>
            <a:endParaRPr kumimoji="0" lang="en-US" altLang="zh-CN" kern="1200" cap="none" spc="180" noProof="0">
              <a:ln>
                <a:noFill/>
              </a:ln>
              <a:solidFill>
                <a:schemeClr val="dk1">
                  <a:lumMod val="65000"/>
                  <a:lumOff val="35000"/>
                </a:schemeClr>
              </a:solidFill>
              <a:effectLst/>
              <a:latin typeface="Microsoft YaHei" panose="020B0503020204020204" pitchFamily="34" charset="-122"/>
              <a:ea typeface="Microsoft YaHei" panose="020B0503020204020204" pitchFamily="34" charset="-122"/>
              <a:cs typeface="Microsoft YaHei" panose="020B0503020204020204" pitchFamily="34" charset="-122"/>
            </a:endParaRPr>
          </a:p>
        </p:txBody>
      </p:sp>
      <p:cxnSp>
        <p:nvCxnSpPr>
          <p:cNvPr id="18" name="直接连接符 11">
            <a:extLst>
              <a:ext uri="{FF2B5EF4-FFF2-40B4-BE49-F238E27FC236}">
                <a16:creationId xmlns:a16="http://schemas.microsoft.com/office/drawing/2014/main" id="{7F5E47E4-A442-4584-ADCC-385DD7BF4995}"/>
              </a:ext>
            </a:extLst>
          </p:cNvPr>
          <p:cNvCxnSpPr>
            <a:cxnSpLocks/>
          </p:cNvCxnSpPr>
          <p:nvPr>
            <p:custDataLst>
              <p:tags r:id="rId11"/>
            </p:custDataLst>
          </p:nvPr>
        </p:nvCxnSpPr>
        <p:spPr>
          <a:xfrm>
            <a:off x="4488557" y="4979529"/>
            <a:ext cx="0" cy="1363879"/>
          </a:xfrm>
          <a:prstGeom prst="line">
            <a:avLst/>
          </a:prstGeom>
          <a:ln w="6350" cmpd="sng">
            <a:solidFill>
              <a:schemeClr val="accent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19" name="矩形 7">
            <a:extLst>
              <a:ext uri="{FF2B5EF4-FFF2-40B4-BE49-F238E27FC236}">
                <a16:creationId xmlns:a16="http://schemas.microsoft.com/office/drawing/2014/main" id="{B5B589F8-541A-4ADA-AF11-BEB2718D577A}"/>
              </a:ext>
            </a:extLst>
          </p:cNvPr>
          <p:cNvSpPr/>
          <p:nvPr>
            <p:custDataLst>
              <p:tags r:id="rId12"/>
            </p:custDataLst>
          </p:nvPr>
        </p:nvSpPr>
        <p:spPr>
          <a:xfrm>
            <a:off x="1647328" y="5051091"/>
            <a:ext cx="2537224" cy="1255414"/>
          </a:xfrm>
          <a:prstGeom prst="rect">
            <a:avLst/>
          </a:prstGeom>
          <a:ln>
            <a:noFill/>
          </a:ln>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0" marR="0" lvl="0" indent="-381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v"/>
            </a:pPr>
            <a:r>
              <a:rPr kumimoji="0" lang="en-US" altLang="zh-CN" sz="2200" kern="1200" cap="none" spc="140" noProof="0">
                <a:ln>
                  <a:noFill/>
                </a:ln>
                <a:solidFill>
                  <a:schemeClr val="dk1">
                    <a:lumMod val="65000"/>
                    <a:lumOff val="35000"/>
                  </a:schemeClr>
                </a:solidFill>
                <a:effectLst/>
                <a:latin typeface="Microsoft YaHei" panose="020B0503020204020204" pitchFamily="34" charset="-122"/>
                <a:ea typeface="Microsoft YaHei" panose="020B0503020204020204" pitchFamily="34" charset="-122"/>
              </a:rPr>
              <a:t>Spring Cloud</a:t>
            </a:r>
            <a:endParaRPr kumimoji="0" lang="zh-CN" altLang="en-US" sz="2200" kern="1200" cap="none" spc="140" noProof="0" dirty="0">
              <a:ln>
                <a:noFill/>
              </a:ln>
              <a:solidFill>
                <a:schemeClr val="dk1">
                  <a:lumMod val="65000"/>
                  <a:lumOff val="35000"/>
                </a:schemeClr>
              </a:solidFill>
              <a:effectLst/>
              <a:latin typeface="Microsoft YaHei" panose="020B0503020204020204" pitchFamily="34" charset="-122"/>
              <a:ea typeface="Microsoft YaHei" panose="020B0503020204020204" pitchFamily="34" charset="-122"/>
            </a:endParaRPr>
          </a:p>
        </p:txBody>
      </p:sp>
      <p:sp>
        <p:nvSpPr>
          <p:cNvPr id="20" name="矩形 6">
            <a:extLst>
              <a:ext uri="{FF2B5EF4-FFF2-40B4-BE49-F238E27FC236}">
                <a16:creationId xmlns:a16="http://schemas.microsoft.com/office/drawing/2014/main" id="{E8486BB0-1BB4-4892-8B6A-ECEAAA47BC77}"/>
              </a:ext>
            </a:extLst>
          </p:cNvPr>
          <p:cNvSpPr/>
          <p:nvPr>
            <p:custDataLst>
              <p:tags r:id="rId13"/>
            </p:custDataLst>
          </p:nvPr>
        </p:nvSpPr>
        <p:spPr>
          <a:xfrm>
            <a:off x="6913754" y="4985217"/>
            <a:ext cx="2639124" cy="1255501"/>
          </a:xfrm>
          <a:prstGeom prst="rect">
            <a:avLst/>
          </a:prstGeom>
        </p:spPr>
        <p:txBody>
          <a:bodyPr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31800" marR="0" lvl="0" indent="-431800" algn="l" defTabSz="914400" rtl="0" eaLnBrk="1" fontAlgn="auto" latinLnBrk="0" hangingPunct="1">
              <a:lnSpc>
                <a:spcPct val="120000"/>
              </a:lnSpc>
              <a:spcBef>
                <a:spcPts val="0"/>
              </a:spcBef>
              <a:spcAft>
                <a:spcPts val="800"/>
              </a:spcAft>
              <a:buClr>
                <a:srgbClr val="000000">
                  <a:lumMod val="75000"/>
                  <a:lumOff val="25000"/>
                </a:srgbClr>
              </a:buClr>
              <a:buSzPct val="90000"/>
              <a:buFont typeface="Arial" panose="020B0604020202020204" pitchFamily="34" charset="0"/>
              <a:buChar char="•"/>
            </a:pPr>
            <a:r>
              <a:rPr kumimoji="0" lang="zh-CN" altLang="en-US" kern="1200" cap="none" spc="180" noProof="0">
                <a:ln>
                  <a:noFill/>
                </a:ln>
                <a:solidFill>
                  <a:schemeClr val="dk1">
                    <a:lumMod val="65000"/>
                    <a:lumOff val="35000"/>
                  </a:schemeClr>
                </a:solidFill>
                <a:effectLst/>
                <a:latin typeface="Microsoft YaHei" panose="020B0503020204020204" pitchFamily="34" charset="-122"/>
                <a:ea typeface="Microsoft YaHei" panose="020B0503020204020204" pitchFamily="34" charset="-122"/>
                <a:cs typeface="Microsoft YaHei" panose="020B0503020204020204" pitchFamily="34" charset="-122"/>
              </a:rPr>
              <a:t>动态扩容</a:t>
            </a:r>
            <a:endParaRPr kumimoji="0" lang="zh-CN" altLang="en-US" kern="1200" cap="none" spc="180" noProof="0" dirty="0">
              <a:ln>
                <a:noFill/>
              </a:ln>
              <a:solidFill>
                <a:schemeClr val="dk1">
                  <a:lumMod val="65000"/>
                  <a:lumOff val="35000"/>
                </a:schemeClr>
              </a:solidFill>
              <a:effectLst/>
              <a:latin typeface="Microsoft YaHei" panose="020B0503020204020204" pitchFamily="34" charset="-122"/>
              <a:ea typeface="Microsoft YaHei" panose="020B0503020204020204" pitchFamily="34" charset="-122"/>
              <a:cs typeface="Microsoft YaHei" panose="020B0503020204020204" pitchFamily="34" charset="-122"/>
            </a:endParaRPr>
          </a:p>
          <a:p>
            <a:pPr marL="431800" marR="0" lvl="0" indent="-431800" algn="l" defTabSz="914400" rtl="0" eaLnBrk="1" fontAlgn="auto" latinLnBrk="0" hangingPunct="1">
              <a:lnSpc>
                <a:spcPct val="120000"/>
              </a:lnSpc>
              <a:spcBef>
                <a:spcPts val="0"/>
              </a:spcBef>
              <a:spcAft>
                <a:spcPts val="800"/>
              </a:spcAft>
              <a:buClr>
                <a:srgbClr val="000000">
                  <a:lumMod val="75000"/>
                  <a:lumOff val="25000"/>
                </a:srgbClr>
              </a:buClr>
              <a:buSzPct val="90000"/>
              <a:buFont typeface="Arial" panose="020B0604020202020204" pitchFamily="34" charset="0"/>
              <a:buChar char="•"/>
            </a:pPr>
            <a:r>
              <a:rPr lang="zh-CN" altLang="en-US" spc="180">
                <a:solidFill>
                  <a:schemeClr val="dk1">
                    <a:lumMod val="65000"/>
                    <a:lumOff val="35000"/>
                  </a:schemeClr>
                </a:solidFill>
                <a:latin typeface="Microsoft YaHei" panose="020B0503020204020204" pitchFamily="34" charset="-122"/>
                <a:ea typeface="Microsoft YaHei" panose="020B0503020204020204" pitchFamily="34" charset="-122"/>
                <a:cs typeface="Microsoft YaHei" panose="020B0503020204020204" pitchFamily="34" charset="-122"/>
              </a:rPr>
              <a:t>数据分片</a:t>
            </a:r>
            <a:endParaRPr kumimoji="0" lang="en-US" altLang="zh-CN" kern="1200" cap="none" spc="180" noProof="0">
              <a:ln>
                <a:noFill/>
              </a:ln>
              <a:solidFill>
                <a:schemeClr val="dk1">
                  <a:lumMod val="65000"/>
                  <a:lumOff val="35000"/>
                </a:schemeClr>
              </a:solidFill>
              <a:effectLst/>
              <a:latin typeface="Microsoft YaHei" panose="020B0503020204020204" pitchFamily="34" charset="-122"/>
              <a:ea typeface="Microsoft YaHei" panose="020B0503020204020204" pitchFamily="34" charset="-122"/>
              <a:cs typeface="Microsoft YaHei" panose="020B0503020204020204" pitchFamily="34" charset="-122"/>
            </a:endParaRPr>
          </a:p>
          <a:p>
            <a:pPr marL="431800" marR="0" lvl="0" indent="-431800" algn="l" defTabSz="914400" rtl="0" eaLnBrk="1" fontAlgn="auto" latinLnBrk="0" hangingPunct="1">
              <a:lnSpc>
                <a:spcPct val="120000"/>
              </a:lnSpc>
              <a:spcBef>
                <a:spcPts val="0"/>
              </a:spcBef>
              <a:spcAft>
                <a:spcPts val="800"/>
              </a:spcAft>
              <a:buClr>
                <a:srgbClr val="000000">
                  <a:lumMod val="75000"/>
                  <a:lumOff val="25000"/>
                </a:srgbClr>
              </a:buClr>
              <a:buSzPct val="90000"/>
              <a:buFont typeface="Arial" panose="020B0604020202020204" pitchFamily="34" charset="0"/>
              <a:buChar char="•"/>
            </a:pPr>
            <a:r>
              <a:rPr kumimoji="0" lang="zh-CN" altLang="en-US" kern="1200" cap="none" spc="180" noProof="0">
                <a:ln>
                  <a:noFill/>
                </a:ln>
                <a:solidFill>
                  <a:schemeClr val="dk1">
                    <a:lumMod val="65000"/>
                    <a:lumOff val="35000"/>
                  </a:schemeClr>
                </a:solidFill>
                <a:effectLst/>
                <a:latin typeface="Microsoft YaHei" panose="020B0503020204020204" pitchFamily="34" charset="-122"/>
                <a:ea typeface="Microsoft YaHei" panose="020B0503020204020204" pitchFamily="34" charset="-122"/>
                <a:cs typeface="Microsoft YaHei" panose="020B0503020204020204" pitchFamily="34" charset="-122"/>
              </a:rPr>
              <a:t>调用链路监控</a:t>
            </a:r>
            <a:endParaRPr kumimoji="0" lang="en-US" altLang="zh-CN" kern="1200" cap="none" spc="180" noProof="0">
              <a:ln>
                <a:noFill/>
              </a:ln>
              <a:solidFill>
                <a:schemeClr val="dk1">
                  <a:lumMod val="65000"/>
                  <a:lumOff val="35000"/>
                </a:schemeClr>
              </a:solidFill>
              <a:effectLst/>
              <a:latin typeface="Microsoft YaHei" panose="020B0503020204020204" pitchFamily="34" charset="-122"/>
              <a:ea typeface="Microsoft YaHei" panose="020B0503020204020204" pitchFamily="34" charset="-122"/>
              <a:cs typeface="Microsoft YaHei" panose="020B0503020204020204" pitchFamily="34" charset="-122"/>
            </a:endParaRPr>
          </a:p>
        </p:txBody>
      </p:sp>
      <p:sp>
        <p:nvSpPr>
          <p:cNvPr id="22" name="Flowchart: Decision 21">
            <a:extLst>
              <a:ext uri="{FF2B5EF4-FFF2-40B4-BE49-F238E27FC236}">
                <a16:creationId xmlns:a16="http://schemas.microsoft.com/office/drawing/2014/main" id="{3005B448-B79D-43DC-9C88-4D6F78B72019}"/>
              </a:ext>
            </a:extLst>
          </p:cNvPr>
          <p:cNvSpPr/>
          <p:nvPr/>
        </p:nvSpPr>
        <p:spPr>
          <a:xfrm>
            <a:off x="9270380" y="5589365"/>
            <a:ext cx="2193074" cy="754043"/>
          </a:xfrm>
          <a:prstGeom prst="flowChartDecision">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zh-CN" altLang="en-US" sz="1800" b="1">
                <a:ln w="22225">
                  <a:solidFill>
                    <a:schemeClr val="accent2"/>
                  </a:solidFill>
                  <a:prstDash val="solid"/>
                </a:ln>
                <a:solidFill>
                  <a:schemeClr val="accent2">
                    <a:lumMod val="40000"/>
                    <a:lumOff val="60000"/>
                  </a:schemeClr>
                </a:solidFill>
              </a:rPr>
              <a:t>强</a:t>
            </a:r>
            <a:r>
              <a:rPr kumimoji="0" lang="zh-CN" altLang="en-US" sz="1800" b="1" i="0" u="none" strike="noStrike" normalizeH="0" baseline="0">
                <a:ln w="22225">
                  <a:solidFill>
                    <a:schemeClr val="accent2"/>
                  </a:solidFill>
                  <a:prstDash val="solid"/>
                </a:ln>
                <a:solidFill>
                  <a:schemeClr val="accent2">
                    <a:lumMod val="40000"/>
                    <a:lumOff val="60000"/>
                  </a:schemeClr>
                </a:solidFill>
                <a:uFillTx/>
                <a:latin typeface="+mn-lt"/>
                <a:ea typeface="+mn-ea"/>
                <a:cs typeface="+mn-cs"/>
                <a:sym typeface="Helvetica Light"/>
              </a:rPr>
              <a:t>侵入性</a:t>
            </a:r>
            <a:endParaRPr kumimoji="0" lang="en-US" altLang="zh-CN" sz="1800" b="1" i="0" u="none" strike="noStrike" normalizeH="0" baseline="0">
              <a:ln w="22225">
                <a:solidFill>
                  <a:schemeClr val="accent2"/>
                </a:solidFill>
                <a:prstDash val="solid"/>
              </a:ln>
              <a:solidFill>
                <a:schemeClr val="accent2">
                  <a:lumMod val="40000"/>
                  <a:lumOff val="60000"/>
                </a:schemeClr>
              </a:solidFill>
              <a:uFillTx/>
              <a:latin typeface="+mn-lt"/>
              <a:ea typeface="+mn-ea"/>
              <a:cs typeface="+mn-cs"/>
              <a:sym typeface="Helvetica Light"/>
            </a:endParaRPr>
          </a:p>
        </p:txBody>
      </p:sp>
    </p:spTree>
    <p:extLst>
      <p:ext uri="{BB962C8B-B14F-4D97-AF65-F5344CB8AC3E}">
        <p14:creationId xmlns:p14="http://schemas.microsoft.com/office/powerpoint/2010/main" val="1280570990"/>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3822" y="881920"/>
            <a:ext cx="6630656" cy="576263"/>
          </a:xfrm>
        </p:spPr>
        <p:txBody>
          <a:bodyPr>
            <a:noAutofit/>
          </a:bodyPr>
          <a:lstStyle/>
          <a:p>
            <a:pPr algn="l"/>
            <a:r>
              <a:rPr lang="en-US" altLang="zh-CN" sz="3200">
                <a:solidFill>
                  <a:schemeClr val="tx2">
                    <a:lumMod val="75000"/>
                  </a:schemeClr>
                </a:solidFill>
                <a:latin typeface="Microsoft YaHei" panose="020B0503020204020204" pitchFamily="34" charset="-122"/>
                <a:ea typeface="Microsoft YaHei" panose="020B0503020204020204" pitchFamily="34" charset="-122"/>
              </a:rPr>
              <a:t>Kubernetes</a:t>
            </a:r>
            <a:r>
              <a:rPr lang="zh-CN" altLang="en-US" sz="3200">
                <a:solidFill>
                  <a:schemeClr val="tx2">
                    <a:lumMod val="75000"/>
                  </a:schemeClr>
                </a:solidFill>
                <a:latin typeface="Microsoft YaHei" panose="020B0503020204020204" pitchFamily="34" charset="-122"/>
                <a:ea typeface="Microsoft YaHei" panose="020B0503020204020204" pitchFamily="34" charset="-122"/>
              </a:rPr>
              <a:t> </a:t>
            </a:r>
            <a:r>
              <a:rPr lang="en-US" altLang="zh-CN" sz="3200">
                <a:solidFill>
                  <a:schemeClr val="tx2">
                    <a:lumMod val="75000"/>
                  </a:schemeClr>
                </a:solidFill>
                <a:latin typeface="Microsoft YaHei" panose="020B0503020204020204" pitchFamily="34" charset="-122"/>
                <a:ea typeface="Microsoft YaHei" panose="020B0503020204020204" pitchFamily="34" charset="-122"/>
              </a:rPr>
              <a:t>&amp;</a:t>
            </a:r>
            <a:r>
              <a:rPr lang="zh-CN" altLang="en-US" sz="3200">
                <a:solidFill>
                  <a:schemeClr val="tx2">
                    <a:lumMod val="75000"/>
                  </a:schemeClr>
                </a:solidFill>
                <a:latin typeface="Microsoft YaHei" panose="020B0503020204020204" pitchFamily="34" charset="-122"/>
                <a:ea typeface="Microsoft YaHei" panose="020B0503020204020204" pitchFamily="34" charset="-122"/>
              </a:rPr>
              <a:t> </a:t>
            </a:r>
            <a:r>
              <a:rPr lang="en-US" altLang="zh-CN" sz="3200">
                <a:solidFill>
                  <a:schemeClr val="tx2">
                    <a:lumMod val="75000"/>
                  </a:schemeClr>
                </a:solidFill>
                <a:latin typeface="Microsoft YaHei" panose="020B0503020204020204" pitchFamily="34" charset="-122"/>
                <a:ea typeface="Microsoft YaHei" panose="020B0503020204020204" pitchFamily="34" charset="-122"/>
              </a:rPr>
              <a:t>Service</a:t>
            </a:r>
            <a:r>
              <a:rPr lang="zh-CN" altLang="en-US" sz="3200">
                <a:solidFill>
                  <a:schemeClr val="tx2">
                    <a:lumMod val="75000"/>
                  </a:schemeClr>
                </a:solidFill>
                <a:latin typeface="Microsoft YaHei" panose="020B0503020204020204" pitchFamily="34" charset="-122"/>
                <a:ea typeface="Microsoft YaHei" panose="020B0503020204020204" pitchFamily="34" charset="-122"/>
              </a:rPr>
              <a:t> </a:t>
            </a:r>
            <a:r>
              <a:rPr lang="en-US" altLang="zh-CN" sz="3200">
                <a:solidFill>
                  <a:schemeClr val="tx2">
                    <a:lumMod val="75000"/>
                  </a:schemeClr>
                </a:solidFill>
                <a:latin typeface="Microsoft YaHei" panose="020B0503020204020204" pitchFamily="34" charset="-122"/>
                <a:ea typeface="Microsoft YaHei" panose="020B0503020204020204" pitchFamily="34" charset="-122"/>
              </a:rPr>
              <a:t>Mesh</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sp>
        <p:nvSpPr>
          <p:cNvPr id="21" name="任意多边形 13">
            <a:extLst>
              <a:ext uri="{FF2B5EF4-FFF2-40B4-BE49-F238E27FC236}">
                <a16:creationId xmlns:a16="http://schemas.microsoft.com/office/drawing/2014/main" id="{A174CE3F-3A6C-424B-BA21-52A38F376CCD}"/>
              </a:ext>
            </a:extLst>
          </p:cNvPr>
          <p:cNvSpPr/>
          <p:nvPr>
            <p:custDataLst>
              <p:tags r:id="rId1"/>
            </p:custDataLst>
          </p:nvPr>
        </p:nvSpPr>
        <p:spPr>
          <a:xfrm>
            <a:off x="884760" y="1840003"/>
            <a:ext cx="5753932" cy="3497236"/>
          </a:xfrm>
          <a:custGeom>
            <a:avLst/>
            <a:gdLst>
              <a:gd name="adj" fmla="val 444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6320" h="6629">
                <a:moveTo>
                  <a:pt x="277" y="0"/>
                </a:moveTo>
                <a:lnTo>
                  <a:pt x="6043" y="0"/>
                </a:lnTo>
                <a:cubicBezTo>
                  <a:pt x="6196" y="0"/>
                  <a:pt x="6320" y="124"/>
                  <a:pt x="6320" y="277"/>
                </a:cubicBezTo>
                <a:lnTo>
                  <a:pt x="6320" y="5963"/>
                </a:lnTo>
                <a:cubicBezTo>
                  <a:pt x="6320" y="6116"/>
                  <a:pt x="6196" y="6240"/>
                  <a:pt x="6043" y="6240"/>
                </a:cubicBezTo>
                <a:lnTo>
                  <a:pt x="1062" y="6240"/>
                </a:lnTo>
                <a:lnTo>
                  <a:pt x="673" y="6629"/>
                </a:lnTo>
                <a:lnTo>
                  <a:pt x="673" y="6240"/>
                </a:lnTo>
                <a:lnTo>
                  <a:pt x="277" y="6240"/>
                </a:lnTo>
                <a:cubicBezTo>
                  <a:pt x="124" y="6240"/>
                  <a:pt x="0" y="6116"/>
                  <a:pt x="0" y="5963"/>
                </a:cubicBezTo>
                <a:lnTo>
                  <a:pt x="0" y="277"/>
                </a:lnTo>
                <a:cubicBezTo>
                  <a:pt x="0" y="124"/>
                  <a:pt x="124" y="0"/>
                  <a:pt x="277" y="0"/>
                </a:cubicBezTo>
                <a:close/>
              </a:path>
            </a:pathLst>
          </a:custGeom>
          <a:solidFill>
            <a:schemeClr val="accent1">
              <a:alpha val="10000"/>
            </a:schemeClr>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sp>
        <p:nvSpPr>
          <p:cNvPr id="23" name="文本框 14">
            <a:extLst>
              <a:ext uri="{FF2B5EF4-FFF2-40B4-BE49-F238E27FC236}">
                <a16:creationId xmlns:a16="http://schemas.microsoft.com/office/drawing/2014/main" id="{11307F89-C688-4BD6-9615-FA36BE4B85B4}"/>
              </a:ext>
            </a:extLst>
          </p:cNvPr>
          <p:cNvSpPr txBox="1"/>
          <p:nvPr>
            <p:custDataLst>
              <p:tags r:id="rId2"/>
            </p:custDataLst>
          </p:nvPr>
        </p:nvSpPr>
        <p:spPr>
          <a:xfrm>
            <a:off x="1010848" y="1952204"/>
            <a:ext cx="5508898" cy="3002280"/>
          </a:xfrm>
          <a:prstGeom prst="rect">
            <a:avLst/>
          </a:prstGeom>
          <a:noFill/>
        </p:spPr>
        <p:txBody>
          <a:bodyPr wrap="square" rtlCol="0" anchor="ctr" anchorCtr="0">
            <a:normAutofit fontScale="77500" lnSpcReduction="20000"/>
          </a:bodyPr>
          <a:lstStyle/>
          <a:p>
            <a:pPr marL="0" marR="0" lvl="0" indent="0" algn="l" defTabSz="914400" rtl="0" eaLnBrk="1" fontAlgn="ctr" latinLnBrk="0" hangingPunct="1">
              <a:lnSpc>
                <a:spcPct val="120000"/>
              </a:lnSpc>
              <a:spcBef>
                <a:spcPts val="0"/>
              </a:spcBef>
              <a:spcAft>
                <a:spcPts val="800"/>
              </a:spcAft>
              <a:buSzPct val="100000"/>
              <a:buFont typeface="Wingdings" panose="05000000000000000000" charset="0"/>
              <a:buNone/>
            </a:pPr>
            <a:r>
              <a:rPr lang="en-US" altLang="zh-CN" sz="2000" spc="160">
                <a:solidFill>
                  <a:schemeClr val="dk1">
                    <a:lumMod val="85000"/>
                    <a:lumOff val="15000"/>
                  </a:schemeClr>
                </a:solidFill>
                <a:latin typeface="Microsoft YaHei" panose="020B0503020204020204" pitchFamily="34" charset="-122"/>
                <a:ea typeface="Microsoft YaHei" panose="020B0503020204020204" pitchFamily="34" charset="-122"/>
              </a:rPr>
              <a:t>Kubernetes</a:t>
            </a:r>
            <a:endParaRPr lang="zh-CN" altLang="en-US" sz="2000" spc="160" dirty="0">
              <a:solidFill>
                <a:schemeClr val="dk1">
                  <a:lumMod val="85000"/>
                  <a:lumOff val="15000"/>
                </a:schemeClr>
              </a:solidFill>
              <a:latin typeface="Microsoft YaHei" panose="020B0503020204020204" pitchFamily="34" charset="-122"/>
              <a:ea typeface="Microsoft YaHei" panose="020B0503020204020204" pitchFamily="34" charset="-122"/>
            </a:endParaRPr>
          </a:p>
          <a:p>
            <a:pPr marL="787400" lvl="1" indent="-381000" algn="l" fontAlgn="ctr">
              <a:lnSpc>
                <a:spcPct val="120000"/>
              </a:lnSpc>
              <a:spcBef>
                <a:spcPts val="0"/>
              </a:spcBef>
              <a:spcAft>
                <a:spcPts val="800"/>
              </a:spcAft>
              <a:buSzPct val="100000"/>
              <a:buFont typeface="Arial" panose="020B0604020202020204" pitchFamily="34" charset="0"/>
              <a:buChar char="○"/>
            </a:pPr>
            <a:r>
              <a:rPr lang="zh-CN" altLang="en-US" spc="140">
                <a:solidFill>
                  <a:schemeClr val="dk1">
                    <a:lumMod val="85000"/>
                    <a:lumOff val="15000"/>
                  </a:schemeClr>
                </a:solidFill>
                <a:latin typeface="Microsoft YaHei" panose="020B0503020204020204" pitchFamily="34" charset="-122"/>
                <a:ea typeface="Microsoft YaHei" panose="020B0503020204020204" pitchFamily="34" charset="-122"/>
              </a:rPr>
              <a:t>消除编排物理</a:t>
            </a:r>
            <a:r>
              <a:rPr lang="en-US" altLang="zh-CN" spc="140">
                <a:solidFill>
                  <a:schemeClr val="dk1">
                    <a:lumMod val="85000"/>
                    <a:lumOff val="15000"/>
                  </a:schemeClr>
                </a:solidFill>
                <a:latin typeface="Microsoft YaHei" panose="020B0503020204020204" pitchFamily="34" charset="-122"/>
                <a:ea typeface="Microsoft YaHei" panose="020B0503020204020204" pitchFamily="34" charset="-122"/>
              </a:rPr>
              <a:t>/</a:t>
            </a:r>
            <a:r>
              <a:rPr lang="zh-CN" altLang="en-US" spc="140">
                <a:solidFill>
                  <a:schemeClr val="dk1">
                    <a:lumMod val="85000"/>
                    <a:lumOff val="15000"/>
                  </a:schemeClr>
                </a:solidFill>
                <a:latin typeface="Microsoft YaHei" panose="020B0503020204020204" pitchFamily="34" charset="-122"/>
                <a:ea typeface="Microsoft YaHei" panose="020B0503020204020204" pitchFamily="34" charset="-122"/>
              </a:rPr>
              <a:t>虚拟计算，网络和存储基础设施的负担</a:t>
            </a:r>
            <a:endParaRPr lang="zh-CN" altLang="en-US" spc="140" dirty="0">
              <a:solidFill>
                <a:schemeClr val="dk1">
                  <a:lumMod val="85000"/>
                  <a:lumOff val="15000"/>
                </a:schemeClr>
              </a:solidFill>
              <a:latin typeface="Microsoft YaHei" panose="020B0503020204020204" pitchFamily="34" charset="-122"/>
              <a:ea typeface="Microsoft YaHei" panose="020B0503020204020204" pitchFamily="34" charset="-122"/>
            </a:endParaRPr>
          </a:p>
          <a:p>
            <a:pPr marL="787400" lvl="1" indent="-381000" algn="l" fontAlgn="ctr">
              <a:lnSpc>
                <a:spcPct val="120000"/>
              </a:lnSpc>
              <a:spcBef>
                <a:spcPts val="0"/>
              </a:spcBef>
              <a:spcAft>
                <a:spcPts val="800"/>
              </a:spcAft>
              <a:buSzPct val="100000"/>
              <a:buFont typeface="Arial" panose="020B0604020202020204" pitchFamily="34" charset="0"/>
              <a:buChar char="○"/>
            </a:pPr>
            <a:r>
              <a:rPr lang="zh-CN" altLang="en-US" spc="140">
                <a:solidFill>
                  <a:schemeClr val="dk1">
                    <a:lumMod val="85000"/>
                    <a:lumOff val="15000"/>
                  </a:schemeClr>
                </a:solidFill>
                <a:latin typeface="Microsoft YaHei" panose="020B0503020204020204" pitchFamily="34" charset="-122"/>
                <a:ea typeface="Microsoft YaHei" panose="020B0503020204020204" pitchFamily="34" charset="-122"/>
              </a:rPr>
              <a:t>构建定制化的</a:t>
            </a:r>
            <a:r>
              <a:rPr lang="en-US" altLang="zh-CN" spc="140">
                <a:solidFill>
                  <a:schemeClr val="dk1">
                    <a:lumMod val="85000"/>
                    <a:lumOff val="15000"/>
                  </a:schemeClr>
                </a:solidFill>
                <a:latin typeface="Microsoft YaHei" panose="020B0503020204020204" pitchFamily="34" charset="-122"/>
                <a:ea typeface="Microsoft YaHei" panose="020B0503020204020204" pitchFamily="34" charset="-122"/>
              </a:rPr>
              <a:t>workflows</a:t>
            </a:r>
            <a:r>
              <a:rPr lang="zh-CN" altLang="en-US" spc="140">
                <a:solidFill>
                  <a:schemeClr val="dk1">
                    <a:lumMod val="85000"/>
                    <a:lumOff val="15000"/>
                  </a:schemeClr>
                </a:solidFill>
                <a:latin typeface="Microsoft YaHei" panose="020B0503020204020204" pitchFamily="34" charset="-122"/>
                <a:ea typeface="Microsoft YaHei" panose="020B0503020204020204" pitchFamily="34" charset="-122"/>
              </a:rPr>
              <a:t>和更高级的自动化任务</a:t>
            </a:r>
            <a:endParaRPr lang="en-US" altLang="zh-CN" spc="140">
              <a:solidFill>
                <a:schemeClr val="dk1">
                  <a:lumMod val="85000"/>
                  <a:lumOff val="15000"/>
                </a:schemeClr>
              </a:solidFill>
              <a:latin typeface="Microsoft YaHei" panose="020B0503020204020204" pitchFamily="34" charset="-122"/>
              <a:ea typeface="Microsoft YaHei" panose="020B0503020204020204" pitchFamily="34" charset="-122"/>
            </a:endParaRPr>
          </a:p>
          <a:p>
            <a:pPr marL="787400" lvl="1" indent="-381000" algn="l" fontAlgn="ctr">
              <a:lnSpc>
                <a:spcPct val="120000"/>
              </a:lnSpc>
              <a:spcBef>
                <a:spcPts val="0"/>
              </a:spcBef>
              <a:spcAft>
                <a:spcPts val="800"/>
              </a:spcAft>
              <a:buSzPct val="100000"/>
              <a:buFont typeface="Arial" panose="020B0604020202020204" pitchFamily="34" charset="0"/>
              <a:buChar char="○"/>
            </a:pPr>
            <a:r>
              <a:rPr lang="zh-CN" altLang="en-US" spc="140">
                <a:solidFill>
                  <a:schemeClr val="dk1">
                    <a:lumMod val="85000"/>
                    <a:lumOff val="15000"/>
                  </a:schemeClr>
                </a:solidFill>
                <a:latin typeface="Microsoft YaHei" panose="020B0503020204020204" pitchFamily="34" charset="-122"/>
                <a:ea typeface="Microsoft YaHei" panose="020B0503020204020204" pitchFamily="34" charset="-122"/>
              </a:rPr>
              <a:t>覆盖管理、开发、部署测试、运维监控等环节</a:t>
            </a:r>
            <a:endParaRPr lang="en-US" altLang="zh-CN" spc="140">
              <a:solidFill>
                <a:schemeClr val="dk1">
                  <a:lumMod val="85000"/>
                  <a:lumOff val="15000"/>
                </a:schemeClr>
              </a:solidFill>
              <a:latin typeface="Microsoft YaHei" panose="020B0503020204020204" pitchFamily="34" charset="-122"/>
              <a:ea typeface="Microsoft YaHei" panose="020B0503020204020204" pitchFamily="34" charset="-122"/>
            </a:endParaRPr>
          </a:p>
          <a:p>
            <a:pPr marL="787400" lvl="1" indent="-381000" algn="l" fontAlgn="ctr">
              <a:lnSpc>
                <a:spcPct val="120000"/>
              </a:lnSpc>
              <a:spcBef>
                <a:spcPts val="0"/>
              </a:spcBef>
              <a:spcAft>
                <a:spcPts val="800"/>
              </a:spcAft>
              <a:buSzPct val="100000"/>
              <a:buFont typeface="Arial" panose="020B0604020202020204" pitchFamily="34" charset="0"/>
              <a:buChar char="○"/>
            </a:pPr>
            <a:r>
              <a:rPr lang="zh-CN" altLang="en-US" spc="140">
                <a:solidFill>
                  <a:schemeClr val="dk1">
                    <a:lumMod val="85000"/>
                    <a:lumOff val="15000"/>
                  </a:schemeClr>
                </a:solidFill>
                <a:latin typeface="Microsoft YaHei" panose="020B0503020204020204" pitchFamily="34" charset="-122"/>
                <a:ea typeface="Microsoft YaHei" panose="020B0503020204020204" pitchFamily="34" charset="-122"/>
              </a:rPr>
              <a:t>聚焦于业务及以容器为中心的自助运营</a:t>
            </a:r>
            <a:endParaRPr lang="en-US" altLang="zh-CN" spc="140">
              <a:solidFill>
                <a:schemeClr val="dk1">
                  <a:lumMod val="85000"/>
                  <a:lumOff val="15000"/>
                </a:schemeClr>
              </a:solidFill>
              <a:latin typeface="Microsoft YaHei" panose="020B0503020204020204" pitchFamily="34" charset="-122"/>
              <a:ea typeface="Microsoft YaHei" panose="020B0503020204020204" pitchFamily="34" charset="-122"/>
            </a:endParaRPr>
          </a:p>
        </p:txBody>
      </p:sp>
      <p:sp>
        <p:nvSpPr>
          <p:cNvPr id="24" name="任意多边形 21">
            <a:extLst>
              <a:ext uri="{FF2B5EF4-FFF2-40B4-BE49-F238E27FC236}">
                <a16:creationId xmlns:a16="http://schemas.microsoft.com/office/drawing/2014/main" id="{48BC3E77-C350-4AFD-B3D3-8C65D44097EC}"/>
              </a:ext>
            </a:extLst>
          </p:cNvPr>
          <p:cNvSpPr/>
          <p:nvPr>
            <p:custDataLst>
              <p:tags r:id="rId3"/>
            </p:custDataLst>
          </p:nvPr>
        </p:nvSpPr>
        <p:spPr>
          <a:xfrm>
            <a:off x="7177853" y="1840294"/>
            <a:ext cx="4478887" cy="3496945"/>
          </a:xfrm>
          <a:custGeom>
            <a:avLst/>
            <a:gdLst>
              <a:gd name="adj" fmla="val 444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6320" h="6629">
                <a:moveTo>
                  <a:pt x="277" y="0"/>
                </a:moveTo>
                <a:lnTo>
                  <a:pt x="6043" y="0"/>
                </a:lnTo>
                <a:cubicBezTo>
                  <a:pt x="6196" y="0"/>
                  <a:pt x="6320" y="124"/>
                  <a:pt x="6320" y="277"/>
                </a:cubicBezTo>
                <a:lnTo>
                  <a:pt x="6320" y="5963"/>
                </a:lnTo>
                <a:cubicBezTo>
                  <a:pt x="6320" y="6116"/>
                  <a:pt x="6196" y="6240"/>
                  <a:pt x="6043" y="6240"/>
                </a:cubicBezTo>
                <a:lnTo>
                  <a:pt x="1062" y="6240"/>
                </a:lnTo>
                <a:lnTo>
                  <a:pt x="673" y="6629"/>
                </a:lnTo>
                <a:lnTo>
                  <a:pt x="673" y="6240"/>
                </a:lnTo>
                <a:lnTo>
                  <a:pt x="277" y="6240"/>
                </a:lnTo>
                <a:cubicBezTo>
                  <a:pt x="124" y="6240"/>
                  <a:pt x="0" y="6116"/>
                  <a:pt x="0" y="5963"/>
                </a:cubicBezTo>
                <a:lnTo>
                  <a:pt x="0" y="277"/>
                </a:lnTo>
                <a:cubicBezTo>
                  <a:pt x="0" y="124"/>
                  <a:pt x="124" y="0"/>
                  <a:pt x="277" y="0"/>
                </a:cubicBezTo>
                <a:close/>
              </a:path>
            </a:pathLst>
          </a:custGeom>
          <a:solidFill>
            <a:schemeClr val="accent1">
              <a:alpha val="10000"/>
            </a:schemeClr>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sp>
        <p:nvSpPr>
          <p:cNvPr id="25" name="文本框 22">
            <a:extLst>
              <a:ext uri="{FF2B5EF4-FFF2-40B4-BE49-F238E27FC236}">
                <a16:creationId xmlns:a16="http://schemas.microsoft.com/office/drawing/2014/main" id="{8890C47A-1C6D-4D6E-8750-0B9EC5D504F4}"/>
              </a:ext>
            </a:extLst>
          </p:cNvPr>
          <p:cNvSpPr txBox="1"/>
          <p:nvPr>
            <p:custDataLst>
              <p:tags r:id="rId4"/>
            </p:custDataLst>
          </p:nvPr>
        </p:nvSpPr>
        <p:spPr>
          <a:xfrm>
            <a:off x="7281880" y="1952686"/>
            <a:ext cx="4025359" cy="3002280"/>
          </a:xfrm>
          <a:prstGeom prst="rect">
            <a:avLst/>
          </a:prstGeom>
          <a:noFill/>
        </p:spPr>
        <p:txBody>
          <a:bodyPr wrap="square" rtlCol="0" anchor="ctr" anchorCtr="0">
            <a:normAutofit fontScale="62500" lnSpcReduction="20000"/>
          </a:bodyPr>
          <a:lstStyle/>
          <a:p>
            <a:pPr marL="0" marR="0" lvl="0" indent="0" algn="l" defTabSz="914400" rtl="0" eaLnBrk="1" fontAlgn="ctr" latinLnBrk="0" hangingPunct="1">
              <a:lnSpc>
                <a:spcPct val="120000"/>
              </a:lnSpc>
              <a:spcBef>
                <a:spcPts val="0"/>
              </a:spcBef>
              <a:spcAft>
                <a:spcPts val="800"/>
              </a:spcAft>
              <a:buSzPct val="100000"/>
              <a:buFont typeface="Wingdings" panose="05000000000000000000" charset="0"/>
              <a:buNone/>
            </a:pPr>
            <a:r>
              <a:rPr lang="zh-CN" altLang="en-US" sz="2000" spc="120">
                <a:solidFill>
                  <a:schemeClr val="dk1">
                    <a:lumMod val="85000"/>
                    <a:lumOff val="15000"/>
                  </a:schemeClr>
                </a:solidFill>
                <a:latin typeface="Microsoft YaHei" panose="020B0503020204020204" pitchFamily="34" charset="-122"/>
                <a:ea typeface="Microsoft YaHei" panose="020B0503020204020204" pitchFamily="34" charset="-122"/>
              </a:rPr>
              <a:t>核心能力：</a:t>
            </a:r>
            <a:endParaRPr lang="zh-CN" altLang="en-US" sz="2000" spc="120" dirty="0">
              <a:solidFill>
                <a:schemeClr val="dk1">
                  <a:lumMod val="85000"/>
                  <a:lumOff val="15000"/>
                </a:schemeClr>
              </a:solidFill>
              <a:latin typeface="Microsoft YaHei" panose="020B0503020204020204" pitchFamily="34" charset="-122"/>
              <a:ea typeface="Microsoft YaHei" panose="020B0503020204020204" pitchFamily="34" charset="-122"/>
            </a:endParaRPr>
          </a:p>
          <a:p>
            <a:pPr marL="685800" lvl="1" indent="-330200" algn="l" fontAlgn="ctr">
              <a:lnSpc>
                <a:spcPct val="120000"/>
              </a:lnSpc>
              <a:spcBef>
                <a:spcPts val="0"/>
              </a:spcBef>
              <a:spcAft>
                <a:spcPts val="800"/>
              </a:spcAft>
              <a:buSzPct val="100000"/>
              <a:buFont typeface="Arial" panose="020B0604020202020204" pitchFamily="34" charset="0"/>
              <a:buChar char="○"/>
            </a:pPr>
            <a:r>
              <a:rPr lang="zh-CN" altLang="en-US" spc="100">
                <a:solidFill>
                  <a:schemeClr val="dk1">
                    <a:lumMod val="85000"/>
                    <a:lumOff val="15000"/>
                  </a:schemeClr>
                </a:solidFill>
                <a:latin typeface="Microsoft YaHei" panose="020B0503020204020204" pitchFamily="34" charset="-122"/>
                <a:ea typeface="Microsoft YaHei" panose="020B0503020204020204" pitchFamily="34" charset="-122"/>
              </a:rPr>
              <a:t>安全防护</a:t>
            </a:r>
            <a:endParaRPr lang="zh-CN" altLang="en-US" spc="100" dirty="0">
              <a:solidFill>
                <a:schemeClr val="dk1">
                  <a:lumMod val="85000"/>
                  <a:lumOff val="15000"/>
                </a:schemeClr>
              </a:solidFill>
              <a:latin typeface="Microsoft YaHei" panose="020B0503020204020204" pitchFamily="34" charset="-122"/>
              <a:ea typeface="Microsoft YaHei" panose="020B0503020204020204" pitchFamily="34" charset="-122"/>
            </a:endParaRPr>
          </a:p>
          <a:p>
            <a:pPr marL="685800" lvl="1" indent="-330200" algn="l" fontAlgn="ctr">
              <a:lnSpc>
                <a:spcPct val="120000"/>
              </a:lnSpc>
              <a:spcBef>
                <a:spcPts val="0"/>
              </a:spcBef>
              <a:spcAft>
                <a:spcPts val="800"/>
              </a:spcAft>
              <a:buSzPct val="100000"/>
              <a:buFont typeface="Arial" panose="020B0604020202020204" pitchFamily="34" charset="0"/>
              <a:buChar char="○"/>
            </a:pPr>
            <a:r>
              <a:rPr lang="zh-CN" altLang="en-US" spc="100">
                <a:solidFill>
                  <a:schemeClr val="dk1">
                    <a:lumMod val="85000"/>
                    <a:lumOff val="15000"/>
                  </a:schemeClr>
                </a:solidFill>
                <a:latin typeface="Microsoft YaHei" panose="020B0503020204020204" pitchFamily="34" charset="-122"/>
                <a:ea typeface="Microsoft YaHei" panose="020B0503020204020204" pitchFamily="34" charset="-122"/>
              </a:rPr>
              <a:t>多租户支持</a:t>
            </a:r>
            <a:endParaRPr lang="en-US" altLang="zh-CN" spc="100">
              <a:solidFill>
                <a:schemeClr val="dk1">
                  <a:lumMod val="85000"/>
                  <a:lumOff val="15000"/>
                </a:schemeClr>
              </a:solidFill>
              <a:latin typeface="Microsoft YaHei" panose="020B0503020204020204" pitchFamily="34" charset="-122"/>
              <a:ea typeface="Microsoft YaHei" panose="020B0503020204020204" pitchFamily="34" charset="-122"/>
            </a:endParaRPr>
          </a:p>
          <a:p>
            <a:pPr marL="685800" lvl="1" indent="-330200" algn="l" fontAlgn="ctr">
              <a:lnSpc>
                <a:spcPct val="120000"/>
              </a:lnSpc>
              <a:spcBef>
                <a:spcPts val="0"/>
              </a:spcBef>
              <a:spcAft>
                <a:spcPts val="800"/>
              </a:spcAft>
              <a:buSzPct val="100000"/>
              <a:buFont typeface="Arial" panose="020B0604020202020204" pitchFamily="34" charset="0"/>
              <a:buChar char="○"/>
            </a:pPr>
            <a:r>
              <a:rPr lang="zh-CN" altLang="en-US" spc="100">
                <a:solidFill>
                  <a:schemeClr val="dk1">
                    <a:lumMod val="85000"/>
                    <a:lumOff val="15000"/>
                  </a:schemeClr>
                </a:solidFill>
                <a:latin typeface="Microsoft YaHei" panose="020B0503020204020204" pitchFamily="34" charset="-122"/>
                <a:ea typeface="Microsoft YaHei" panose="020B0503020204020204" pitchFamily="34" charset="-122"/>
              </a:rPr>
              <a:t>透明的服务注册和发现</a:t>
            </a:r>
            <a:endParaRPr lang="zh-CN" altLang="en-US" spc="100" dirty="0">
              <a:solidFill>
                <a:schemeClr val="dk1">
                  <a:lumMod val="85000"/>
                  <a:lumOff val="15000"/>
                </a:schemeClr>
              </a:solidFill>
              <a:latin typeface="Microsoft YaHei" panose="020B0503020204020204" pitchFamily="34" charset="-122"/>
              <a:ea typeface="Microsoft YaHei" panose="020B0503020204020204" pitchFamily="34" charset="-122"/>
            </a:endParaRPr>
          </a:p>
          <a:p>
            <a:pPr marL="685800" lvl="1" indent="-330200" algn="l" fontAlgn="ctr">
              <a:lnSpc>
                <a:spcPct val="120000"/>
              </a:lnSpc>
              <a:spcBef>
                <a:spcPts val="0"/>
              </a:spcBef>
              <a:spcAft>
                <a:spcPts val="800"/>
              </a:spcAft>
              <a:buSzPct val="100000"/>
              <a:buFont typeface="Arial" panose="020B0604020202020204" pitchFamily="34" charset="0"/>
              <a:buChar char="○"/>
            </a:pPr>
            <a:r>
              <a:rPr lang="zh-CN" altLang="en-US" spc="100">
                <a:solidFill>
                  <a:schemeClr val="dk1">
                    <a:lumMod val="85000"/>
                    <a:lumOff val="15000"/>
                  </a:schemeClr>
                </a:solidFill>
                <a:latin typeface="Microsoft YaHei" panose="020B0503020204020204" pitchFamily="34" charset="-122"/>
                <a:ea typeface="Microsoft YaHei" panose="020B0503020204020204" pitchFamily="34" charset="-122"/>
              </a:rPr>
              <a:t>负载均衡、故障发现和自我修复</a:t>
            </a:r>
            <a:endParaRPr lang="en-US" altLang="zh-CN" spc="100">
              <a:solidFill>
                <a:schemeClr val="dk1">
                  <a:lumMod val="85000"/>
                  <a:lumOff val="15000"/>
                </a:schemeClr>
              </a:solidFill>
              <a:latin typeface="Microsoft YaHei" panose="020B0503020204020204" pitchFamily="34" charset="-122"/>
              <a:ea typeface="Microsoft YaHei" panose="020B0503020204020204" pitchFamily="34" charset="-122"/>
            </a:endParaRPr>
          </a:p>
          <a:p>
            <a:pPr marL="685800" lvl="1" indent="-330200" algn="l" fontAlgn="ctr">
              <a:lnSpc>
                <a:spcPct val="120000"/>
              </a:lnSpc>
              <a:spcBef>
                <a:spcPts val="0"/>
              </a:spcBef>
              <a:spcAft>
                <a:spcPts val="800"/>
              </a:spcAft>
              <a:buSzPct val="100000"/>
              <a:buFont typeface="Arial" panose="020B0604020202020204" pitchFamily="34" charset="0"/>
              <a:buChar char="○"/>
            </a:pPr>
            <a:r>
              <a:rPr lang="zh-CN" altLang="en-US" spc="100">
                <a:solidFill>
                  <a:schemeClr val="dk1">
                    <a:lumMod val="85000"/>
                    <a:lumOff val="15000"/>
                  </a:schemeClr>
                </a:solidFill>
                <a:latin typeface="Microsoft YaHei" panose="020B0503020204020204" pitchFamily="34" charset="-122"/>
                <a:ea typeface="Microsoft YaHei" panose="020B0503020204020204" pitchFamily="34" charset="-122"/>
              </a:rPr>
              <a:t>服务滚动升级和在线扩容</a:t>
            </a:r>
            <a:endParaRPr lang="en-US" altLang="zh-CN" spc="100">
              <a:solidFill>
                <a:schemeClr val="dk1">
                  <a:lumMod val="85000"/>
                  <a:lumOff val="15000"/>
                </a:schemeClr>
              </a:solidFill>
              <a:latin typeface="Microsoft YaHei" panose="020B0503020204020204" pitchFamily="34" charset="-122"/>
              <a:ea typeface="Microsoft YaHei" panose="020B0503020204020204" pitchFamily="34" charset="-122"/>
            </a:endParaRPr>
          </a:p>
          <a:p>
            <a:pPr marL="685800" lvl="1" indent="-330200" algn="l" fontAlgn="ctr">
              <a:lnSpc>
                <a:spcPct val="120000"/>
              </a:lnSpc>
              <a:spcBef>
                <a:spcPts val="0"/>
              </a:spcBef>
              <a:spcAft>
                <a:spcPts val="800"/>
              </a:spcAft>
              <a:buSzPct val="100000"/>
              <a:buFont typeface="Arial" panose="020B0604020202020204" pitchFamily="34" charset="0"/>
              <a:buChar char="○"/>
            </a:pPr>
            <a:r>
              <a:rPr lang="zh-CN" altLang="en-US" spc="100">
                <a:solidFill>
                  <a:schemeClr val="dk1">
                    <a:lumMod val="85000"/>
                    <a:lumOff val="15000"/>
                  </a:schemeClr>
                </a:solidFill>
                <a:latin typeface="Microsoft YaHei" panose="020B0503020204020204" pitchFamily="34" charset="-122"/>
                <a:ea typeface="Microsoft YaHei" panose="020B0503020204020204" pitchFamily="34" charset="-122"/>
              </a:rPr>
              <a:t>资源自动调度和扩展</a:t>
            </a:r>
            <a:endParaRPr lang="en-US" altLang="zh-CN" spc="100">
              <a:solidFill>
                <a:schemeClr val="dk1">
                  <a:lumMod val="85000"/>
                  <a:lumOff val="15000"/>
                </a:schemeClr>
              </a:solidFill>
              <a:latin typeface="Microsoft YaHei" panose="020B0503020204020204" pitchFamily="34" charset="-122"/>
              <a:ea typeface="Microsoft YaHei" panose="020B0503020204020204" pitchFamily="34" charset="-122"/>
            </a:endParaRPr>
          </a:p>
          <a:p>
            <a:pPr marL="685800" lvl="1" indent="-330200" algn="l" fontAlgn="ctr">
              <a:lnSpc>
                <a:spcPct val="120000"/>
              </a:lnSpc>
              <a:spcBef>
                <a:spcPts val="0"/>
              </a:spcBef>
              <a:spcAft>
                <a:spcPts val="800"/>
              </a:spcAft>
              <a:buSzPct val="100000"/>
              <a:buFont typeface="Arial" panose="020B0604020202020204" pitchFamily="34" charset="0"/>
              <a:buChar char="○"/>
            </a:pPr>
            <a:r>
              <a:rPr lang="zh-CN" altLang="en-US" spc="100">
                <a:solidFill>
                  <a:schemeClr val="dk1">
                    <a:lumMod val="85000"/>
                    <a:lumOff val="15000"/>
                  </a:schemeClr>
                </a:solidFill>
                <a:latin typeface="Microsoft YaHei" panose="020B0503020204020204" pitchFamily="34" charset="-122"/>
                <a:ea typeface="Microsoft YaHei" panose="020B0503020204020204" pitchFamily="34" charset="-122"/>
              </a:rPr>
              <a:t>多粒度资源配额管理</a:t>
            </a:r>
            <a:endParaRPr lang="zh-CN" altLang="en-US" spc="100" dirty="0">
              <a:solidFill>
                <a:schemeClr val="dk1">
                  <a:lumMod val="85000"/>
                  <a:lumOff val="15000"/>
                </a:schemeClr>
              </a:solidFill>
              <a:latin typeface="Microsoft YaHei" panose="020B0503020204020204" pitchFamily="34" charset="-122"/>
              <a:ea typeface="Microsoft YaHei" panose="020B0503020204020204" pitchFamily="34" charset="-122"/>
            </a:endParaRPr>
          </a:p>
        </p:txBody>
      </p:sp>
      <p:grpSp>
        <p:nvGrpSpPr>
          <p:cNvPr id="26" name="组合 28">
            <a:extLst>
              <a:ext uri="{FF2B5EF4-FFF2-40B4-BE49-F238E27FC236}">
                <a16:creationId xmlns:a16="http://schemas.microsoft.com/office/drawing/2014/main" id="{0958F7FE-DDDC-440F-81B6-1B2C2D6D765C}"/>
              </a:ext>
            </a:extLst>
          </p:cNvPr>
          <p:cNvGrpSpPr/>
          <p:nvPr>
            <p:custDataLst>
              <p:tags r:id="rId5"/>
            </p:custDataLst>
          </p:nvPr>
        </p:nvGrpSpPr>
        <p:grpSpPr>
          <a:xfrm rot="5400000">
            <a:off x="949650" y="5412153"/>
            <a:ext cx="643631" cy="766026"/>
            <a:chOff x="3121" y="7415"/>
            <a:chExt cx="1220" cy="1452"/>
          </a:xfrm>
        </p:grpSpPr>
        <p:sp>
          <p:nvSpPr>
            <p:cNvPr id="27" name="空心弧 24">
              <a:extLst>
                <a:ext uri="{FF2B5EF4-FFF2-40B4-BE49-F238E27FC236}">
                  <a16:creationId xmlns:a16="http://schemas.microsoft.com/office/drawing/2014/main" id="{BE848164-3D42-44B7-99EC-70178DEE2A35}"/>
                </a:ext>
              </a:extLst>
            </p:cNvPr>
            <p:cNvSpPr/>
            <p:nvPr>
              <p:custDataLst>
                <p:tags r:id="rId17"/>
              </p:custDataLst>
            </p:nvPr>
          </p:nvSpPr>
          <p:spPr>
            <a:xfrm>
              <a:off x="3121" y="7415"/>
              <a:ext cx="1220" cy="1220"/>
            </a:xfrm>
            <a:prstGeom prst="blockArc">
              <a:avLst>
                <a:gd name="adj1" fmla="val 10800000"/>
                <a:gd name="adj2" fmla="val 0"/>
                <a:gd name="adj3" fmla="val 13278"/>
              </a:avLst>
            </a:prstGeom>
            <a:solidFill>
              <a:schemeClr val="accent1"/>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dk1"/>
                </a:solidFill>
                <a:latin typeface="Microsoft YaHei" panose="020B0503020204020204" pitchFamily="34" charset="-122"/>
                <a:ea typeface="Microsoft YaHei" panose="020B0503020204020204" pitchFamily="34" charset="-122"/>
              </a:endParaRPr>
            </a:p>
          </p:txBody>
        </p:sp>
        <p:sp>
          <p:nvSpPr>
            <p:cNvPr id="28" name="空心弧 26">
              <a:extLst>
                <a:ext uri="{FF2B5EF4-FFF2-40B4-BE49-F238E27FC236}">
                  <a16:creationId xmlns:a16="http://schemas.microsoft.com/office/drawing/2014/main" id="{8AA94806-78B4-4EEA-98A0-3B7C51E1DD76}"/>
                </a:ext>
              </a:extLst>
            </p:cNvPr>
            <p:cNvSpPr/>
            <p:nvPr>
              <p:custDataLst>
                <p:tags r:id="rId18"/>
              </p:custDataLst>
            </p:nvPr>
          </p:nvSpPr>
          <p:spPr>
            <a:xfrm rot="10800000">
              <a:off x="3121" y="7647"/>
              <a:ext cx="1220" cy="1220"/>
            </a:xfrm>
            <a:prstGeom prst="blockArc">
              <a:avLst>
                <a:gd name="adj1" fmla="val 10800000"/>
                <a:gd name="adj2" fmla="val 0"/>
                <a:gd name="adj3" fmla="val 13278"/>
              </a:avLst>
            </a:prstGeom>
            <a:solidFill>
              <a:schemeClr val="accent1"/>
            </a:solidFill>
            <a:ln>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dk1"/>
                </a:solidFill>
                <a:latin typeface="Microsoft YaHei" panose="020B0503020204020204" pitchFamily="34" charset="-122"/>
                <a:ea typeface="Microsoft YaHei" panose="020B0503020204020204" pitchFamily="34" charset="-122"/>
              </a:endParaRPr>
            </a:p>
          </p:txBody>
        </p:sp>
      </p:grpSp>
      <p:sp>
        <p:nvSpPr>
          <p:cNvPr id="29" name="文本框 27">
            <a:extLst>
              <a:ext uri="{FF2B5EF4-FFF2-40B4-BE49-F238E27FC236}">
                <a16:creationId xmlns:a16="http://schemas.microsoft.com/office/drawing/2014/main" id="{1F293B5D-C018-4BEE-8512-22AA90465E04}"/>
              </a:ext>
            </a:extLst>
          </p:cNvPr>
          <p:cNvSpPr txBox="1"/>
          <p:nvPr>
            <p:custDataLst>
              <p:tags r:id="rId6"/>
            </p:custDataLst>
          </p:nvPr>
        </p:nvSpPr>
        <p:spPr>
          <a:xfrm>
            <a:off x="1125330" y="5612101"/>
            <a:ext cx="292799" cy="382485"/>
          </a:xfrm>
          <a:prstGeom prst="rect">
            <a:avLst/>
          </a:prstGeom>
          <a:noFill/>
        </p:spPr>
        <p:txBody>
          <a:bodyPr wrap="square" rtlCol="0">
            <a:normAutofit fontScale="87500" lnSpcReduction="20000"/>
          </a:bodyPr>
          <a:lstStyle/>
          <a:p>
            <a:pPr marL="0">
              <a:lnSpc>
                <a:spcPct val="100000"/>
              </a:lnSpc>
              <a:spcBef>
                <a:spcPts val="0"/>
              </a:spcBef>
              <a:spcAft>
                <a:spcPts val="800"/>
              </a:spcAft>
            </a:pPr>
            <a:r>
              <a:rPr lang="en-US" altLang="zh-CN" spc="100" dirty="0">
                <a:solidFill>
                  <a:schemeClr val="dk1">
                    <a:lumMod val="75000"/>
                    <a:lumOff val="25000"/>
                  </a:schemeClr>
                </a:solidFill>
                <a:latin typeface="Microsoft YaHei" panose="020B0503020204020204" pitchFamily="34" charset="-122"/>
                <a:ea typeface="Microsoft YaHei" panose="020B0503020204020204" pitchFamily="34" charset="-122"/>
              </a:rPr>
              <a:t>1</a:t>
            </a:r>
          </a:p>
        </p:txBody>
      </p:sp>
      <p:sp>
        <p:nvSpPr>
          <p:cNvPr id="30" name="椭圆 29">
            <a:extLst>
              <a:ext uri="{FF2B5EF4-FFF2-40B4-BE49-F238E27FC236}">
                <a16:creationId xmlns:a16="http://schemas.microsoft.com/office/drawing/2014/main" id="{06A90C1E-632D-40F8-82A3-9217026F073B}"/>
              </a:ext>
            </a:extLst>
          </p:cNvPr>
          <p:cNvSpPr/>
          <p:nvPr>
            <p:custDataLst>
              <p:tags r:id="rId7"/>
            </p:custDataLst>
          </p:nvPr>
        </p:nvSpPr>
        <p:spPr>
          <a:xfrm>
            <a:off x="818286" y="5686487"/>
            <a:ext cx="217357" cy="217357"/>
          </a:xfrm>
          <a:prstGeom prst="ellipse">
            <a:avLst/>
          </a:prstGeom>
          <a:solidFill>
            <a:schemeClr val="lt1"/>
          </a:solidFill>
          <a:ln>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sp>
        <p:nvSpPr>
          <p:cNvPr id="31" name="椭圆 30">
            <a:extLst>
              <a:ext uri="{FF2B5EF4-FFF2-40B4-BE49-F238E27FC236}">
                <a16:creationId xmlns:a16="http://schemas.microsoft.com/office/drawing/2014/main" id="{6CF43B08-1770-4896-9809-097A9CF74A61}"/>
              </a:ext>
            </a:extLst>
          </p:cNvPr>
          <p:cNvSpPr/>
          <p:nvPr>
            <p:custDataLst>
              <p:tags r:id="rId8"/>
            </p:custDataLst>
          </p:nvPr>
        </p:nvSpPr>
        <p:spPr>
          <a:xfrm>
            <a:off x="1498847" y="5686487"/>
            <a:ext cx="217357" cy="217357"/>
          </a:xfrm>
          <a:prstGeom prst="ellipse">
            <a:avLst/>
          </a:prstGeom>
          <a:solidFill>
            <a:schemeClr val="lt1"/>
          </a:solidFill>
          <a:ln>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grpSp>
        <p:nvGrpSpPr>
          <p:cNvPr id="32" name="组合 36">
            <a:extLst>
              <a:ext uri="{FF2B5EF4-FFF2-40B4-BE49-F238E27FC236}">
                <a16:creationId xmlns:a16="http://schemas.microsoft.com/office/drawing/2014/main" id="{1DF9DD83-D175-4974-846E-626CA4C3542E}"/>
              </a:ext>
            </a:extLst>
          </p:cNvPr>
          <p:cNvGrpSpPr/>
          <p:nvPr>
            <p:custDataLst>
              <p:tags r:id="rId9"/>
            </p:custDataLst>
          </p:nvPr>
        </p:nvGrpSpPr>
        <p:grpSpPr>
          <a:xfrm rot="5400000">
            <a:off x="7233821" y="5412154"/>
            <a:ext cx="643631" cy="766026"/>
            <a:chOff x="3121" y="7415"/>
            <a:chExt cx="1220" cy="1452"/>
          </a:xfrm>
        </p:grpSpPr>
        <p:sp>
          <p:nvSpPr>
            <p:cNvPr id="33" name="空心弧 37">
              <a:extLst>
                <a:ext uri="{FF2B5EF4-FFF2-40B4-BE49-F238E27FC236}">
                  <a16:creationId xmlns:a16="http://schemas.microsoft.com/office/drawing/2014/main" id="{F6538338-4F77-446B-9651-CB61B834583B}"/>
                </a:ext>
              </a:extLst>
            </p:cNvPr>
            <p:cNvSpPr/>
            <p:nvPr>
              <p:custDataLst>
                <p:tags r:id="rId15"/>
              </p:custDataLst>
            </p:nvPr>
          </p:nvSpPr>
          <p:spPr>
            <a:xfrm>
              <a:off x="3121" y="7415"/>
              <a:ext cx="1220" cy="1220"/>
            </a:xfrm>
            <a:prstGeom prst="blockArc">
              <a:avLst>
                <a:gd name="adj1" fmla="val 10800000"/>
                <a:gd name="adj2" fmla="val 0"/>
                <a:gd name="adj3" fmla="val 13278"/>
              </a:avLst>
            </a:prstGeom>
            <a:solidFill>
              <a:schemeClr val="accent2"/>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dk1"/>
                </a:solidFill>
                <a:latin typeface="Microsoft YaHei" panose="020B0503020204020204" pitchFamily="34" charset="-122"/>
                <a:ea typeface="Microsoft YaHei" panose="020B0503020204020204" pitchFamily="34" charset="-122"/>
              </a:endParaRPr>
            </a:p>
          </p:txBody>
        </p:sp>
        <p:sp>
          <p:nvSpPr>
            <p:cNvPr id="34" name="空心弧 38">
              <a:extLst>
                <a:ext uri="{FF2B5EF4-FFF2-40B4-BE49-F238E27FC236}">
                  <a16:creationId xmlns:a16="http://schemas.microsoft.com/office/drawing/2014/main" id="{224D03A0-5A93-4C05-8CD4-F8BB6E819DAE}"/>
                </a:ext>
              </a:extLst>
            </p:cNvPr>
            <p:cNvSpPr/>
            <p:nvPr>
              <p:custDataLst>
                <p:tags r:id="rId16"/>
              </p:custDataLst>
            </p:nvPr>
          </p:nvSpPr>
          <p:spPr>
            <a:xfrm rot="10800000">
              <a:off x="3121" y="7647"/>
              <a:ext cx="1220" cy="1220"/>
            </a:xfrm>
            <a:prstGeom prst="blockArc">
              <a:avLst>
                <a:gd name="adj1" fmla="val 10800000"/>
                <a:gd name="adj2" fmla="val 0"/>
                <a:gd name="adj3" fmla="val 13278"/>
              </a:avLst>
            </a:prstGeom>
            <a:solidFill>
              <a:schemeClr val="accent2"/>
            </a:solidFill>
            <a:ln>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dk1"/>
                </a:solidFill>
                <a:latin typeface="Microsoft YaHei" panose="020B0503020204020204" pitchFamily="34" charset="-122"/>
                <a:ea typeface="Microsoft YaHei" panose="020B0503020204020204" pitchFamily="34" charset="-122"/>
              </a:endParaRPr>
            </a:p>
          </p:txBody>
        </p:sp>
      </p:grpSp>
      <p:sp>
        <p:nvSpPr>
          <p:cNvPr id="35" name="文本框 39">
            <a:extLst>
              <a:ext uri="{FF2B5EF4-FFF2-40B4-BE49-F238E27FC236}">
                <a16:creationId xmlns:a16="http://schemas.microsoft.com/office/drawing/2014/main" id="{785977CD-73BD-46C3-A58D-6C977BA82A4D}"/>
              </a:ext>
            </a:extLst>
          </p:cNvPr>
          <p:cNvSpPr txBox="1"/>
          <p:nvPr>
            <p:custDataLst>
              <p:tags r:id="rId10"/>
            </p:custDataLst>
          </p:nvPr>
        </p:nvSpPr>
        <p:spPr>
          <a:xfrm>
            <a:off x="7409500" y="5612102"/>
            <a:ext cx="292799" cy="382485"/>
          </a:xfrm>
          <a:prstGeom prst="rect">
            <a:avLst/>
          </a:prstGeom>
          <a:noFill/>
        </p:spPr>
        <p:txBody>
          <a:bodyPr wrap="square" rtlCol="0">
            <a:normAutofit fontScale="87500" lnSpcReduction="20000"/>
          </a:bodyPr>
          <a:lstStyle/>
          <a:p>
            <a:pPr marL="0">
              <a:lnSpc>
                <a:spcPct val="100000"/>
              </a:lnSpc>
              <a:spcBef>
                <a:spcPts val="0"/>
              </a:spcBef>
              <a:spcAft>
                <a:spcPts val="800"/>
              </a:spcAft>
            </a:pPr>
            <a:r>
              <a:rPr lang="en-US" altLang="zh-CN" spc="100">
                <a:solidFill>
                  <a:schemeClr val="dk1">
                    <a:lumMod val="75000"/>
                    <a:lumOff val="25000"/>
                  </a:schemeClr>
                </a:solidFill>
                <a:latin typeface="Microsoft YaHei" panose="020B0503020204020204" pitchFamily="34" charset="-122"/>
                <a:ea typeface="Microsoft YaHei" panose="020B0503020204020204" pitchFamily="34" charset="-122"/>
              </a:rPr>
              <a:t>2</a:t>
            </a:r>
          </a:p>
        </p:txBody>
      </p:sp>
      <p:sp>
        <p:nvSpPr>
          <p:cNvPr id="36" name="椭圆 40">
            <a:extLst>
              <a:ext uri="{FF2B5EF4-FFF2-40B4-BE49-F238E27FC236}">
                <a16:creationId xmlns:a16="http://schemas.microsoft.com/office/drawing/2014/main" id="{94CF08F9-B0C3-465A-906D-5B398F6A675F}"/>
              </a:ext>
            </a:extLst>
          </p:cNvPr>
          <p:cNvSpPr/>
          <p:nvPr>
            <p:custDataLst>
              <p:tags r:id="rId11"/>
            </p:custDataLst>
          </p:nvPr>
        </p:nvSpPr>
        <p:spPr>
          <a:xfrm>
            <a:off x="4403099" y="5686487"/>
            <a:ext cx="217357" cy="217357"/>
          </a:xfrm>
          <a:prstGeom prst="ellipse">
            <a:avLst/>
          </a:prstGeom>
          <a:solidFill>
            <a:schemeClr val="lt1"/>
          </a:solidFill>
          <a:ln>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sp>
        <p:nvSpPr>
          <p:cNvPr id="37" name="椭圆 47">
            <a:extLst>
              <a:ext uri="{FF2B5EF4-FFF2-40B4-BE49-F238E27FC236}">
                <a16:creationId xmlns:a16="http://schemas.microsoft.com/office/drawing/2014/main" id="{8B70E486-A578-469C-ACAF-24B52CB3E81F}"/>
              </a:ext>
            </a:extLst>
          </p:cNvPr>
          <p:cNvSpPr/>
          <p:nvPr>
            <p:custDataLst>
              <p:tags r:id="rId12"/>
            </p:custDataLst>
          </p:nvPr>
        </p:nvSpPr>
        <p:spPr>
          <a:xfrm>
            <a:off x="5083659" y="5686487"/>
            <a:ext cx="217357" cy="217357"/>
          </a:xfrm>
          <a:prstGeom prst="ellipse">
            <a:avLst/>
          </a:prstGeom>
          <a:solidFill>
            <a:schemeClr val="lt1"/>
          </a:solidFill>
          <a:ln>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cxnSp>
        <p:nvCxnSpPr>
          <p:cNvPr id="38" name="直接连接符 48">
            <a:extLst>
              <a:ext uri="{FF2B5EF4-FFF2-40B4-BE49-F238E27FC236}">
                <a16:creationId xmlns:a16="http://schemas.microsoft.com/office/drawing/2014/main" id="{4825FE96-2465-4200-84ED-C4825907D96B}"/>
              </a:ext>
            </a:extLst>
          </p:cNvPr>
          <p:cNvCxnSpPr>
            <a:cxnSpLocks/>
            <a:stCxn id="31" idx="6"/>
          </p:cNvCxnSpPr>
          <p:nvPr>
            <p:custDataLst>
              <p:tags r:id="rId13"/>
            </p:custDataLst>
          </p:nvPr>
        </p:nvCxnSpPr>
        <p:spPr>
          <a:xfrm>
            <a:off x="1716204" y="5795166"/>
            <a:ext cx="5398274" cy="0"/>
          </a:xfrm>
          <a:prstGeom prst="line">
            <a:avLst/>
          </a:prstGeom>
          <a:ln w="12700">
            <a:solidFill>
              <a:schemeClr val="dk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9" name="直接连接符 49">
            <a:extLst>
              <a:ext uri="{FF2B5EF4-FFF2-40B4-BE49-F238E27FC236}">
                <a16:creationId xmlns:a16="http://schemas.microsoft.com/office/drawing/2014/main" id="{41A5EEEB-5400-4276-95D3-29CF8DD211C6}"/>
              </a:ext>
            </a:extLst>
          </p:cNvPr>
          <p:cNvCxnSpPr>
            <a:cxnSpLocks/>
          </p:cNvCxnSpPr>
          <p:nvPr>
            <p:custDataLst>
              <p:tags r:id="rId14"/>
            </p:custDataLst>
          </p:nvPr>
        </p:nvCxnSpPr>
        <p:spPr>
          <a:xfrm>
            <a:off x="8000374" y="5795167"/>
            <a:ext cx="2594043" cy="0"/>
          </a:xfrm>
          <a:prstGeom prst="line">
            <a:avLst/>
          </a:prstGeom>
          <a:ln w="12700">
            <a:solidFill>
              <a:schemeClr val="dk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4803187"/>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3759689" y="1826333"/>
            <a:ext cx="616541" cy="523220"/>
          </a:xfrm>
          <a:prstGeom prst="rect">
            <a:avLst/>
          </a:prstGeom>
          <a:noFill/>
        </p:spPr>
        <p:txBody>
          <a:bodyPr wrap="square"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3200" b="1" kern="1200" dirty="0">
                <a:solidFill>
                  <a:srgbClr val="00B0F0"/>
                </a:solidFill>
                <a:latin typeface="Arial" panose="020B0604020202020204" pitchFamily="34" charset="0"/>
                <a:ea typeface="Microsoft YaHei" panose="020B0503020204020204" pitchFamily="34" charset="-122"/>
              </a:rPr>
              <a:t>01</a:t>
            </a:r>
          </a:p>
        </p:txBody>
      </p:sp>
      <p:sp>
        <p:nvSpPr>
          <p:cNvPr id="36" name="文本框 35"/>
          <p:cNvSpPr txBox="1"/>
          <p:nvPr>
            <p:custDataLst>
              <p:tags r:id="rId3"/>
            </p:custDataLst>
          </p:nvPr>
        </p:nvSpPr>
        <p:spPr>
          <a:xfrm>
            <a:off x="4376232" y="1821789"/>
            <a:ext cx="4244339" cy="52776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lang="zh-CN" altLang="en-US" sz="3200" b="1" kern="1200">
                <a:solidFill>
                  <a:srgbClr val="00B0F0"/>
                </a:solidFill>
                <a:latin typeface="Arial" panose="020B0604020202020204" pitchFamily="34" charset="0"/>
                <a:ea typeface="Microsoft YaHei" panose="020B0503020204020204" pitchFamily="34" charset="-122"/>
              </a:rPr>
              <a:t>企业</a:t>
            </a:r>
            <a:r>
              <a:rPr lang="en-US" altLang="zh-CN" sz="3200" b="1" kern="1200">
                <a:solidFill>
                  <a:srgbClr val="00B0F0"/>
                </a:solidFill>
                <a:latin typeface="Arial" panose="020B0604020202020204" pitchFamily="34" charset="0"/>
                <a:ea typeface="Microsoft YaHei" panose="020B0503020204020204" pitchFamily="34" charset="-122"/>
              </a:rPr>
              <a:t>IT</a:t>
            </a:r>
            <a:r>
              <a:rPr lang="zh-CN" altLang="en-US" sz="3200" b="1" kern="1200">
                <a:solidFill>
                  <a:srgbClr val="00B0F0"/>
                </a:solidFill>
                <a:latin typeface="Arial" panose="020B0604020202020204" pitchFamily="34" charset="0"/>
                <a:ea typeface="Microsoft YaHei" panose="020B0503020204020204" pitchFamily="34" charset="-122"/>
              </a:rPr>
              <a:t>发展历程</a:t>
            </a:r>
            <a:endParaRPr lang="zh-CN" altLang="en-US" sz="3200" b="1" kern="1200" dirty="0">
              <a:solidFill>
                <a:srgbClr val="00B0F0"/>
              </a:solidFill>
              <a:latin typeface="Arial" panose="020B0604020202020204" pitchFamily="34" charset="0"/>
              <a:ea typeface="Microsoft YaHei" panose="020B0503020204020204" pitchFamily="34" charset="-122"/>
            </a:endParaRPr>
          </a:p>
        </p:txBody>
      </p:sp>
      <p:sp>
        <p:nvSpPr>
          <p:cNvPr id="43" name="文本框 42"/>
          <p:cNvSpPr txBox="1"/>
          <p:nvPr>
            <p:custDataLst>
              <p:tags r:id="rId4"/>
            </p:custDataLst>
          </p:nvPr>
        </p:nvSpPr>
        <p:spPr>
          <a:xfrm>
            <a:off x="4376232" y="2702803"/>
            <a:ext cx="4244339" cy="52776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lang="zh-CN" altLang="en-US" sz="3200" b="1" kern="1200">
                <a:solidFill>
                  <a:srgbClr val="FFFF00"/>
                </a:solidFill>
                <a:latin typeface="Arial" panose="020B0604020202020204" pitchFamily="34" charset="0"/>
                <a:ea typeface="Microsoft YaHei" panose="020B0503020204020204" pitchFamily="34" charset="-122"/>
                <a:sym typeface="+mn-ea"/>
              </a:rPr>
              <a:t>云计算到云原生</a:t>
            </a:r>
            <a:endParaRPr lang="zh-CN" altLang="en-US" sz="3200" b="1" kern="1200" dirty="0">
              <a:solidFill>
                <a:srgbClr val="FFFF00"/>
              </a:solidFill>
              <a:latin typeface="Arial" panose="020B0604020202020204" pitchFamily="34" charset="0"/>
              <a:ea typeface="Microsoft YaHei" panose="020B0503020204020204" pitchFamily="34" charset="-122"/>
              <a:sym typeface="+mn-ea"/>
            </a:endParaRPr>
          </a:p>
        </p:txBody>
      </p:sp>
      <p:sp>
        <p:nvSpPr>
          <p:cNvPr id="42" name="文本框 41"/>
          <p:cNvSpPr txBox="1"/>
          <p:nvPr>
            <p:custDataLst>
              <p:tags r:id="rId5"/>
            </p:custDataLst>
          </p:nvPr>
        </p:nvSpPr>
        <p:spPr>
          <a:xfrm>
            <a:off x="3759689" y="2705055"/>
            <a:ext cx="616585" cy="523240"/>
          </a:xfrm>
          <a:prstGeom prst="rect">
            <a:avLst/>
          </a:prstGeom>
          <a:noFill/>
        </p:spPr>
        <p:txBody>
          <a:bodyPr wrap="square"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3200" b="1" kern="1200" dirty="0">
                <a:solidFill>
                  <a:srgbClr val="FFFF00"/>
                </a:solidFill>
                <a:latin typeface="Arial" panose="020B0604020202020204" pitchFamily="34" charset="0"/>
                <a:ea typeface="Microsoft YaHei" panose="020B0503020204020204" pitchFamily="34" charset="-122"/>
              </a:rPr>
              <a:t>02</a:t>
            </a:r>
          </a:p>
        </p:txBody>
      </p:sp>
      <p:sp>
        <p:nvSpPr>
          <p:cNvPr id="56" name="文本框 55"/>
          <p:cNvSpPr txBox="1"/>
          <p:nvPr>
            <p:custDataLst>
              <p:tags r:id="rId6"/>
            </p:custDataLst>
          </p:nvPr>
        </p:nvSpPr>
        <p:spPr>
          <a:xfrm>
            <a:off x="3759692" y="3575223"/>
            <a:ext cx="616541" cy="523220"/>
          </a:xfrm>
          <a:prstGeom prst="rect">
            <a:avLst/>
          </a:prstGeom>
          <a:noFill/>
        </p:spPr>
        <p:txBody>
          <a:bodyPr wrap="square"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5384EE"/>
                </a:solidFill>
                <a:effectLst/>
                <a:uLnTx/>
                <a:uFillTx/>
                <a:latin typeface="Algerian" panose="04020705040A02060702" pitchFamily="82" charset="0"/>
                <a:ea typeface="Microsoft YaHei" panose="020B0503020204020204" pitchFamily="34" charset="-122"/>
              </a:rPr>
              <a:t>03</a:t>
            </a:r>
          </a:p>
        </p:txBody>
      </p:sp>
      <p:sp>
        <p:nvSpPr>
          <p:cNvPr id="57" name="文本框 56"/>
          <p:cNvSpPr txBox="1"/>
          <p:nvPr>
            <p:custDataLst>
              <p:tags r:id="rId7"/>
            </p:custDataLst>
          </p:nvPr>
        </p:nvSpPr>
        <p:spPr>
          <a:xfrm>
            <a:off x="4376232" y="3577011"/>
            <a:ext cx="4244339" cy="52776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b="1" kern="1200">
                <a:solidFill>
                  <a:srgbClr val="00B0F0"/>
                </a:solidFill>
                <a:latin typeface="Arial" panose="020B0604020202020204" pitchFamily="34" charset="0"/>
                <a:ea typeface="Microsoft YaHei" panose="020B0503020204020204" pitchFamily="34" charset="-122"/>
              </a:rPr>
              <a:t>云原生技术</a:t>
            </a:r>
            <a:endParaRPr kumimoji="0" lang="zh-CN" altLang="en-US" sz="3200" b="1" i="0" u="none" strike="noStrike" kern="1200" cap="none" spc="0" normalizeH="0" baseline="0" noProof="0" dirty="0">
              <a:ln>
                <a:noFill/>
              </a:ln>
              <a:solidFill>
                <a:srgbClr val="00B0F0"/>
              </a:solidFill>
              <a:effectLst/>
              <a:uLnTx/>
              <a:uFillTx/>
              <a:latin typeface="Arial" panose="020B0604020202020204" pitchFamily="34" charset="0"/>
              <a:ea typeface="Microsoft YaHei" panose="020B0503020204020204" pitchFamily="34" charset="-122"/>
              <a:cs typeface="+mn-cs"/>
            </a:endParaRPr>
          </a:p>
        </p:txBody>
      </p:sp>
    </p:spTree>
    <p:custDataLst>
      <p:tags r:id="rId1"/>
    </p:custDataLst>
    <p:extLst>
      <p:ext uri="{BB962C8B-B14F-4D97-AF65-F5344CB8AC3E}">
        <p14:creationId xmlns:p14="http://schemas.microsoft.com/office/powerpoint/2010/main" val="2866180716"/>
      </p:ext>
    </p:ext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3823" y="816878"/>
            <a:ext cx="8307839" cy="576263"/>
          </a:xfrm>
        </p:spPr>
        <p:txBody>
          <a:bodyPr>
            <a:noAutofit/>
          </a:bodyPr>
          <a:lstStyle/>
          <a:p>
            <a:pPr algn="l"/>
            <a:r>
              <a:rPr lang="zh-CN" altLang="en-US" sz="3200">
                <a:solidFill>
                  <a:schemeClr val="tx2">
                    <a:lumMod val="75000"/>
                  </a:schemeClr>
                </a:solidFill>
                <a:latin typeface="Microsoft YaHei" panose="020B0503020204020204" pitchFamily="34" charset="-122"/>
                <a:ea typeface="Microsoft YaHei" panose="020B0503020204020204" pitchFamily="34" charset="-122"/>
              </a:rPr>
              <a:t>虚拟化技术</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pic>
        <p:nvPicPr>
          <p:cNvPr id="4" name="Picture 3">
            <a:extLst>
              <a:ext uri="{FF2B5EF4-FFF2-40B4-BE49-F238E27FC236}">
                <a16:creationId xmlns:a16="http://schemas.microsoft.com/office/drawing/2014/main" id="{63083074-6BAA-4763-9F2E-1F268F3A3CF4}"/>
              </a:ext>
            </a:extLst>
          </p:cNvPr>
          <p:cNvPicPr>
            <a:picLocks noChangeAspect="1"/>
          </p:cNvPicPr>
          <p:nvPr/>
        </p:nvPicPr>
        <p:blipFill>
          <a:blip r:embed="rId2"/>
          <a:stretch>
            <a:fillRect/>
          </a:stretch>
        </p:blipFill>
        <p:spPr>
          <a:xfrm>
            <a:off x="483822" y="1613210"/>
            <a:ext cx="11284432" cy="4780156"/>
          </a:xfrm>
          <a:prstGeom prst="rect">
            <a:avLst/>
          </a:prstGeom>
        </p:spPr>
      </p:pic>
    </p:spTree>
    <p:extLst>
      <p:ext uri="{BB962C8B-B14F-4D97-AF65-F5344CB8AC3E}">
        <p14:creationId xmlns:p14="http://schemas.microsoft.com/office/powerpoint/2010/main" val="177383795"/>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3823" y="816878"/>
            <a:ext cx="8307839" cy="576263"/>
          </a:xfrm>
        </p:spPr>
        <p:txBody>
          <a:bodyPr>
            <a:noAutofit/>
          </a:bodyPr>
          <a:lstStyle/>
          <a:p>
            <a:pPr algn="l"/>
            <a:r>
              <a:rPr lang="zh-CN" altLang="en-US" sz="3200">
                <a:solidFill>
                  <a:schemeClr val="tx2">
                    <a:lumMod val="75000"/>
                  </a:schemeClr>
                </a:solidFill>
                <a:latin typeface="Microsoft YaHei" panose="020B0503020204020204" pitchFamily="34" charset="-122"/>
                <a:ea typeface="Microsoft YaHei" panose="020B0503020204020204" pitchFamily="34" charset="-122"/>
              </a:rPr>
              <a:t>基于虚拟机的云计算</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6D7DDFDF-31E6-4CE0-A624-958254D1E3F8}"/>
              </a:ext>
            </a:extLst>
          </p:cNvPr>
          <p:cNvPicPr>
            <a:picLocks noChangeAspect="1"/>
          </p:cNvPicPr>
          <p:nvPr/>
        </p:nvPicPr>
        <p:blipFill>
          <a:blip r:embed="rId2"/>
          <a:stretch>
            <a:fillRect/>
          </a:stretch>
        </p:blipFill>
        <p:spPr>
          <a:xfrm>
            <a:off x="483822" y="1828334"/>
            <a:ext cx="11098577" cy="4289967"/>
          </a:xfrm>
          <a:prstGeom prst="rect">
            <a:avLst/>
          </a:prstGeom>
        </p:spPr>
      </p:pic>
    </p:spTree>
    <p:extLst>
      <p:ext uri="{BB962C8B-B14F-4D97-AF65-F5344CB8AC3E}">
        <p14:creationId xmlns:p14="http://schemas.microsoft.com/office/powerpoint/2010/main" val="1908372278"/>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3823" y="816878"/>
            <a:ext cx="8307839" cy="576263"/>
          </a:xfrm>
        </p:spPr>
        <p:txBody>
          <a:bodyPr>
            <a:noAutofit/>
          </a:bodyPr>
          <a:lstStyle/>
          <a:p>
            <a:pPr algn="l"/>
            <a:r>
              <a:rPr lang="zh-CN" altLang="en-US" sz="3200">
                <a:solidFill>
                  <a:schemeClr val="tx2">
                    <a:lumMod val="75000"/>
                  </a:schemeClr>
                </a:solidFill>
                <a:latin typeface="Microsoft YaHei" panose="020B0503020204020204" pitchFamily="34" charset="-122"/>
                <a:ea typeface="Microsoft YaHei" panose="020B0503020204020204" pitchFamily="34" charset="-122"/>
              </a:rPr>
              <a:t>容器兴起和编排大战</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pic>
        <p:nvPicPr>
          <p:cNvPr id="4" name="Picture 3">
            <a:extLst>
              <a:ext uri="{FF2B5EF4-FFF2-40B4-BE49-F238E27FC236}">
                <a16:creationId xmlns:a16="http://schemas.microsoft.com/office/drawing/2014/main" id="{A8209315-BABB-4B95-BAE7-2206CB19ACDE}"/>
              </a:ext>
            </a:extLst>
          </p:cNvPr>
          <p:cNvPicPr>
            <a:picLocks noChangeAspect="1"/>
          </p:cNvPicPr>
          <p:nvPr/>
        </p:nvPicPr>
        <p:blipFill>
          <a:blip r:embed="rId2"/>
          <a:stretch>
            <a:fillRect/>
          </a:stretch>
        </p:blipFill>
        <p:spPr>
          <a:xfrm>
            <a:off x="483823" y="1835306"/>
            <a:ext cx="10799144" cy="3941026"/>
          </a:xfrm>
          <a:prstGeom prst="rect">
            <a:avLst/>
          </a:prstGeom>
        </p:spPr>
      </p:pic>
    </p:spTree>
    <p:extLst>
      <p:ext uri="{BB962C8B-B14F-4D97-AF65-F5344CB8AC3E}">
        <p14:creationId xmlns:p14="http://schemas.microsoft.com/office/powerpoint/2010/main" val="817164178"/>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3823" y="816878"/>
            <a:ext cx="8307839" cy="576263"/>
          </a:xfrm>
        </p:spPr>
        <p:txBody>
          <a:bodyPr>
            <a:noAutofit/>
          </a:bodyPr>
          <a:lstStyle/>
          <a:p>
            <a:pPr algn="l"/>
            <a:r>
              <a:rPr lang="zh-CN" altLang="en-US" sz="3200">
                <a:solidFill>
                  <a:schemeClr val="tx2">
                    <a:lumMod val="75000"/>
                  </a:schemeClr>
                </a:solidFill>
                <a:latin typeface="Microsoft YaHei" panose="020B0503020204020204" pitchFamily="34" charset="-122"/>
                <a:ea typeface="Microsoft YaHei" panose="020B0503020204020204" pitchFamily="34" charset="-122"/>
              </a:rPr>
              <a:t>云的形态变化</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B1504A41-97D6-453C-8D0A-7579274C9F8A}"/>
              </a:ext>
            </a:extLst>
          </p:cNvPr>
          <p:cNvPicPr>
            <a:picLocks noChangeAspect="1"/>
          </p:cNvPicPr>
          <p:nvPr/>
        </p:nvPicPr>
        <p:blipFill>
          <a:blip r:embed="rId2"/>
          <a:stretch>
            <a:fillRect/>
          </a:stretch>
        </p:blipFill>
        <p:spPr>
          <a:xfrm>
            <a:off x="483823" y="1393141"/>
            <a:ext cx="11559494" cy="5275288"/>
          </a:xfrm>
          <a:prstGeom prst="rect">
            <a:avLst/>
          </a:prstGeom>
        </p:spPr>
      </p:pic>
    </p:spTree>
    <p:extLst>
      <p:ext uri="{BB962C8B-B14F-4D97-AF65-F5344CB8AC3E}">
        <p14:creationId xmlns:p14="http://schemas.microsoft.com/office/powerpoint/2010/main" val="4031401309"/>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3823" y="816878"/>
            <a:ext cx="8307839" cy="576263"/>
          </a:xfrm>
        </p:spPr>
        <p:txBody>
          <a:bodyPr>
            <a:noAutofit/>
          </a:bodyPr>
          <a:lstStyle/>
          <a:p>
            <a:pPr algn="l"/>
            <a:r>
              <a:rPr lang="zh-CN" altLang="en-US" sz="3200">
                <a:solidFill>
                  <a:schemeClr val="tx2">
                    <a:lumMod val="75000"/>
                  </a:schemeClr>
                </a:solidFill>
                <a:latin typeface="Microsoft YaHei" panose="020B0503020204020204" pitchFamily="34" charset="-122"/>
                <a:ea typeface="Microsoft YaHei" panose="020B0503020204020204" pitchFamily="34" charset="-122"/>
              </a:rPr>
              <a:t>云原生的起源</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sp>
        <p:nvSpPr>
          <p:cNvPr id="3" name="文本占位符 2"/>
          <p:cNvSpPr>
            <a:spLocks noGrp="1"/>
          </p:cNvSpPr>
          <p:nvPr>
            <p:ph type="body" idx="1"/>
          </p:nvPr>
        </p:nvSpPr>
        <p:spPr>
          <a:xfrm>
            <a:off x="483822" y="1614299"/>
            <a:ext cx="11470489" cy="3603654"/>
          </a:xfrm>
        </p:spPr>
        <p:txBody>
          <a:bodyPr>
            <a:normAutofit/>
          </a:bodyPr>
          <a:lstStyle/>
          <a:p>
            <a:r>
              <a:rPr lang="zh-CN" altLang="en-US" sz="3200">
                <a:latin typeface="SimHei" panose="02010609060101010101" pitchFamily="49" charset="-122"/>
                <a:ea typeface="SimHei" panose="02010609060101010101" pitchFamily="49" charset="-122"/>
              </a:rPr>
              <a:t>云计算</a:t>
            </a:r>
            <a:r>
              <a:rPr lang="en-US" altLang="zh-CN" sz="3200">
                <a:latin typeface="SimHei" panose="02010609060101010101" pitchFamily="49" charset="-122"/>
                <a:ea typeface="SimHei" panose="02010609060101010101" pitchFamily="49" charset="-122"/>
              </a:rPr>
              <a:t>(Cloud)</a:t>
            </a:r>
            <a:r>
              <a:rPr lang="zh-CN" altLang="en-US" sz="3200">
                <a:latin typeface="SimHei" panose="02010609060101010101" pitchFamily="49" charset="-122"/>
                <a:ea typeface="SimHei" panose="02010609060101010101" pitchFamily="49" charset="-122"/>
              </a:rPr>
              <a:t>和云原生</a:t>
            </a:r>
            <a:r>
              <a:rPr lang="en-US" altLang="zh-CN" sz="3200">
                <a:latin typeface="SimHei" panose="02010609060101010101" pitchFamily="49" charset="-122"/>
                <a:ea typeface="SimHei" panose="02010609060101010101" pitchFamily="49" charset="-122"/>
              </a:rPr>
              <a:t>(Cloud Native)</a:t>
            </a:r>
            <a:r>
              <a:rPr lang="zh-CN" altLang="en-US" sz="3200">
                <a:latin typeface="SimHei" panose="02010609060101010101" pitchFamily="49" charset="-122"/>
                <a:ea typeface="SimHei" panose="02010609060101010101" pitchFamily="49" charset="-122"/>
              </a:rPr>
              <a:t>是有本质区别。云原生基于</a:t>
            </a:r>
            <a:r>
              <a:rPr lang="en-US" altLang="zh-CN" sz="3200">
                <a:latin typeface="SimHei" panose="02010609060101010101" pitchFamily="49" charset="-122"/>
                <a:ea typeface="SimHei" panose="02010609060101010101" pitchFamily="49" charset="-122"/>
              </a:rPr>
              <a:t>K8S</a:t>
            </a:r>
            <a:r>
              <a:rPr lang="zh-CN" altLang="en-US" sz="3200">
                <a:latin typeface="SimHei" panose="02010609060101010101" pitchFamily="49" charset="-122"/>
                <a:ea typeface="SimHei" panose="02010609060101010101" pitchFamily="49" charset="-122"/>
              </a:rPr>
              <a:t>。</a:t>
            </a:r>
            <a:endParaRPr lang="en-US" altLang="zh-CN" sz="3200">
              <a:latin typeface="SimHei" panose="02010609060101010101" pitchFamily="49" charset="-122"/>
              <a:ea typeface="SimHei" panose="02010609060101010101" pitchFamily="49" charset="-122"/>
            </a:endParaRPr>
          </a:p>
          <a:p>
            <a:r>
              <a:rPr lang="en-US" altLang="zh-CN" sz="3200">
                <a:latin typeface="SimHei" panose="02010609060101010101" pitchFamily="49" charset="-122"/>
                <a:ea typeface="SimHei" panose="02010609060101010101" pitchFamily="49" charset="-122"/>
              </a:rPr>
              <a:t>K8S v1.0</a:t>
            </a:r>
            <a:r>
              <a:rPr lang="zh-CN" altLang="en-US" sz="3200">
                <a:latin typeface="SimHei" panose="02010609060101010101" pitchFamily="49" charset="-122"/>
                <a:ea typeface="SimHei" panose="02010609060101010101" pitchFamily="49" charset="-122"/>
              </a:rPr>
              <a:t>诞生于</a:t>
            </a:r>
            <a:r>
              <a:rPr lang="en-US" altLang="zh-CN" sz="3200">
                <a:latin typeface="SimHei" panose="02010609060101010101" pitchFamily="49" charset="-122"/>
                <a:ea typeface="SimHei" panose="02010609060101010101" pitchFamily="49" charset="-122"/>
              </a:rPr>
              <a:t>2015</a:t>
            </a:r>
            <a:r>
              <a:rPr lang="zh-CN" altLang="en-US" sz="3200">
                <a:latin typeface="SimHei" panose="02010609060101010101" pitchFamily="49" charset="-122"/>
                <a:ea typeface="SimHei" panose="02010609060101010101" pitchFamily="49" charset="-122"/>
              </a:rPr>
              <a:t>年，云原生的概念</a:t>
            </a:r>
            <a:r>
              <a:rPr lang="en-US" altLang="zh-CN" sz="3200">
                <a:latin typeface="SimHei" panose="02010609060101010101" pitchFamily="49" charset="-122"/>
                <a:ea typeface="SimHei" panose="02010609060101010101" pitchFamily="49" charset="-122"/>
              </a:rPr>
              <a:t>2017</a:t>
            </a:r>
            <a:r>
              <a:rPr lang="zh-CN" altLang="en-US" sz="3200">
                <a:latin typeface="SimHei" panose="02010609060101010101" pitchFamily="49" charset="-122"/>
                <a:ea typeface="SimHei" panose="02010609060101010101" pitchFamily="49" charset="-122"/>
              </a:rPr>
              <a:t>年才开始被广泛接受和流行</a:t>
            </a:r>
          </a:p>
        </p:txBody>
      </p:sp>
    </p:spTree>
    <p:extLst>
      <p:ext uri="{BB962C8B-B14F-4D97-AF65-F5344CB8AC3E}">
        <p14:creationId xmlns:p14="http://schemas.microsoft.com/office/powerpoint/2010/main" val="3198995317"/>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3823" y="816878"/>
            <a:ext cx="8307839" cy="576263"/>
          </a:xfrm>
        </p:spPr>
        <p:txBody>
          <a:bodyPr>
            <a:noAutofit/>
          </a:bodyPr>
          <a:lstStyle/>
          <a:p>
            <a:pPr algn="l"/>
            <a:r>
              <a:rPr lang="zh-CN" altLang="en-US" sz="3200">
                <a:solidFill>
                  <a:schemeClr val="tx2">
                    <a:lumMod val="75000"/>
                  </a:schemeClr>
                </a:solidFill>
                <a:latin typeface="Microsoft YaHei" panose="020B0503020204020204" pitchFamily="34" charset="-122"/>
                <a:ea typeface="Microsoft YaHei" panose="020B0503020204020204" pitchFamily="34" charset="-122"/>
              </a:rPr>
              <a:t>云原生的定义</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sp>
        <p:nvSpPr>
          <p:cNvPr id="3" name="文本占位符 2"/>
          <p:cNvSpPr>
            <a:spLocks noGrp="1"/>
          </p:cNvSpPr>
          <p:nvPr>
            <p:ph type="body" idx="1"/>
          </p:nvPr>
        </p:nvSpPr>
        <p:spPr>
          <a:xfrm>
            <a:off x="483823" y="1614300"/>
            <a:ext cx="5841476" cy="4585164"/>
          </a:xfrm>
        </p:spPr>
        <p:txBody>
          <a:bodyPr>
            <a:normAutofit/>
          </a:bodyPr>
          <a:lstStyle/>
          <a:p>
            <a:r>
              <a:rPr lang="zh-CN" altLang="en-US" sz="3200">
                <a:latin typeface="SimHei" panose="02010609060101010101" pitchFamily="49" charset="-122"/>
                <a:ea typeface="SimHei" panose="02010609060101010101" pitchFamily="49" charset="-122"/>
              </a:rPr>
              <a:t>云原生技术有利于各组织在公有云、私有云和混合云等新型动态环境中，构建和运行可弹性扩展的应用。</a:t>
            </a:r>
            <a:endParaRPr lang="en-US" altLang="zh-CN" sz="3200">
              <a:latin typeface="SimHei" panose="02010609060101010101" pitchFamily="49" charset="-122"/>
              <a:ea typeface="SimHei" panose="02010609060101010101" pitchFamily="49" charset="-122"/>
            </a:endParaRPr>
          </a:p>
          <a:p>
            <a:r>
              <a:rPr lang="zh-CN" altLang="en-US" sz="3200">
                <a:latin typeface="SimHei" panose="02010609060101010101" pitchFamily="49" charset="-122"/>
                <a:ea typeface="SimHei" panose="02010609060101010101" pitchFamily="49" charset="-122"/>
              </a:rPr>
              <a:t>应用原生被设计在云上以最佳方式运行，充分发挥云的优势。</a:t>
            </a:r>
          </a:p>
        </p:txBody>
      </p:sp>
      <p:sp>
        <p:nvSpPr>
          <p:cNvPr id="4" name="文本占位符 2">
            <a:extLst>
              <a:ext uri="{FF2B5EF4-FFF2-40B4-BE49-F238E27FC236}">
                <a16:creationId xmlns:a16="http://schemas.microsoft.com/office/drawing/2014/main" id="{A71640C9-89E4-4B1D-9ECB-FD8571D4E2EB}"/>
              </a:ext>
            </a:extLst>
          </p:cNvPr>
          <p:cNvSpPr txBox="1">
            <a:spLocks/>
          </p:cNvSpPr>
          <p:nvPr/>
        </p:nvSpPr>
        <p:spPr>
          <a:xfrm>
            <a:off x="7214559" y="1614299"/>
            <a:ext cx="4253191" cy="4853613"/>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t">
            <a:normAutofit/>
          </a:bodyPr>
          <a:lstStyle>
            <a:lvl1pPr marL="0" marR="0" indent="0" algn="l" defTabSz="412750" rtl="0" eaLnBrk="1" latinLnBrk="0" hangingPunct="1">
              <a:lnSpc>
                <a:spcPct val="150000"/>
              </a:lnSpc>
              <a:spcBef>
                <a:spcPts val="600"/>
              </a:spcBef>
              <a:spcAft>
                <a:spcPts val="600"/>
              </a:spcAft>
              <a:buClrTx/>
              <a:buSzPct val="75000"/>
              <a:buFontTx/>
              <a:buNone/>
              <a:tabLst/>
              <a:defRPr sz="2400" b="0" i="0" u="none" strike="noStrike" cap="none" spc="0" baseline="0">
                <a:ln>
                  <a:noFill/>
                </a:ln>
                <a:solidFill>
                  <a:schemeClr val="tx1">
                    <a:lumMod val="75000"/>
                  </a:schemeClr>
                </a:solidFill>
                <a:uFillTx/>
                <a:latin typeface="+mn-lt"/>
                <a:ea typeface="+mn-ea"/>
                <a:cs typeface="+mn-cs"/>
                <a:sym typeface="Helvetica Light"/>
              </a:defRPr>
            </a:lvl1pPr>
            <a:lvl2pPr marL="635000" marR="0" indent="-317500" algn="l" defTabSz="412750" rtl="0" eaLnBrk="1" latinLnBrk="0" hangingPunct="1">
              <a:lnSpc>
                <a:spcPct val="150000"/>
              </a:lnSpc>
              <a:spcBef>
                <a:spcPts val="600"/>
              </a:spcBef>
              <a:spcAft>
                <a:spcPts val="600"/>
              </a:spcAft>
              <a:buClrTx/>
              <a:buSzPct val="75000"/>
              <a:buFontTx/>
              <a:buChar char="•"/>
              <a:tabLst/>
              <a:defRPr sz="2000" b="0" i="0" u="none" strike="noStrike" cap="none" spc="0" baseline="0">
                <a:ln>
                  <a:noFill/>
                </a:ln>
                <a:solidFill>
                  <a:schemeClr val="tx1">
                    <a:lumMod val="75000"/>
                  </a:schemeClr>
                </a:solidFill>
                <a:uFillTx/>
                <a:latin typeface="+mn-lt"/>
                <a:ea typeface="+mn-ea"/>
                <a:cs typeface="+mn-cs"/>
                <a:sym typeface="Helvetica Light"/>
              </a:defRPr>
            </a:lvl2pPr>
            <a:lvl3pPr marL="952500" marR="0" indent="-317500" algn="l" defTabSz="412750" rtl="0" eaLnBrk="1" latinLnBrk="0" hangingPunct="1">
              <a:lnSpc>
                <a:spcPct val="150000"/>
              </a:lnSpc>
              <a:spcBef>
                <a:spcPts val="600"/>
              </a:spcBef>
              <a:spcAft>
                <a:spcPts val="600"/>
              </a:spcAft>
              <a:buClrTx/>
              <a:buSzPct val="75000"/>
              <a:buFontTx/>
              <a:buChar char="•"/>
              <a:tabLst/>
              <a:defRPr sz="2000" b="0" i="0" u="none" strike="noStrike" cap="none" spc="0" baseline="0">
                <a:ln>
                  <a:noFill/>
                </a:ln>
                <a:solidFill>
                  <a:schemeClr val="tx1">
                    <a:lumMod val="75000"/>
                  </a:schemeClr>
                </a:solidFill>
                <a:uFillTx/>
                <a:latin typeface="+mn-lt"/>
                <a:ea typeface="+mn-ea"/>
                <a:cs typeface="+mn-cs"/>
                <a:sym typeface="Helvetica Light"/>
              </a:defRPr>
            </a:lvl3pPr>
            <a:lvl4pPr marL="1270000" marR="0" indent="-317500" algn="l" defTabSz="412750" rtl="0" eaLnBrk="1" latinLnBrk="0" hangingPunct="1">
              <a:lnSpc>
                <a:spcPct val="150000"/>
              </a:lnSpc>
              <a:spcBef>
                <a:spcPts val="600"/>
              </a:spcBef>
              <a:spcAft>
                <a:spcPts val="600"/>
              </a:spcAft>
              <a:buClrTx/>
              <a:buSzPct val="75000"/>
              <a:buFontTx/>
              <a:buChar char="•"/>
              <a:tabLst/>
              <a:defRPr sz="2000" b="0" i="0" u="none" strike="noStrike" cap="none" spc="0" baseline="0">
                <a:ln>
                  <a:noFill/>
                </a:ln>
                <a:solidFill>
                  <a:schemeClr val="tx1">
                    <a:lumMod val="75000"/>
                  </a:schemeClr>
                </a:solidFill>
                <a:uFillTx/>
                <a:latin typeface="+mn-lt"/>
                <a:ea typeface="+mn-ea"/>
                <a:cs typeface="+mn-cs"/>
                <a:sym typeface="Helvetica Light"/>
              </a:defRPr>
            </a:lvl4pPr>
            <a:lvl5pPr marL="1587500" marR="0" indent="-317500" algn="l" defTabSz="412750" rtl="0" eaLnBrk="1" latinLnBrk="0" hangingPunct="1">
              <a:lnSpc>
                <a:spcPct val="150000"/>
              </a:lnSpc>
              <a:spcBef>
                <a:spcPts val="600"/>
              </a:spcBef>
              <a:spcAft>
                <a:spcPts val="600"/>
              </a:spcAft>
              <a:buClrTx/>
              <a:buSzPct val="75000"/>
              <a:buFontTx/>
              <a:buChar char="•"/>
              <a:tabLst/>
              <a:defRPr sz="2000" b="0" i="0" u="none" strike="noStrike" cap="none" spc="0" baseline="0">
                <a:ln>
                  <a:noFill/>
                </a:ln>
                <a:solidFill>
                  <a:schemeClr val="tx1">
                    <a:lumMod val="75000"/>
                  </a:schemeClr>
                </a:solidFill>
                <a:uFillTx/>
                <a:latin typeface="+mn-lt"/>
                <a:ea typeface="+mn-ea"/>
                <a:cs typeface="+mn-cs"/>
                <a:sym typeface="Helvetica Light"/>
              </a:defRPr>
            </a:lvl5pPr>
            <a:lvl6pPr marL="1905000" marR="0" indent="-317500" algn="l" defTabSz="412750" rtl="0" eaLnBrk="1" latinLnBrk="0" hangingPunct="1">
              <a:lnSpc>
                <a:spcPct val="100000"/>
              </a:lnSpc>
              <a:spcBef>
                <a:spcPts val="2950"/>
              </a:spcBef>
              <a:spcAft>
                <a:spcPts val="0"/>
              </a:spcAft>
              <a:buClrTx/>
              <a:buSzPct val="75000"/>
              <a:buFontTx/>
              <a:buChar char="•"/>
              <a:tabLst/>
              <a:defRPr sz="2600" b="0" i="0" u="none" strike="noStrike" cap="none" spc="0" baseline="0">
                <a:ln>
                  <a:noFill/>
                </a:ln>
                <a:solidFill>
                  <a:srgbClr val="000000"/>
                </a:solidFill>
                <a:uFillTx/>
                <a:latin typeface="+mn-lt"/>
                <a:ea typeface="+mn-ea"/>
                <a:cs typeface="+mn-cs"/>
                <a:sym typeface="Helvetica Light"/>
              </a:defRPr>
            </a:lvl6pPr>
            <a:lvl7pPr marL="2222500" marR="0" indent="-317500" algn="l" defTabSz="412750" rtl="0" eaLnBrk="1" latinLnBrk="0" hangingPunct="1">
              <a:lnSpc>
                <a:spcPct val="100000"/>
              </a:lnSpc>
              <a:spcBef>
                <a:spcPts val="2950"/>
              </a:spcBef>
              <a:spcAft>
                <a:spcPts val="0"/>
              </a:spcAft>
              <a:buClrTx/>
              <a:buSzPct val="75000"/>
              <a:buFontTx/>
              <a:buChar char="•"/>
              <a:tabLst/>
              <a:defRPr sz="2600" b="0" i="0" u="none" strike="noStrike" cap="none" spc="0" baseline="0">
                <a:ln>
                  <a:noFill/>
                </a:ln>
                <a:solidFill>
                  <a:srgbClr val="000000"/>
                </a:solidFill>
                <a:uFillTx/>
                <a:latin typeface="+mn-lt"/>
                <a:ea typeface="+mn-ea"/>
                <a:cs typeface="+mn-cs"/>
                <a:sym typeface="Helvetica Light"/>
              </a:defRPr>
            </a:lvl7pPr>
            <a:lvl8pPr marL="2540000" marR="0" indent="-317500" algn="l" defTabSz="412750" rtl="0" eaLnBrk="1" latinLnBrk="0" hangingPunct="1">
              <a:lnSpc>
                <a:spcPct val="100000"/>
              </a:lnSpc>
              <a:spcBef>
                <a:spcPts val="2950"/>
              </a:spcBef>
              <a:spcAft>
                <a:spcPts val="0"/>
              </a:spcAft>
              <a:buClrTx/>
              <a:buSzPct val="75000"/>
              <a:buFontTx/>
              <a:buChar char="•"/>
              <a:tabLst/>
              <a:defRPr sz="2600" b="0" i="0" u="none" strike="noStrike" cap="none" spc="0" baseline="0">
                <a:ln>
                  <a:noFill/>
                </a:ln>
                <a:solidFill>
                  <a:srgbClr val="000000"/>
                </a:solidFill>
                <a:uFillTx/>
                <a:latin typeface="+mn-lt"/>
                <a:ea typeface="+mn-ea"/>
                <a:cs typeface="+mn-cs"/>
                <a:sym typeface="Helvetica Light"/>
              </a:defRPr>
            </a:lvl8pPr>
            <a:lvl9pPr marL="2857500" marR="0" indent="-317500" algn="l" defTabSz="412750" rtl="0" eaLnBrk="1" latinLnBrk="0" hangingPunct="1">
              <a:lnSpc>
                <a:spcPct val="100000"/>
              </a:lnSpc>
              <a:spcBef>
                <a:spcPts val="2950"/>
              </a:spcBef>
              <a:spcAft>
                <a:spcPts val="0"/>
              </a:spcAft>
              <a:buClrTx/>
              <a:buSzPct val="75000"/>
              <a:buFontTx/>
              <a:buChar char="•"/>
              <a:tabLst/>
              <a:defRPr sz="2600" b="0" i="0" u="none" strike="noStrike" cap="none" spc="0" baseline="0">
                <a:ln>
                  <a:noFill/>
                </a:ln>
                <a:solidFill>
                  <a:srgbClr val="000000"/>
                </a:solidFill>
                <a:uFillTx/>
                <a:latin typeface="+mn-lt"/>
                <a:ea typeface="+mn-ea"/>
                <a:cs typeface="+mn-cs"/>
                <a:sym typeface="Helvetica Light"/>
              </a:defRPr>
            </a:lvl9pPr>
          </a:lstStyle>
          <a:p>
            <a:r>
              <a:rPr lang="zh-CN" altLang="en-US" sz="3200">
                <a:latin typeface="SimHei" panose="02010609060101010101" pitchFamily="49" charset="-122"/>
                <a:ea typeface="SimHei" panose="02010609060101010101" pitchFamily="49" charset="-122"/>
              </a:rPr>
              <a:t>代表技术</a:t>
            </a:r>
            <a:endParaRPr lang="en-US" altLang="zh-CN" sz="3200">
              <a:latin typeface="SimHei" panose="02010609060101010101" pitchFamily="49" charset="-122"/>
              <a:ea typeface="SimHei" panose="02010609060101010101" pitchFamily="49" charset="-122"/>
            </a:endParaRPr>
          </a:p>
          <a:p>
            <a:pPr marL="640080" lvl="1" indent="-457200">
              <a:buFont typeface="Wingdings" panose="05000000000000000000" pitchFamily="2" charset="2"/>
              <a:buChar char="Ø"/>
            </a:pPr>
            <a:r>
              <a:rPr lang="zh-CN" altLang="en-US" sz="2800">
                <a:latin typeface="SimHei" panose="02010609060101010101" pitchFamily="49" charset="-122"/>
                <a:ea typeface="SimHei" panose="02010609060101010101" pitchFamily="49" charset="-122"/>
              </a:rPr>
              <a:t>容器</a:t>
            </a:r>
            <a:endParaRPr lang="en-US" altLang="zh-CN" sz="2800">
              <a:latin typeface="SimHei" panose="02010609060101010101" pitchFamily="49" charset="-122"/>
              <a:ea typeface="SimHei" panose="02010609060101010101" pitchFamily="49" charset="-122"/>
            </a:endParaRPr>
          </a:p>
          <a:p>
            <a:pPr marL="640080" lvl="1" indent="-457200">
              <a:buFont typeface="Wingdings" panose="05000000000000000000" pitchFamily="2" charset="2"/>
              <a:buChar char="Ø"/>
            </a:pPr>
            <a:r>
              <a:rPr lang="zh-CN" altLang="en-US" sz="2800">
                <a:latin typeface="SimHei" panose="02010609060101010101" pitchFamily="49" charset="-122"/>
                <a:ea typeface="SimHei" panose="02010609060101010101" pitchFamily="49" charset="-122"/>
              </a:rPr>
              <a:t>服务网格</a:t>
            </a:r>
            <a:endParaRPr lang="en-US" altLang="zh-CN" sz="2800">
              <a:latin typeface="SimHei" panose="02010609060101010101" pitchFamily="49" charset="-122"/>
              <a:ea typeface="SimHei" panose="02010609060101010101" pitchFamily="49" charset="-122"/>
            </a:endParaRPr>
          </a:p>
          <a:p>
            <a:pPr marL="640080" lvl="1" indent="-457200">
              <a:buFont typeface="Wingdings" panose="05000000000000000000" pitchFamily="2" charset="2"/>
              <a:buChar char="Ø"/>
            </a:pPr>
            <a:r>
              <a:rPr lang="zh-CN" altLang="en-US" sz="2800">
                <a:latin typeface="SimHei" panose="02010609060101010101" pitchFamily="49" charset="-122"/>
                <a:ea typeface="SimHei" panose="02010609060101010101" pitchFamily="49" charset="-122"/>
              </a:rPr>
              <a:t>不可变基础设施</a:t>
            </a:r>
            <a:endParaRPr lang="en-US" altLang="zh-CN" sz="2800">
              <a:latin typeface="SimHei" panose="02010609060101010101" pitchFamily="49" charset="-122"/>
              <a:ea typeface="SimHei" panose="02010609060101010101" pitchFamily="49" charset="-122"/>
            </a:endParaRPr>
          </a:p>
          <a:p>
            <a:pPr marL="640080" lvl="1" indent="-457200">
              <a:buFont typeface="Wingdings" panose="05000000000000000000" pitchFamily="2" charset="2"/>
              <a:buChar char="Ø"/>
            </a:pPr>
            <a:r>
              <a:rPr lang="zh-CN" altLang="en-US" sz="2800">
                <a:latin typeface="SimHei" panose="02010609060101010101" pitchFamily="49" charset="-122"/>
                <a:ea typeface="SimHei" panose="02010609060101010101" pitchFamily="49" charset="-122"/>
              </a:rPr>
              <a:t>声明式</a:t>
            </a:r>
            <a:r>
              <a:rPr lang="en-US" altLang="zh-CN" sz="2800">
                <a:latin typeface="SimHei" panose="02010609060101010101" pitchFamily="49" charset="-122"/>
                <a:ea typeface="SimHei" panose="02010609060101010101" pitchFamily="49" charset="-122"/>
              </a:rPr>
              <a:t>API</a:t>
            </a:r>
          </a:p>
          <a:p>
            <a:pPr marL="640080" lvl="1" indent="-457200">
              <a:buFont typeface="Wingdings" panose="05000000000000000000" pitchFamily="2" charset="2"/>
              <a:buChar char="Ø"/>
            </a:pPr>
            <a:r>
              <a:rPr lang="zh-CN" altLang="en-US" sz="2800">
                <a:solidFill>
                  <a:schemeClr val="bg2">
                    <a:lumMod val="25000"/>
                  </a:schemeClr>
                </a:solidFill>
                <a:highlight>
                  <a:srgbClr val="FFFF00"/>
                </a:highlight>
                <a:latin typeface="SimHei" panose="02010609060101010101" pitchFamily="49" charset="-122"/>
                <a:ea typeface="SimHei" panose="02010609060101010101" pitchFamily="49" charset="-122"/>
              </a:rPr>
              <a:t>微服务</a:t>
            </a:r>
          </a:p>
        </p:txBody>
      </p:sp>
    </p:spTree>
    <p:extLst>
      <p:ext uri="{BB962C8B-B14F-4D97-AF65-F5344CB8AC3E}">
        <p14:creationId xmlns:p14="http://schemas.microsoft.com/office/powerpoint/2010/main" val="2367338100"/>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3823" y="816878"/>
            <a:ext cx="8307839" cy="576263"/>
          </a:xfrm>
        </p:spPr>
        <p:txBody>
          <a:bodyPr>
            <a:noAutofit/>
          </a:bodyPr>
          <a:lstStyle/>
          <a:p>
            <a:pPr algn="l"/>
            <a:r>
              <a:rPr lang="en-US" altLang="zh-CN" sz="3200">
                <a:solidFill>
                  <a:schemeClr val="tx2">
                    <a:lumMod val="75000"/>
                  </a:schemeClr>
                </a:solidFill>
                <a:latin typeface="Microsoft YaHei" panose="020B0503020204020204" pitchFamily="34" charset="-122"/>
                <a:ea typeface="Microsoft YaHei" panose="020B0503020204020204" pitchFamily="34" charset="-122"/>
              </a:rPr>
              <a:t>Cloud</a:t>
            </a:r>
            <a:r>
              <a:rPr lang="zh-CN" altLang="en-US" sz="3200">
                <a:solidFill>
                  <a:schemeClr val="tx2">
                    <a:lumMod val="75000"/>
                  </a:schemeClr>
                </a:solidFill>
                <a:latin typeface="Microsoft YaHei" panose="020B0503020204020204" pitchFamily="34" charset="-122"/>
                <a:ea typeface="Microsoft YaHei" panose="020B0503020204020204" pitchFamily="34" charset="-122"/>
              </a:rPr>
              <a:t> </a:t>
            </a:r>
            <a:r>
              <a:rPr lang="en-US" altLang="zh-CN" sz="3200">
                <a:solidFill>
                  <a:schemeClr val="tx2">
                    <a:lumMod val="75000"/>
                  </a:schemeClr>
                </a:solidFill>
                <a:latin typeface="Microsoft YaHei" panose="020B0503020204020204" pitchFamily="34" charset="-122"/>
                <a:ea typeface="Microsoft YaHei" panose="020B0503020204020204" pitchFamily="34" charset="-122"/>
              </a:rPr>
              <a:t>Native</a:t>
            </a:r>
            <a:r>
              <a:rPr lang="zh-CN" altLang="en-US" sz="3200">
                <a:solidFill>
                  <a:schemeClr val="tx2">
                    <a:lumMod val="75000"/>
                  </a:schemeClr>
                </a:solidFill>
                <a:latin typeface="Microsoft YaHei" panose="020B0503020204020204" pitchFamily="34" charset="-122"/>
                <a:ea typeface="Microsoft YaHei" panose="020B0503020204020204" pitchFamily="34" charset="-122"/>
              </a:rPr>
              <a:t>是道，</a:t>
            </a:r>
            <a:r>
              <a:rPr lang="en-US" altLang="zh-CN" sz="3200">
                <a:solidFill>
                  <a:schemeClr val="tx2">
                    <a:lumMod val="75000"/>
                  </a:schemeClr>
                </a:solidFill>
                <a:latin typeface="Microsoft YaHei" panose="020B0503020204020204" pitchFamily="34" charset="-122"/>
                <a:ea typeface="Microsoft YaHei" panose="020B0503020204020204" pitchFamily="34" charset="-122"/>
              </a:rPr>
              <a:t>Service Mesh</a:t>
            </a:r>
            <a:r>
              <a:rPr lang="zh-CN" altLang="en-US" sz="3200">
                <a:solidFill>
                  <a:schemeClr val="tx2">
                    <a:lumMod val="75000"/>
                  </a:schemeClr>
                </a:solidFill>
                <a:latin typeface="Microsoft YaHei" panose="020B0503020204020204" pitchFamily="34" charset="-122"/>
                <a:ea typeface="Microsoft YaHei" panose="020B0503020204020204" pitchFamily="34" charset="-122"/>
              </a:rPr>
              <a:t>是术</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pic>
        <p:nvPicPr>
          <p:cNvPr id="8" name="Picture 7">
            <a:extLst>
              <a:ext uri="{FF2B5EF4-FFF2-40B4-BE49-F238E27FC236}">
                <a16:creationId xmlns:a16="http://schemas.microsoft.com/office/drawing/2014/main" id="{1666DC8B-4E18-4102-B9E1-C5A5D2E27945}"/>
              </a:ext>
            </a:extLst>
          </p:cNvPr>
          <p:cNvPicPr>
            <a:picLocks noChangeAspect="1"/>
          </p:cNvPicPr>
          <p:nvPr/>
        </p:nvPicPr>
        <p:blipFill>
          <a:blip r:embed="rId3"/>
          <a:stretch>
            <a:fillRect/>
          </a:stretch>
        </p:blipFill>
        <p:spPr>
          <a:xfrm>
            <a:off x="483823" y="2118732"/>
            <a:ext cx="4675475" cy="3922390"/>
          </a:xfrm>
          <a:prstGeom prst="rect">
            <a:avLst/>
          </a:prstGeom>
        </p:spPr>
      </p:pic>
      <p:pic>
        <p:nvPicPr>
          <p:cNvPr id="10" name="Picture 9">
            <a:extLst>
              <a:ext uri="{FF2B5EF4-FFF2-40B4-BE49-F238E27FC236}">
                <a16:creationId xmlns:a16="http://schemas.microsoft.com/office/drawing/2014/main" id="{10D80127-F9DB-4726-966D-526E0C06436C}"/>
              </a:ext>
            </a:extLst>
          </p:cNvPr>
          <p:cNvPicPr>
            <a:picLocks noChangeAspect="1"/>
          </p:cNvPicPr>
          <p:nvPr/>
        </p:nvPicPr>
        <p:blipFill>
          <a:blip r:embed="rId4"/>
          <a:stretch>
            <a:fillRect/>
          </a:stretch>
        </p:blipFill>
        <p:spPr>
          <a:xfrm>
            <a:off x="7352254" y="2908352"/>
            <a:ext cx="3895725" cy="2343150"/>
          </a:xfrm>
          <a:prstGeom prst="rect">
            <a:avLst/>
          </a:prstGeom>
        </p:spPr>
      </p:pic>
      <p:sp>
        <p:nvSpPr>
          <p:cNvPr id="11" name="Arrow: Right 10">
            <a:extLst>
              <a:ext uri="{FF2B5EF4-FFF2-40B4-BE49-F238E27FC236}">
                <a16:creationId xmlns:a16="http://schemas.microsoft.com/office/drawing/2014/main" id="{54157EFE-4C22-4A6C-B6C2-98497083D5E4}"/>
              </a:ext>
            </a:extLst>
          </p:cNvPr>
          <p:cNvSpPr/>
          <p:nvPr/>
        </p:nvSpPr>
        <p:spPr>
          <a:xfrm>
            <a:off x="5679688" y="3592990"/>
            <a:ext cx="1449660" cy="973873"/>
          </a:xfrm>
          <a:prstGeom prst="rightArrow">
            <a:avLst/>
          </a:prstGeom>
          <a:solidFill>
            <a:schemeClr val="accent3">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Light"/>
            </a:endParaRPr>
          </a:p>
        </p:txBody>
      </p:sp>
    </p:spTree>
    <p:extLst>
      <p:ext uri="{BB962C8B-B14F-4D97-AF65-F5344CB8AC3E}">
        <p14:creationId xmlns:p14="http://schemas.microsoft.com/office/powerpoint/2010/main" val="911095370"/>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E402F0C-111C-4118-84A1-D897CF240C6A}"/>
              </a:ext>
            </a:extLst>
          </p:cNvPr>
          <p:cNvPicPr>
            <a:picLocks noChangeAspect="1"/>
          </p:cNvPicPr>
          <p:nvPr/>
        </p:nvPicPr>
        <p:blipFill>
          <a:blip r:embed="rId3"/>
          <a:stretch>
            <a:fillRect/>
          </a:stretch>
        </p:blipFill>
        <p:spPr>
          <a:xfrm>
            <a:off x="439218" y="1827985"/>
            <a:ext cx="8176958" cy="4126766"/>
          </a:xfrm>
          <a:prstGeom prst="rect">
            <a:avLst/>
          </a:prstGeom>
        </p:spPr>
      </p:pic>
      <p:sp>
        <p:nvSpPr>
          <p:cNvPr id="12" name="标题 1">
            <a:extLst>
              <a:ext uri="{FF2B5EF4-FFF2-40B4-BE49-F238E27FC236}">
                <a16:creationId xmlns:a16="http://schemas.microsoft.com/office/drawing/2014/main" id="{5C492946-ABDD-464A-B6A5-6BDE1E6DD53C}"/>
              </a:ext>
            </a:extLst>
          </p:cNvPr>
          <p:cNvSpPr>
            <a:spLocks noGrp="1"/>
          </p:cNvSpPr>
          <p:nvPr>
            <p:ph type="title"/>
          </p:nvPr>
        </p:nvSpPr>
        <p:spPr>
          <a:xfrm>
            <a:off x="439218" y="742537"/>
            <a:ext cx="8307839" cy="576263"/>
          </a:xfrm>
        </p:spPr>
        <p:txBody>
          <a:bodyPr>
            <a:noAutofit/>
          </a:bodyPr>
          <a:lstStyle/>
          <a:p>
            <a:pPr algn="l"/>
            <a:r>
              <a:rPr lang="zh-CN" altLang="en-US" sz="3200">
                <a:solidFill>
                  <a:schemeClr val="tx2">
                    <a:lumMod val="75000"/>
                  </a:schemeClr>
                </a:solidFill>
                <a:latin typeface="Microsoft YaHei" panose="020B0503020204020204" pitchFamily="34" charset="-122"/>
                <a:ea typeface="Microsoft YaHei" panose="020B0503020204020204" pitchFamily="34" charset="-122"/>
              </a:rPr>
              <a:t>例子：以服务间通讯为例</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920931512"/>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DF3CC1-E4D6-4F5C-B847-95AB0B5E2EF6}"/>
              </a:ext>
            </a:extLst>
          </p:cNvPr>
          <p:cNvPicPr>
            <a:picLocks noChangeAspect="1"/>
          </p:cNvPicPr>
          <p:nvPr/>
        </p:nvPicPr>
        <p:blipFill>
          <a:blip r:embed="rId3"/>
          <a:stretch>
            <a:fillRect/>
          </a:stretch>
        </p:blipFill>
        <p:spPr>
          <a:xfrm>
            <a:off x="439218" y="1731457"/>
            <a:ext cx="9700958" cy="4446318"/>
          </a:xfrm>
          <a:prstGeom prst="rect">
            <a:avLst/>
          </a:prstGeom>
        </p:spPr>
      </p:pic>
      <p:sp>
        <p:nvSpPr>
          <p:cNvPr id="4" name="标题 1">
            <a:extLst>
              <a:ext uri="{FF2B5EF4-FFF2-40B4-BE49-F238E27FC236}">
                <a16:creationId xmlns:a16="http://schemas.microsoft.com/office/drawing/2014/main" id="{DAB0353E-8508-4E1B-ACCA-8FD9D7A370F4}"/>
              </a:ext>
            </a:extLst>
          </p:cNvPr>
          <p:cNvSpPr>
            <a:spLocks noGrp="1"/>
          </p:cNvSpPr>
          <p:nvPr>
            <p:ph type="title"/>
          </p:nvPr>
        </p:nvSpPr>
        <p:spPr>
          <a:xfrm>
            <a:off x="439218" y="742537"/>
            <a:ext cx="8307839" cy="576263"/>
          </a:xfrm>
        </p:spPr>
        <p:txBody>
          <a:bodyPr>
            <a:noAutofit/>
          </a:bodyPr>
          <a:lstStyle/>
          <a:p>
            <a:pPr algn="l"/>
            <a:r>
              <a:rPr lang="en-US" altLang="zh-CN" sz="3200">
                <a:solidFill>
                  <a:schemeClr val="tx2">
                    <a:lumMod val="75000"/>
                  </a:schemeClr>
                </a:solidFill>
                <a:latin typeface="Microsoft YaHei" panose="020B0503020204020204" pitchFamily="34" charset="-122"/>
                <a:ea typeface="Microsoft YaHei" panose="020B0503020204020204" pitchFamily="34" charset="-122"/>
              </a:rPr>
              <a:t>SDK</a:t>
            </a:r>
            <a:r>
              <a:rPr lang="zh-CN" altLang="en-US" sz="3200">
                <a:solidFill>
                  <a:schemeClr val="tx2">
                    <a:lumMod val="75000"/>
                  </a:schemeClr>
                </a:solidFill>
                <a:latin typeface="Microsoft YaHei" panose="020B0503020204020204" pitchFamily="34" charset="-122"/>
                <a:ea typeface="Microsoft YaHei" panose="020B0503020204020204" pitchFamily="34" charset="-122"/>
              </a:rPr>
              <a:t>思路</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03121943"/>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DAB0353E-8508-4E1B-ACCA-8FD9D7A370F4}"/>
              </a:ext>
            </a:extLst>
          </p:cNvPr>
          <p:cNvSpPr>
            <a:spLocks noGrp="1"/>
          </p:cNvSpPr>
          <p:nvPr>
            <p:ph type="title"/>
          </p:nvPr>
        </p:nvSpPr>
        <p:spPr>
          <a:xfrm>
            <a:off x="439218" y="742537"/>
            <a:ext cx="8307839" cy="576263"/>
          </a:xfrm>
        </p:spPr>
        <p:txBody>
          <a:bodyPr>
            <a:noAutofit/>
          </a:bodyPr>
          <a:lstStyle/>
          <a:p>
            <a:pPr algn="l"/>
            <a:r>
              <a:rPr lang="en-US" altLang="zh-CN" sz="3200">
                <a:solidFill>
                  <a:schemeClr val="tx2">
                    <a:lumMod val="75000"/>
                  </a:schemeClr>
                </a:solidFill>
                <a:latin typeface="Microsoft YaHei" panose="020B0503020204020204" pitchFamily="34" charset="-122"/>
                <a:ea typeface="Microsoft YaHei" panose="020B0503020204020204" pitchFamily="34" charset="-122"/>
              </a:rPr>
              <a:t>Service Mesh</a:t>
            </a:r>
            <a:r>
              <a:rPr lang="zh-CN" altLang="en-US" sz="3200">
                <a:solidFill>
                  <a:schemeClr val="tx2">
                    <a:lumMod val="75000"/>
                  </a:schemeClr>
                </a:solidFill>
                <a:latin typeface="Microsoft YaHei" panose="020B0503020204020204" pitchFamily="34" charset="-122"/>
                <a:ea typeface="Microsoft YaHei" panose="020B0503020204020204" pitchFamily="34" charset="-122"/>
              </a:rPr>
              <a:t>思路</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758EC98E-D65B-459F-AB12-7A9EE1AC5E3A}"/>
              </a:ext>
            </a:extLst>
          </p:cNvPr>
          <p:cNvPicPr>
            <a:picLocks noChangeAspect="1"/>
          </p:cNvPicPr>
          <p:nvPr/>
        </p:nvPicPr>
        <p:blipFill>
          <a:blip r:embed="rId3"/>
          <a:stretch>
            <a:fillRect/>
          </a:stretch>
        </p:blipFill>
        <p:spPr>
          <a:xfrm>
            <a:off x="439218" y="1669662"/>
            <a:ext cx="8898070" cy="4634493"/>
          </a:xfrm>
          <a:prstGeom prst="rect">
            <a:avLst/>
          </a:prstGeom>
        </p:spPr>
      </p:pic>
      <p:sp>
        <p:nvSpPr>
          <p:cNvPr id="6" name="文本占位符 2">
            <a:extLst>
              <a:ext uri="{FF2B5EF4-FFF2-40B4-BE49-F238E27FC236}">
                <a16:creationId xmlns:a16="http://schemas.microsoft.com/office/drawing/2014/main" id="{D4D40E3C-8F31-4096-BCA6-2B2436589361}"/>
              </a:ext>
            </a:extLst>
          </p:cNvPr>
          <p:cNvSpPr>
            <a:spLocks noGrp="1"/>
          </p:cNvSpPr>
          <p:nvPr>
            <p:ph type="body" idx="1"/>
          </p:nvPr>
        </p:nvSpPr>
        <p:spPr>
          <a:xfrm>
            <a:off x="7872760" y="1669662"/>
            <a:ext cx="4059045" cy="1196386"/>
          </a:xfrm>
        </p:spPr>
        <p:txBody>
          <a:bodyPr>
            <a:noAutofit/>
          </a:bodyPr>
          <a:lstStyle/>
          <a:p>
            <a:r>
              <a:rPr lang="zh-CN" altLang="en-US" sz="3200">
                <a:latin typeface="SimHei" panose="02010609060101010101" pitchFamily="49" charset="-122"/>
                <a:ea typeface="SimHei" panose="02010609060101010101" pitchFamily="49" charset="-122"/>
              </a:rPr>
              <a:t>将</a:t>
            </a:r>
            <a:r>
              <a:rPr lang="en-US" altLang="zh-CN" sz="3200">
                <a:latin typeface="SimHei" panose="02010609060101010101" pitchFamily="49" charset="-122"/>
                <a:ea typeface="SimHei" panose="02010609060101010101" pitchFamily="49" charset="-122"/>
              </a:rPr>
              <a:t>SDK</a:t>
            </a:r>
            <a:r>
              <a:rPr lang="zh-CN" altLang="en-US" sz="3200">
                <a:latin typeface="SimHei" panose="02010609060101010101" pitchFamily="49" charset="-122"/>
                <a:ea typeface="SimHei" panose="02010609060101010101" pitchFamily="49" charset="-122"/>
              </a:rPr>
              <a:t>客户端功能剥离</a:t>
            </a:r>
          </a:p>
        </p:txBody>
      </p:sp>
    </p:spTree>
    <p:extLst>
      <p:ext uri="{BB962C8B-B14F-4D97-AF65-F5344CB8AC3E}">
        <p14:creationId xmlns:p14="http://schemas.microsoft.com/office/powerpoint/2010/main" val="3947305227"/>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DAB0353E-8508-4E1B-ACCA-8FD9D7A370F4}"/>
              </a:ext>
            </a:extLst>
          </p:cNvPr>
          <p:cNvSpPr>
            <a:spLocks noGrp="1"/>
          </p:cNvSpPr>
          <p:nvPr>
            <p:ph type="title"/>
          </p:nvPr>
        </p:nvSpPr>
        <p:spPr>
          <a:xfrm>
            <a:off x="439218" y="742537"/>
            <a:ext cx="8307839" cy="576263"/>
          </a:xfrm>
        </p:spPr>
        <p:txBody>
          <a:bodyPr>
            <a:noAutofit/>
          </a:bodyPr>
          <a:lstStyle/>
          <a:p>
            <a:pPr algn="l"/>
            <a:r>
              <a:rPr lang="en-US" altLang="zh-CN" sz="3200">
                <a:solidFill>
                  <a:schemeClr val="tx2">
                    <a:lumMod val="75000"/>
                  </a:schemeClr>
                </a:solidFill>
                <a:latin typeface="Microsoft YaHei" panose="020B0503020204020204" pitchFamily="34" charset="-122"/>
                <a:ea typeface="Microsoft YaHei" panose="020B0503020204020204" pitchFamily="34" charset="-122"/>
              </a:rPr>
              <a:t>Service Mesh</a:t>
            </a:r>
            <a:r>
              <a:rPr lang="zh-CN" altLang="en-US" sz="3200">
                <a:solidFill>
                  <a:schemeClr val="tx2">
                    <a:lumMod val="75000"/>
                  </a:schemeClr>
                </a:solidFill>
                <a:latin typeface="Microsoft YaHei" panose="020B0503020204020204" pitchFamily="34" charset="-122"/>
                <a:ea typeface="Microsoft YaHei" panose="020B0503020204020204" pitchFamily="34" charset="-122"/>
              </a:rPr>
              <a:t>模式</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pic>
        <p:nvPicPr>
          <p:cNvPr id="3" name="Picture 2">
            <a:extLst>
              <a:ext uri="{FF2B5EF4-FFF2-40B4-BE49-F238E27FC236}">
                <a16:creationId xmlns:a16="http://schemas.microsoft.com/office/drawing/2014/main" id="{E295AF62-CC23-4C09-A0A2-EB90C0930E31}"/>
              </a:ext>
            </a:extLst>
          </p:cNvPr>
          <p:cNvPicPr>
            <a:picLocks noChangeAspect="1"/>
          </p:cNvPicPr>
          <p:nvPr/>
        </p:nvPicPr>
        <p:blipFill>
          <a:blip r:embed="rId3"/>
          <a:stretch>
            <a:fillRect/>
          </a:stretch>
        </p:blipFill>
        <p:spPr>
          <a:xfrm>
            <a:off x="439218" y="1527020"/>
            <a:ext cx="9812470" cy="4948121"/>
          </a:xfrm>
          <a:prstGeom prst="rect">
            <a:avLst/>
          </a:prstGeom>
        </p:spPr>
      </p:pic>
    </p:spTree>
    <p:extLst>
      <p:ext uri="{BB962C8B-B14F-4D97-AF65-F5344CB8AC3E}">
        <p14:creationId xmlns:p14="http://schemas.microsoft.com/office/powerpoint/2010/main" val="10794817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DAB0353E-8508-4E1B-ACCA-8FD9D7A370F4}"/>
              </a:ext>
            </a:extLst>
          </p:cNvPr>
          <p:cNvSpPr>
            <a:spLocks noGrp="1"/>
          </p:cNvSpPr>
          <p:nvPr>
            <p:ph type="title"/>
          </p:nvPr>
        </p:nvSpPr>
        <p:spPr>
          <a:xfrm>
            <a:off x="439218" y="742537"/>
            <a:ext cx="8307839" cy="576263"/>
          </a:xfrm>
        </p:spPr>
        <p:txBody>
          <a:bodyPr>
            <a:noAutofit/>
          </a:bodyPr>
          <a:lstStyle/>
          <a:p>
            <a:pPr algn="l"/>
            <a:r>
              <a:rPr lang="en-US" altLang="zh-CN" sz="3200">
                <a:solidFill>
                  <a:schemeClr val="tx2">
                    <a:lumMod val="75000"/>
                  </a:schemeClr>
                </a:solidFill>
                <a:latin typeface="Microsoft YaHei" panose="020B0503020204020204" pitchFamily="34" charset="-122"/>
                <a:ea typeface="Microsoft YaHei" panose="020B0503020204020204" pitchFamily="34" charset="-122"/>
              </a:rPr>
              <a:t>Service Mesh </a:t>
            </a:r>
            <a:r>
              <a:rPr lang="zh-CN" altLang="en-US" sz="3200">
                <a:solidFill>
                  <a:schemeClr val="tx2">
                    <a:lumMod val="75000"/>
                  </a:schemeClr>
                </a:solidFill>
                <a:latin typeface="Microsoft YaHei" panose="020B0503020204020204" pitchFamily="34" charset="-122"/>
                <a:ea typeface="Microsoft YaHei" panose="020B0503020204020204" pitchFamily="34" charset="-122"/>
              </a:rPr>
              <a:t>应用视角</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pic>
        <p:nvPicPr>
          <p:cNvPr id="3" name="Picture 2">
            <a:extLst>
              <a:ext uri="{FF2B5EF4-FFF2-40B4-BE49-F238E27FC236}">
                <a16:creationId xmlns:a16="http://schemas.microsoft.com/office/drawing/2014/main" id="{392E868F-BC8B-4924-B51E-DF9D53A4013A}"/>
              </a:ext>
            </a:extLst>
          </p:cNvPr>
          <p:cNvPicPr>
            <a:picLocks noChangeAspect="1"/>
          </p:cNvPicPr>
          <p:nvPr/>
        </p:nvPicPr>
        <p:blipFill>
          <a:blip r:embed="rId3"/>
          <a:stretch>
            <a:fillRect/>
          </a:stretch>
        </p:blipFill>
        <p:spPr>
          <a:xfrm>
            <a:off x="439217" y="1639113"/>
            <a:ext cx="9894245" cy="4836028"/>
          </a:xfrm>
          <a:prstGeom prst="rect">
            <a:avLst/>
          </a:prstGeom>
        </p:spPr>
      </p:pic>
    </p:spTree>
    <p:extLst>
      <p:ext uri="{BB962C8B-B14F-4D97-AF65-F5344CB8AC3E}">
        <p14:creationId xmlns:p14="http://schemas.microsoft.com/office/powerpoint/2010/main" val="3247625016"/>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3823" y="816878"/>
            <a:ext cx="8307839" cy="576263"/>
          </a:xfrm>
        </p:spPr>
        <p:txBody>
          <a:bodyPr>
            <a:noAutofit/>
          </a:bodyPr>
          <a:lstStyle/>
          <a:p>
            <a:pPr algn="l"/>
            <a:r>
              <a:rPr lang="zh-CN" altLang="en-US" sz="3200">
                <a:solidFill>
                  <a:schemeClr val="tx2">
                    <a:lumMod val="75000"/>
                  </a:schemeClr>
                </a:solidFill>
                <a:latin typeface="Microsoft YaHei" panose="020B0503020204020204" pitchFamily="34" charset="-122"/>
                <a:ea typeface="Microsoft YaHei" panose="020B0503020204020204" pitchFamily="34" charset="-122"/>
              </a:rPr>
              <a:t>企业</a:t>
            </a:r>
            <a:r>
              <a:rPr lang="en-US" altLang="zh-CN" sz="3200">
                <a:solidFill>
                  <a:schemeClr val="tx2">
                    <a:lumMod val="75000"/>
                  </a:schemeClr>
                </a:solidFill>
                <a:latin typeface="Microsoft YaHei" panose="020B0503020204020204" pitchFamily="34" charset="-122"/>
                <a:ea typeface="Microsoft YaHei" panose="020B0503020204020204" pitchFamily="34" charset="-122"/>
              </a:rPr>
              <a:t>IT</a:t>
            </a:r>
            <a:r>
              <a:rPr lang="zh-CN" altLang="en-US" sz="3200">
                <a:solidFill>
                  <a:schemeClr val="tx2">
                    <a:lumMod val="75000"/>
                  </a:schemeClr>
                </a:solidFill>
                <a:latin typeface="Microsoft YaHei" panose="020B0503020204020204" pitchFamily="34" charset="-122"/>
                <a:ea typeface="Microsoft YaHei" panose="020B0503020204020204" pitchFamily="34" charset="-122"/>
              </a:rPr>
              <a:t>数字化转型－－３阶段２转型</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pic>
        <p:nvPicPr>
          <p:cNvPr id="7" name="Picture 6">
            <a:extLst>
              <a:ext uri="{FF2B5EF4-FFF2-40B4-BE49-F238E27FC236}">
                <a16:creationId xmlns:a16="http://schemas.microsoft.com/office/drawing/2014/main" id="{556ACA8F-9795-493E-B028-29488DD35600}"/>
              </a:ext>
            </a:extLst>
          </p:cNvPr>
          <p:cNvPicPr>
            <a:picLocks noChangeAspect="1"/>
          </p:cNvPicPr>
          <p:nvPr/>
        </p:nvPicPr>
        <p:blipFill>
          <a:blip r:embed="rId2"/>
          <a:stretch>
            <a:fillRect/>
          </a:stretch>
        </p:blipFill>
        <p:spPr>
          <a:xfrm>
            <a:off x="483822" y="1445360"/>
            <a:ext cx="11581797" cy="5237938"/>
          </a:xfrm>
          <a:prstGeom prst="rect">
            <a:avLst/>
          </a:prstGeom>
        </p:spPr>
      </p:pic>
    </p:spTree>
    <p:extLst>
      <p:ext uri="{BB962C8B-B14F-4D97-AF65-F5344CB8AC3E}">
        <p14:creationId xmlns:p14="http://schemas.microsoft.com/office/powerpoint/2010/main" val="1262276284"/>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3759689" y="1826333"/>
            <a:ext cx="616541" cy="523220"/>
          </a:xfrm>
          <a:prstGeom prst="rect">
            <a:avLst/>
          </a:prstGeom>
          <a:noFill/>
        </p:spPr>
        <p:txBody>
          <a:bodyPr wrap="square"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3200" b="1" kern="1200" dirty="0">
                <a:solidFill>
                  <a:srgbClr val="00B0F0"/>
                </a:solidFill>
                <a:latin typeface="Arial" panose="020B0604020202020204" pitchFamily="34" charset="0"/>
                <a:ea typeface="Microsoft YaHei" panose="020B0503020204020204" pitchFamily="34" charset="-122"/>
              </a:rPr>
              <a:t>01</a:t>
            </a:r>
          </a:p>
        </p:txBody>
      </p:sp>
      <p:sp>
        <p:nvSpPr>
          <p:cNvPr id="36" name="文本框 35"/>
          <p:cNvSpPr txBox="1"/>
          <p:nvPr>
            <p:custDataLst>
              <p:tags r:id="rId3"/>
            </p:custDataLst>
          </p:nvPr>
        </p:nvSpPr>
        <p:spPr>
          <a:xfrm>
            <a:off x="4376232" y="1821789"/>
            <a:ext cx="4244339" cy="52776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lang="zh-CN" altLang="en-US" sz="3200" b="1" kern="1200">
                <a:solidFill>
                  <a:srgbClr val="00B0F0"/>
                </a:solidFill>
                <a:latin typeface="Arial" panose="020B0604020202020204" pitchFamily="34" charset="0"/>
                <a:ea typeface="Microsoft YaHei" panose="020B0503020204020204" pitchFamily="34" charset="-122"/>
              </a:rPr>
              <a:t>企业</a:t>
            </a:r>
            <a:r>
              <a:rPr lang="en-US" altLang="zh-CN" sz="3200" b="1" kern="1200">
                <a:solidFill>
                  <a:srgbClr val="00B0F0"/>
                </a:solidFill>
                <a:latin typeface="Arial" panose="020B0604020202020204" pitchFamily="34" charset="0"/>
                <a:ea typeface="Microsoft YaHei" panose="020B0503020204020204" pitchFamily="34" charset="-122"/>
              </a:rPr>
              <a:t>IT</a:t>
            </a:r>
            <a:r>
              <a:rPr lang="zh-CN" altLang="en-US" sz="3200" b="1" kern="1200">
                <a:solidFill>
                  <a:srgbClr val="00B0F0"/>
                </a:solidFill>
                <a:latin typeface="Arial" panose="020B0604020202020204" pitchFamily="34" charset="0"/>
                <a:ea typeface="Microsoft YaHei" panose="020B0503020204020204" pitchFamily="34" charset="-122"/>
              </a:rPr>
              <a:t>发展历程</a:t>
            </a:r>
            <a:endParaRPr lang="zh-CN" altLang="en-US" sz="3200" b="1" kern="1200" dirty="0">
              <a:solidFill>
                <a:srgbClr val="00B0F0"/>
              </a:solidFill>
              <a:latin typeface="Arial" panose="020B0604020202020204" pitchFamily="34" charset="0"/>
              <a:ea typeface="Microsoft YaHei" panose="020B0503020204020204" pitchFamily="34" charset="-122"/>
            </a:endParaRPr>
          </a:p>
        </p:txBody>
      </p:sp>
      <p:sp>
        <p:nvSpPr>
          <p:cNvPr id="43" name="文本框 42"/>
          <p:cNvSpPr txBox="1"/>
          <p:nvPr>
            <p:custDataLst>
              <p:tags r:id="rId4"/>
            </p:custDataLst>
          </p:nvPr>
        </p:nvSpPr>
        <p:spPr>
          <a:xfrm>
            <a:off x="4376232" y="2702803"/>
            <a:ext cx="4244339" cy="52776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lang="zh-CN" altLang="en-US" sz="3200" b="1" kern="1200">
                <a:solidFill>
                  <a:srgbClr val="00B0F0"/>
                </a:solidFill>
                <a:latin typeface="Arial" panose="020B0604020202020204" pitchFamily="34" charset="0"/>
                <a:ea typeface="Microsoft YaHei" panose="020B0503020204020204" pitchFamily="34" charset="-122"/>
                <a:sym typeface="+mn-ea"/>
              </a:rPr>
              <a:t>云计算到云原生</a:t>
            </a:r>
            <a:endParaRPr lang="zh-CN" altLang="en-US" sz="3200" b="1" kern="1200" dirty="0">
              <a:solidFill>
                <a:srgbClr val="00B0F0"/>
              </a:solidFill>
              <a:latin typeface="Arial" panose="020B0604020202020204" pitchFamily="34" charset="0"/>
              <a:ea typeface="Microsoft YaHei" panose="020B0503020204020204" pitchFamily="34" charset="-122"/>
              <a:sym typeface="+mn-ea"/>
            </a:endParaRPr>
          </a:p>
        </p:txBody>
      </p:sp>
      <p:sp>
        <p:nvSpPr>
          <p:cNvPr id="42" name="文本框 41"/>
          <p:cNvSpPr txBox="1"/>
          <p:nvPr>
            <p:custDataLst>
              <p:tags r:id="rId5"/>
            </p:custDataLst>
          </p:nvPr>
        </p:nvSpPr>
        <p:spPr>
          <a:xfrm>
            <a:off x="3759689" y="2705055"/>
            <a:ext cx="616585" cy="523240"/>
          </a:xfrm>
          <a:prstGeom prst="rect">
            <a:avLst/>
          </a:prstGeom>
          <a:noFill/>
        </p:spPr>
        <p:txBody>
          <a:bodyPr wrap="square"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3200" b="1" kern="1200" dirty="0">
                <a:solidFill>
                  <a:srgbClr val="00B0F0"/>
                </a:solidFill>
                <a:latin typeface="Arial" panose="020B0604020202020204" pitchFamily="34" charset="0"/>
                <a:ea typeface="Microsoft YaHei" panose="020B0503020204020204" pitchFamily="34" charset="-122"/>
              </a:rPr>
              <a:t>02</a:t>
            </a:r>
          </a:p>
        </p:txBody>
      </p:sp>
      <p:sp>
        <p:nvSpPr>
          <p:cNvPr id="56" name="文本框 55"/>
          <p:cNvSpPr txBox="1"/>
          <p:nvPr>
            <p:custDataLst>
              <p:tags r:id="rId6"/>
            </p:custDataLst>
          </p:nvPr>
        </p:nvSpPr>
        <p:spPr>
          <a:xfrm>
            <a:off x="3759692" y="3575223"/>
            <a:ext cx="616541" cy="523220"/>
          </a:xfrm>
          <a:prstGeom prst="rect">
            <a:avLst/>
          </a:prstGeom>
          <a:noFill/>
        </p:spPr>
        <p:txBody>
          <a:bodyPr wrap="square"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3200" b="1" kern="1200" dirty="0">
                <a:solidFill>
                  <a:srgbClr val="FFFF00"/>
                </a:solidFill>
                <a:latin typeface="Arial" panose="020B0604020202020204" pitchFamily="34" charset="0"/>
                <a:ea typeface="Microsoft YaHei" panose="020B0503020204020204" pitchFamily="34" charset="-122"/>
              </a:rPr>
              <a:t>03</a:t>
            </a:r>
          </a:p>
        </p:txBody>
      </p:sp>
      <p:sp>
        <p:nvSpPr>
          <p:cNvPr id="57" name="文本框 56"/>
          <p:cNvSpPr txBox="1"/>
          <p:nvPr>
            <p:custDataLst>
              <p:tags r:id="rId7"/>
            </p:custDataLst>
          </p:nvPr>
        </p:nvSpPr>
        <p:spPr>
          <a:xfrm>
            <a:off x="4376232" y="3577011"/>
            <a:ext cx="4244339" cy="52776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b="1" kern="1200">
                <a:solidFill>
                  <a:srgbClr val="FFFF00"/>
                </a:solidFill>
                <a:latin typeface="Arial" panose="020B0604020202020204" pitchFamily="34" charset="0"/>
                <a:ea typeface="Microsoft YaHei" panose="020B0503020204020204" pitchFamily="34" charset="-122"/>
              </a:rPr>
              <a:t>云原生技术</a:t>
            </a:r>
            <a:endParaRPr lang="zh-CN" altLang="en-US" sz="3200" b="1" kern="1200" dirty="0">
              <a:solidFill>
                <a:srgbClr val="FFFF00"/>
              </a:solidFill>
              <a:latin typeface="Arial" panose="020B0604020202020204" pitchFamily="34" charset="0"/>
              <a:ea typeface="Microsoft YaHei" panose="020B0503020204020204" pitchFamily="34" charset="-122"/>
            </a:endParaRPr>
          </a:p>
        </p:txBody>
      </p:sp>
    </p:spTree>
    <p:custDataLst>
      <p:tags r:id="rId1"/>
    </p:custDataLst>
    <p:extLst>
      <p:ext uri="{BB962C8B-B14F-4D97-AF65-F5344CB8AC3E}">
        <p14:creationId xmlns:p14="http://schemas.microsoft.com/office/powerpoint/2010/main" val="121393964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8B268A-900E-4F6B-B3DD-0F71B24330B4}"/>
              </a:ext>
            </a:extLst>
          </p:cNvPr>
          <p:cNvSpPr txBox="1"/>
          <p:nvPr/>
        </p:nvSpPr>
        <p:spPr>
          <a:xfrm>
            <a:off x="483822" y="2663045"/>
            <a:ext cx="5255338" cy="2687915"/>
          </a:xfrm>
          <a:prstGeom prst="rect">
            <a:avLst/>
          </a:prstGeom>
          <a:solidFill>
            <a:schemeClr val="bg1">
              <a:lumMod val="95000"/>
            </a:schemeClr>
          </a:solidFill>
          <a:ln w="9525" cap="flat" cmpd="sng" algn="ctr">
            <a:noFill/>
            <a:prstDash val="solid"/>
            <a:round/>
            <a:headEnd type="none" w="med" len="med"/>
            <a:tailEnd type="none" w="med" len="me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0">
            <a:scrgbClr r="0" g="0" b="0"/>
          </a:lnRef>
          <a:fillRef idx="0">
            <a:scrgbClr r="0" g="0" b="0"/>
          </a:fillRef>
          <a:effectRef idx="0">
            <a:scrgbClr r="0" g="0" b="0"/>
          </a:effectRef>
          <a:fontRef idx="minor">
            <a:schemeClr val="accent2"/>
          </a:fontRef>
        </p:style>
        <p:txBody>
          <a:bodyPr rot="0" spcFirstLastPara="1" vertOverflow="overflow" horzOverflow="overflow" vert="horz" wrap="square" lIns="50800" tIns="50800" rIns="50800" bIns="50800" numCol="1" spcCol="38100" rtlCol="0" anchor="ctr">
            <a:spAutoFit/>
          </a:bodyPr>
          <a:lstStyle/>
          <a:p>
            <a:pPr marL="640080" lvl="1" indent="-457200" algn="l">
              <a:lnSpc>
                <a:spcPct val="150000"/>
              </a:lnSpc>
              <a:buFont typeface="Wingdings" panose="05000000000000000000" pitchFamily="2" charset="2"/>
              <a:buChar char="Ø"/>
            </a:pPr>
            <a:r>
              <a:rPr lang="zh-CN" altLang="en-US" sz="2800">
                <a:latin typeface="SimHei" panose="02010609060101010101" pitchFamily="49" charset="-122"/>
                <a:ea typeface="SimHei" panose="02010609060101010101" pitchFamily="49" charset="-122"/>
              </a:rPr>
              <a:t>微服务</a:t>
            </a:r>
            <a:endParaRPr lang="en-US" altLang="zh-CN" sz="2800">
              <a:latin typeface="SimHei" panose="02010609060101010101" pitchFamily="49" charset="-122"/>
              <a:ea typeface="SimHei" panose="02010609060101010101" pitchFamily="49" charset="-122"/>
            </a:endParaRPr>
          </a:p>
          <a:p>
            <a:pPr marL="640080" lvl="1" indent="-457200" algn="l">
              <a:lnSpc>
                <a:spcPct val="150000"/>
              </a:lnSpc>
              <a:buFont typeface="Wingdings" panose="05000000000000000000" pitchFamily="2" charset="2"/>
              <a:buChar char="Ø"/>
            </a:pPr>
            <a:r>
              <a:rPr lang="en-US" altLang="zh-CN" sz="2800">
                <a:latin typeface="SimHei" panose="02010609060101010101" pitchFamily="49" charset="-122"/>
                <a:ea typeface="SimHei" panose="02010609060101010101" pitchFamily="49" charset="-122"/>
              </a:rPr>
              <a:t>K8S</a:t>
            </a:r>
          </a:p>
          <a:p>
            <a:pPr marL="640080" lvl="1" indent="-457200" algn="l">
              <a:lnSpc>
                <a:spcPct val="150000"/>
              </a:lnSpc>
              <a:buFont typeface="Wingdings" panose="05000000000000000000" pitchFamily="2" charset="2"/>
              <a:buChar char="Ø"/>
            </a:pPr>
            <a:r>
              <a:rPr lang="en-US" altLang="zh-CN" sz="2800">
                <a:latin typeface="SimHei" panose="02010609060101010101" pitchFamily="49" charset="-122"/>
                <a:ea typeface="SimHei" panose="02010609060101010101" pitchFamily="49" charset="-122"/>
              </a:rPr>
              <a:t>Serverless</a:t>
            </a:r>
          </a:p>
          <a:p>
            <a:pPr marL="640080" lvl="1" indent="-457200" algn="l">
              <a:lnSpc>
                <a:spcPct val="150000"/>
              </a:lnSpc>
              <a:buFont typeface="Wingdings" panose="05000000000000000000" pitchFamily="2" charset="2"/>
              <a:buChar char="Ø"/>
            </a:pPr>
            <a:r>
              <a:rPr lang="en-US" altLang="zh-CN" sz="2800">
                <a:latin typeface="SimHei" panose="02010609060101010101" pitchFamily="49" charset="-122"/>
                <a:ea typeface="SimHei" panose="02010609060101010101" pitchFamily="49" charset="-122"/>
              </a:rPr>
              <a:t>IaaS</a:t>
            </a:r>
            <a:r>
              <a:rPr lang="zh-CN" altLang="en-US" sz="2800">
                <a:latin typeface="SimHei" panose="02010609060101010101" pitchFamily="49" charset="-122"/>
                <a:ea typeface="SimHei" panose="02010609060101010101" pitchFamily="49" charset="-122"/>
              </a:rPr>
              <a:t>：基础设施服务</a:t>
            </a:r>
            <a:endParaRPr lang="en-US" altLang="zh-CN" sz="2800">
              <a:latin typeface="SimHei" panose="02010609060101010101" pitchFamily="49" charset="-122"/>
              <a:ea typeface="SimHei" panose="02010609060101010101" pitchFamily="49" charset="-122"/>
            </a:endParaRPr>
          </a:p>
        </p:txBody>
      </p:sp>
      <p:sp>
        <p:nvSpPr>
          <p:cNvPr id="8" name="TextBox 7">
            <a:extLst>
              <a:ext uri="{FF2B5EF4-FFF2-40B4-BE49-F238E27FC236}">
                <a16:creationId xmlns:a16="http://schemas.microsoft.com/office/drawing/2014/main" id="{CE28B5B3-5338-4D9F-8C0C-789E1DA5C9E7}"/>
              </a:ext>
            </a:extLst>
          </p:cNvPr>
          <p:cNvSpPr txBox="1"/>
          <p:nvPr/>
        </p:nvSpPr>
        <p:spPr>
          <a:xfrm>
            <a:off x="6452842" y="3634236"/>
            <a:ext cx="5122730" cy="2687915"/>
          </a:xfrm>
          <a:prstGeom prst="rect">
            <a:avLst/>
          </a:prstGeom>
          <a:solidFill>
            <a:schemeClr val="accent1">
              <a:alpha val="50000"/>
            </a:schemeClr>
          </a:solidFill>
          <a:ln>
            <a:solidFill>
              <a:srgbClr val="0099FF"/>
            </a:solidFill>
          </a:ln>
          <a:effectLst>
            <a:softEdge rad="127000"/>
          </a:effectLst>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640080" lvl="1" indent="-457200" algn="l">
              <a:lnSpc>
                <a:spcPct val="150000"/>
              </a:lnSpc>
              <a:buFont typeface="Wingdings" panose="05000000000000000000" pitchFamily="2" charset="2"/>
              <a:buChar char="Ø"/>
            </a:pPr>
            <a:r>
              <a:rPr lang="en-US" altLang="zh-CN" sz="2800">
                <a:latin typeface="SimHei" panose="02010609060101010101" pitchFamily="49" charset="-122"/>
                <a:ea typeface="SimHei" panose="02010609060101010101" pitchFamily="49" charset="-122"/>
              </a:rPr>
              <a:t>PaaS</a:t>
            </a:r>
            <a:r>
              <a:rPr lang="zh-CN" altLang="en-US" sz="2800">
                <a:latin typeface="SimHei" panose="02010609060101010101" pitchFamily="49" charset="-122"/>
                <a:ea typeface="SimHei" panose="02010609060101010101" pitchFamily="49" charset="-122"/>
              </a:rPr>
              <a:t>：软件服务</a:t>
            </a:r>
            <a:endParaRPr lang="en-US" altLang="zh-CN" sz="2800">
              <a:latin typeface="SimHei" panose="02010609060101010101" pitchFamily="49" charset="-122"/>
              <a:ea typeface="SimHei" panose="02010609060101010101" pitchFamily="49" charset="-122"/>
            </a:endParaRPr>
          </a:p>
          <a:p>
            <a:pPr marL="640080" lvl="1" indent="-457200" algn="l">
              <a:lnSpc>
                <a:spcPct val="150000"/>
              </a:lnSpc>
              <a:buFont typeface="Wingdings" panose="05000000000000000000" pitchFamily="2" charset="2"/>
              <a:buChar char="Ø"/>
            </a:pPr>
            <a:r>
              <a:rPr lang="en-US" altLang="zh-CN" sz="2800">
                <a:latin typeface="SimHei" panose="02010609060101010101" pitchFamily="49" charset="-122"/>
                <a:ea typeface="SimHei" panose="02010609060101010101" pitchFamily="49" charset="-122"/>
              </a:rPr>
              <a:t>SaaS</a:t>
            </a:r>
            <a:r>
              <a:rPr lang="zh-CN" altLang="en-US" sz="2800">
                <a:latin typeface="SimHei" panose="02010609060101010101" pitchFamily="49" charset="-122"/>
                <a:ea typeface="SimHei" panose="02010609060101010101" pitchFamily="49" charset="-122"/>
              </a:rPr>
              <a:t>：软件服务</a:t>
            </a:r>
            <a:endParaRPr lang="en-US" altLang="zh-CN" sz="2800">
              <a:latin typeface="SimHei" panose="02010609060101010101" pitchFamily="49" charset="-122"/>
              <a:ea typeface="SimHei" panose="02010609060101010101" pitchFamily="49" charset="-122"/>
            </a:endParaRPr>
          </a:p>
          <a:p>
            <a:pPr marL="640080" lvl="1" indent="-457200" algn="l">
              <a:lnSpc>
                <a:spcPct val="150000"/>
              </a:lnSpc>
              <a:buFont typeface="Wingdings" panose="05000000000000000000" pitchFamily="2" charset="2"/>
              <a:buChar char="Ø"/>
            </a:pPr>
            <a:r>
              <a:rPr lang="en-US" altLang="zh-CN" sz="2800">
                <a:latin typeface="SimHei" panose="02010609060101010101" pitchFamily="49" charset="-122"/>
                <a:ea typeface="SimHei" panose="02010609060101010101" pitchFamily="49" charset="-122"/>
              </a:rPr>
              <a:t>Cloud Native</a:t>
            </a:r>
          </a:p>
          <a:p>
            <a:pPr marL="640080" lvl="1" indent="-457200" algn="l">
              <a:lnSpc>
                <a:spcPct val="150000"/>
              </a:lnSpc>
              <a:buFont typeface="Wingdings" panose="05000000000000000000" pitchFamily="2" charset="2"/>
              <a:buChar char="Ø"/>
            </a:pPr>
            <a:r>
              <a:rPr lang="en-US" altLang="zh-CN" sz="2800">
                <a:latin typeface="SimHei" panose="02010609060101010101" pitchFamily="49" charset="-122"/>
                <a:ea typeface="SimHei" panose="02010609060101010101" pitchFamily="49" charset="-122"/>
              </a:rPr>
              <a:t>Service Mesh</a:t>
            </a:r>
          </a:p>
        </p:txBody>
      </p:sp>
      <p:sp>
        <p:nvSpPr>
          <p:cNvPr id="9" name="文本占位符 2">
            <a:extLst>
              <a:ext uri="{FF2B5EF4-FFF2-40B4-BE49-F238E27FC236}">
                <a16:creationId xmlns:a16="http://schemas.microsoft.com/office/drawing/2014/main" id="{58E168D5-34B6-4EE3-8DA9-9D24A4D8B47C}"/>
              </a:ext>
            </a:extLst>
          </p:cNvPr>
          <p:cNvSpPr>
            <a:spLocks noGrp="1"/>
          </p:cNvSpPr>
          <p:nvPr>
            <p:ph type="body" idx="1"/>
          </p:nvPr>
        </p:nvSpPr>
        <p:spPr>
          <a:xfrm>
            <a:off x="483822" y="1458182"/>
            <a:ext cx="11470489" cy="757194"/>
          </a:xfrm>
        </p:spPr>
        <p:txBody>
          <a:bodyPr>
            <a:noAutofit/>
          </a:bodyPr>
          <a:lstStyle/>
          <a:p>
            <a:r>
              <a:rPr lang="en-US" altLang="zh-CN" sz="3200">
                <a:latin typeface="SimHei" panose="02010609060101010101" pitchFamily="49" charset="-122"/>
                <a:ea typeface="SimHei" panose="02010609060101010101" pitchFamily="49" charset="-122"/>
              </a:rPr>
              <a:t>2013</a:t>
            </a:r>
            <a:r>
              <a:rPr lang="zh-CN" altLang="en-US" sz="3200">
                <a:latin typeface="SimHei" panose="02010609060101010101" pitchFamily="49" charset="-122"/>
                <a:ea typeface="SimHei" panose="02010609060101010101" pitchFamily="49" charset="-122"/>
              </a:rPr>
              <a:t>容器技术成熟，后端架构方式进入快速迭代</a:t>
            </a:r>
          </a:p>
        </p:txBody>
      </p:sp>
    </p:spTree>
    <p:extLst>
      <p:ext uri="{BB962C8B-B14F-4D97-AF65-F5344CB8AC3E}">
        <p14:creationId xmlns:p14="http://schemas.microsoft.com/office/powerpoint/2010/main" val="330485253"/>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3823" y="816878"/>
            <a:ext cx="8307839" cy="576263"/>
          </a:xfrm>
        </p:spPr>
        <p:txBody>
          <a:bodyPr>
            <a:noAutofit/>
          </a:bodyPr>
          <a:lstStyle/>
          <a:p>
            <a:pPr algn="l"/>
            <a:r>
              <a:rPr lang="zh-CN" altLang="en-US" sz="3200">
                <a:solidFill>
                  <a:schemeClr val="tx2">
                    <a:lumMod val="75000"/>
                  </a:schemeClr>
                </a:solidFill>
                <a:latin typeface="Microsoft YaHei" panose="020B0503020204020204" pitchFamily="34" charset="-122"/>
                <a:ea typeface="Microsoft YaHei" panose="020B0503020204020204" pitchFamily="34" charset="-122"/>
              </a:rPr>
              <a:t>云原生应用的不同</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sp>
        <p:nvSpPr>
          <p:cNvPr id="10" name="矩形 5">
            <a:extLst>
              <a:ext uri="{FF2B5EF4-FFF2-40B4-BE49-F238E27FC236}">
                <a16:creationId xmlns:a16="http://schemas.microsoft.com/office/drawing/2014/main" id="{B74C174B-968A-4799-A781-5F01600C0756}"/>
              </a:ext>
            </a:extLst>
          </p:cNvPr>
          <p:cNvSpPr/>
          <p:nvPr>
            <p:custDataLst>
              <p:tags r:id="rId1"/>
            </p:custDataLst>
          </p:nvPr>
        </p:nvSpPr>
        <p:spPr>
          <a:xfrm>
            <a:off x="483823" y="1689022"/>
            <a:ext cx="10726870" cy="4778685"/>
          </a:xfrm>
          <a:prstGeom prst="rect">
            <a:avLst/>
          </a:prstGeom>
          <a:noFill/>
          <a:ln w="6350">
            <a:solidFill>
              <a:schemeClr val="accent1">
                <a:alpha val="2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sp>
        <p:nvSpPr>
          <p:cNvPr id="14" name="矩形 6">
            <a:extLst>
              <a:ext uri="{FF2B5EF4-FFF2-40B4-BE49-F238E27FC236}">
                <a16:creationId xmlns:a16="http://schemas.microsoft.com/office/drawing/2014/main" id="{43C65450-79B4-4ABC-9613-0E0BD947FD75}"/>
              </a:ext>
            </a:extLst>
          </p:cNvPr>
          <p:cNvSpPr/>
          <p:nvPr>
            <p:custDataLst>
              <p:tags r:id="rId2"/>
            </p:custDataLst>
          </p:nvPr>
        </p:nvSpPr>
        <p:spPr>
          <a:xfrm>
            <a:off x="550836" y="1689022"/>
            <a:ext cx="4801747" cy="4711778"/>
          </a:xfrm>
          <a:prstGeom prst="rect">
            <a:avLst/>
          </a:prstGeom>
        </p:spPr>
        <p:txBody>
          <a:bodyPr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31800" marR="0" lvl="0" indent="-4318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lang="zh-CN" altLang="en-US" sz="2000" spc="180">
                <a:solidFill>
                  <a:schemeClr val="bg2">
                    <a:lumMod val="50000"/>
                  </a:schemeClr>
                </a:solidFill>
                <a:highlight>
                  <a:srgbClr val="00FF00"/>
                </a:highlight>
                <a:latin typeface="Microsoft YaHei" panose="020B0503020204020204" pitchFamily="34" charset="-122"/>
                <a:ea typeface="Microsoft YaHei" panose="020B0503020204020204" pitchFamily="34" charset="-122"/>
                <a:cs typeface="Microsoft YaHei" panose="020B0503020204020204" pitchFamily="34" charset="-122"/>
              </a:rPr>
              <a:t>可预测。最大限度提高弹性的框架</a:t>
            </a:r>
            <a:endParaRPr lang="en-US" altLang="zh-CN" sz="2000" spc="180">
              <a:solidFill>
                <a:schemeClr val="bg2">
                  <a:lumMod val="50000"/>
                </a:schemeClr>
              </a:solidFill>
              <a:highlight>
                <a:srgbClr val="00FF00"/>
              </a:highlight>
              <a:latin typeface="Microsoft YaHei" panose="020B0503020204020204" pitchFamily="34" charset="-122"/>
              <a:ea typeface="Microsoft YaHei" panose="020B0503020204020204" pitchFamily="34" charset="-122"/>
              <a:cs typeface="Microsoft YaHei" panose="020B0503020204020204" pitchFamily="34" charset="-122"/>
            </a:endParaRPr>
          </a:p>
          <a:p>
            <a:pPr marL="431800" marR="0" lvl="0" indent="-4318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zh-CN" altLang="en-US" sz="2000" kern="1200" cap="none" spc="180" noProof="0">
                <a:ln>
                  <a:noFill/>
                </a:ln>
                <a:solidFill>
                  <a:schemeClr val="bg2">
                    <a:lumMod val="50000"/>
                  </a:schemeClr>
                </a:solidFill>
                <a:effectLst/>
                <a:highlight>
                  <a:srgbClr val="00FF00"/>
                </a:highlight>
                <a:latin typeface="Microsoft YaHei" panose="020B0503020204020204" pitchFamily="34" charset="-122"/>
                <a:ea typeface="Microsoft YaHei" panose="020B0503020204020204" pitchFamily="34" charset="-122"/>
                <a:cs typeface="Microsoft YaHei" panose="020B0503020204020204" pitchFamily="34" charset="-122"/>
              </a:rPr>
              <a:t>操作系统抽象化</a:t>
            </a:r>
            <a:endParaRPr kumimoji="0" lang="en-US" altLang="zh-CN" sz="2000" kern="1200" cap="none" spc="180" noProof="0">
              <a:ln>
                <a:noFill/>
              </a:ln>
              <a:solidFill>
                <a:schemeClr val="bg2">
                  <a:lumMod val="50000"/>
                </a:schemeClr>
              </a:solidFill>
              <a:effectLst/>
              <a:highlight>
                <a:srgbClr val="00FF00"/>
              </a:highlight>
              <a:latin typeface="Microsoft YaHei" panose="020B0503020204020204" pitchFamily="34" charset="-122"/>
              <a:ea typeface="Microsoft YaHei" panose="020B0503020204020204" pitchFamily="34" charset="-122"/>
              <a:cs typeface="Microsoft YaHei" panose="020B0503020204020204" pitchFamily="34" charset="-122"/>
            </a:endParaRPr>
          </a:p>
          <a:p>
            <a:pPr marL="431800" marR="0" lvl="0" indent="-4318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lang="zh-CN" altLang="en-US" sz="2000" spc="180">
                <a:solidFill>
                  <a:schemeClr val="bg2">
                    <a:lumMod val="50000"/>
                  </a:schemeClr>
                </a:solidFill>
                <a:highlight>
                  <a:srgbClr val="00FF00"/>
                </a:highlight>
                <a:latin typeface="Microsoft YaHei" panose="020B0503020204020204" pitchFamily="34" charset="-122"/>
                <a:ea typeface="Microsoft YaHei" panose="020B0503020204020204" pitchFamily="34" charset="-122"/>
                <a:cs typeface="Microsoft YaHei" panose="020B0503020204020204" pitchFamily="34" charset="-122"/>
              </a:rPr>
              <a:t>资源调度有弹性</a:t>
            </a:r>
            <a:endParaRPr lang="en-US" altLang="zh-CN" sz="2000" spc="180">
              <a:solidFill>
                <a:schemeClr val="bg2">
                  <a:lumMod val="50000"/>
                </a:schemeClr>
              </a:solidFill>
              <a:highlight>
                <a:srgbClr val="00FF00"/>
              </a:highlight>
              <a:latin typeface="Microsoft YaHei" panose="020B0503020204020204" pitchFamily="34" charset="-122"/>
              <a:ea typeface="Microsoft YaHei" panose="020B0503020204020204" pitchFamily="34" charset="-122"/>
              <a:cs typeface="Microsoft YaHei" panose="020B0503020204020204" pitchFamily="34" charset="-122"/>
            </a:endParaRPr>
          </a:p>
          <a:p>
            <a:pPr marL="431800" marR="0" lvl="0" indent="-4318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zh-CN" altLang="en-US" sz="2000" kern="1200" cap="none" spc="180" noProof="0">
                <a:ln>
                  <a:noFill/>
                </a:ln>
                <a:solidFill>
                  <a:schemeClr val="bg2">
                    <a:lumMod val="50000"/>
                  </a:schemeClr>
                </a:solidFill>
                <a:effectLst/>
                <a:highlight>
                  <a:srgbClr val="00FF00"/>
                </a:highlight>
                <a:latin typeface="Microsoft YaHei" panose="020B0503020204020204" pitchFamily="34" charset="-122"/>
                <a:ea typeface="Microsoft YaHei" panose="020B0503020204020204" pitchFamily="34" charset="-122"/>
                <a:cs typeface="Microsoft YaHei" panose="020B0503020204020204" pitchFamily="34" charset="-122"/>
              </a:rPr>
              <a:t>团队借助</a:t>
            </a:r>
            <a:r>
              <a:rPr kumimoji="0" lang="en-US" altLang="zh-CN" sz="2000" kern="1200" cap="none" spc="180" noProof="0">
                <a:ln>
                  <a:noFill/>
                </a:ln>
                <a:solidFill>
                  <a:schemeClr val="bg2">
                    <a:lumMod val="50000"/>
                  </a:schemeClr>
                </a:solidFill>
                <a:effectLst/>
                <a:highlight>
                  <a:srgbClr val="00FF00"/>
                </a:highlight>
                <a:latin typeface="Microsoft YaHei" panose="020B0503020204020204" pitchFamily="34" charset="-122"/>
                <a:ea typeface="Microsoft YaHei" panose="020B0503020204020204" pitchFamily="34" charset="-122"/>
                <a:cs typeface="Microsoft YaHei" panose="020B0503020204020204" pitchFamily="34" charset="-122"/>
              </a:rPr>
              <a:t>DevOps</a:t>
            </a:r>
            <a:r>
              <a:rPr kumimoji="0" lang="zh-CN" altLang="en-US" sz="2000" kern="1200" cap="none" spc="180" noProof="0">
                <a:ln>
                  <a:noFill/>
                </a:ln>
                <a:solidFill>
                  <a:schemeClr val="bg2">
                    <a:lumMod val="50000"/>
                  </a:schemeClr>
                </a:solidFill>
                <a:effectLst/>
                <a:highlight>
                  <a:srgbClr val="00FF00"/>
                </a:highlight>
                <a:latin typeface="Microsoft YaHei" panose="020B0503020204020204" pitchFamily="34" charset="-122"/>
                <a:ea typeface="Microsoft YaHei" panose="020B0503020204020204" pitchFamily="34" charset="-122"/>
                <a:cs typeface="Microsoft YaHei" panose="020B0503020204020204" pitchFamily="34" charset="-122"/>
              </a:rPr>
              <a:t>更容易达成协作</a:t>
            </a:r>
            <a:endParaRPr kumimoji="0" lang="en-US" altLang="zh-CN" sz="2000" kern="1200" cap="none" spc="180" noProof="0">
              <a:ln>
                <a:noFill/>
              </a:ln>
              <a:solidFill>
                <a:schemeClr val="bg2">
                  <a:lumMod val="50000"/>
                </a:schemeClr>
              </a:solidFill>
              <a:effectLst/>
              <a:highlight>
                <a:srgbClr val="00FF00"/>
              </a:highlight>
              <a:latin typeface="Microsoft YaHei" panose="020B0503020204020204" pitchFamily="34" charset="-122"/>
              <a:ea typeface="Microsoft YaHei" panose="020B0503020204020204" pitchFamily="34" charset="-122"/>
              <a:cs typeface="Microsoft YaHei" panose="020B0503020204020204" pitchFamily="34" charset="-122"/>
            </a:endParaRPr>
          </a:p>
          <a:p>
            <a:pPr marL="431800" marR="0" lvl="0" indent="-4318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lang="zh-CN" altLang="en-US" sz="2000" spc="180">
                <a:solidFill>
                  <a:schemeClr val="bg2">
                    <a:lumMod val="50000"/>
                  </a:schemeClr>
                </a:solidFill>
                <a:highlight>
                  <a:srgbClr val="00FF00"/>
                </a:highlight>
                <a:latin typeface="Microsoft YaHei" panose="020B0503020204020204" pitchFamily="34" charset="-122"/>
                <a:ea typeface="Microsoft YaHei" panose="020B0503020204020204" pitchFamily="34" charset="-122"/>
                <a:cs typeface="Microsoft YaHei" panose="020B0503020204020204" pitchFamily="34" charset="-122"/>
              </a:rPr>
              <a:t>敏捷开发</a:t>
            </a:r>
            <a:endParaRPr lang="en-US" altLang="zh-CN" sz="2000" spc="180">
              <a:solidFill>
                <a:schemeClr val="bg2">
                  <a:lumMod val="50000"/>
                </a:schemeClr>
              </a:solidFill>
              <a:highlight>
                <a:srgbClr val="00FF00"/>
              </a:highlight>
              <a:latin typeface="Microsoft YaHei" panose="020B0503020204020204" pitchFamily="34" charset="-122"/>
              <a:ea typeface="Microsoft YaHei" panose="020B0503020204020204" pitchFamily="34" charset="-122"/>
              <a:cs typeface="Microsoft YaHei" panose="020B0503020204020204" pitchFamily="34" charset="-122"/>
            </a:endParaRPr>
          </a:p>
          <a:p>
            <a:pPr marL="431800" marR="0" lvl="0" indent="-4318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zh-CN" altLang="en-US" sz="2000" kern="1200" cap="none" spc="180" noProof="0">
                <a:ln>
                  <a:noFill/>
                </a:ln>
                <a:solidFill>
                  <a:schemeClr val="bg2">
                    <a:lumMod val="50000"/>
                  </a:schemeClr>
                </a:solidFill>
                <a:effectLst/>
                <a:highlight>
                  <a:srgbClr val="00FF00"/>
                </a:highlight>
                <a:latin typeface="Microsoft YaHei" panose="020B0503020204020204" pitchFamily="34" charset="-122"/>
                <a:ea typeface="Microsoft YaHei" panose="020B0503020204020204" pitchFamily="34" charset="-122"/>
                <a:cs typeface="Microsoft YaHei" panose="020B0503020204020204" pitchFamily="34" charset="-122"/>
              </a:rPr>
              <a:t>微服务各自独立、高内聚、低耦合</a:t>
            </a:r>
            <a:endParaRPr kumimoji="0" lang="en-US" altLang="zh-CN" sz="2000" kern="1200" cap="none" spc="180" noProof="0">
              <a:ln>
                <a:noFill/>
              </a:ln>
              <a:solidFill>
                <a:schemeClr val="bg2">
                  <a:lumMod val="50000"/>
                </a:schemeClr>
              </a:solidFill>
              <a:effectLst/>
              <a:highlight>
                <a:srgbClr val="00FF00"/>
              </a:highlight>
              <a:latin typeface="Microsoft YaHei" panose="020B0503020204020204" pitchFamily="34" charset="-122"/>
              <a:ea typeface="Microsoft YaHei" panose="020B0503020204020204" pitchFamily="34" charset="-122"/>
              <a:cs typeface="Microsoft YaHei" panose="020B0503020204020204" pitchFamily="34" charset="-122"/>
            </a:endParaRPr>
          </a:p>
          <a:p>
            <a:pPr marL="431800" marR="0" lvl="0" indent="-4318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lang="zh-CN" altLang="en-US" sz="2000" spc="180">
                <a:solidFill>
                  <a:schemeClr val="bg2">
                    <a:lumMod val="50000"/>
                  </a:schemeClr>
                </a:solidFill>
                <a:highlight>
                  <a:srgbClr val="00FF00"/>
                </a:highlight>
                <a:latin typeface="Microsoft YaHei" panose="020B0503020204020204" pitchFamily="34" charset="-122"/>
                <a:ea typeface="Microsoft YaHei" panose="020B0503020204020204" pitchFamily="34" charset="-122"/>
                <a:cs typeface="Microsoft YaHei" panose="020B0503020204020204" pitchFamily="34" charset="-122"/>
              </a:rPr>
              <a:t>自动化运维</a:t>
            </a:r>
            <a:endParaRPr lang="en-US" altLang="zh-CN" sz="2000" spc="180">
              <a:solidFill>
                <a:schemeClr val="bg2">
                  <a:lumMod val="50000"/>
                </a:schemeClr>
              </a:solidFill>
              <a:highlight>
                <a:srgbClr val="00FF00"/>
              </a:highlight>
              <a:latin typeface="Microsoft YaHei" panose="020B0503020204020204" pitchFamily="34" charset="-122"/>
              <a:ea typeface="Microsoft YaHei" panose="020B0503020204020204" pitchFamily="34" charset="-122"/>
              <a:cs typeface="Microsoft YaHei" panose="020B0503020204020204" pitchFamily="34" charset="-122"/>
            </a:endParaRPr>
          </a:p>
          <a:p>
            <a:pPr marL="431800" marR="0" lvl="0" indent="-4318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zh-CN" altLang="en-US" sz="2000" kern="1200" cap="none" spc="180" noProof="0">
                <a:ln>
                  <a:noFill/>
                </a:ln>
                <a:solidFill>
                  <a:schemeClr val="bg2">
                    <a:lumMod val="50000"/>
                  </a:schemeClr>
                </a:solidFill>
                <a:effectLst/>
                <a:highlight>
                  <a:srgbClr val="00FF00"/>
                </a:highlight>
                <a:latin typeface="Microsoft YaHei" panose="020B0503020204020204" pitchFamily="34" charset="-122"/>
                <a:ea typeface="Microsoft YaHei" panose="020B0503020204020204" pitchFamily="34" charset="-122"/>
                <a:cs typeface="Microsoft YaHei" panose="020B0503020204020204" pitchFamily="34" charset="-122"/>
              </a:rPr>
              <a:t>快速恢复</a:t>
            </a:r>
            <a:endParaRPr kumimoji="0" lang="zh-CN" altLang="en-US" sz="2000" kern="1200" cap="none" spc="180" noProof="0" dirty="0">
              <a:ln>
                <a:noFill/>
              </a:ln>
              <a:solidFill>
                <a:schemeClr val="bg2">
                  <a:lumMod val="50000"/>
                </a:schemeClr>
              </a:solidFill>
              <a:effectLst/>
              <a:highlight>
                <a:srgbClr val="00FF00"/>
              </a:highlight>
              <a:latin typeface="Microsoft YaHei" panose="020B0503020204020204" pitchFamily="34" charset="-122"/>
              <a:ea typeface="Microsoft YaHei" panose="020B0503020204020204" pitchFamily="34" charset="-122"/>
              <a:cs typeface="Microsoft YaHei" panose="020B0503020204020204" pitchFamily="34" charset="-122"/>
            </a:endParaRPr>
          </a:p>
        </p:txBody>
      </p:sp>
      <p:cxnSp>
        <p:nvCxnSpPr>
          <p:cNvPr id="18" name="直接连接符 11">
            <a:extLst>
              <a:ext uri="{FF2B5EF4-FFF2-40B4-BE49-F238E27FC236}">
                <a16:creationId xmlns:a16="http://schemas.microsoft.com/office/drawing/2014/main" id="{709C2385-7561-4E9F-8D44-A6A3CCA04E88}"/>
              </a:ext>
            </a:extLst>
          </p:cNvPr>
          <p:cNvCxnSpPr>
            <a:cxnSpLocks/>
          </p:cNvCxnSpPr>
          <p:nvPr>
            <p:custDataLst>
              <p:tags r:id="rId3"/>
            </p:custDataLst>
          </p:nvPr>
        </p:nvCxnSpPr>
        <p:spPr>
          <a:xfrm>
            <a:off x="5452085" y="1850441"/>
            <a:ext cx="0" cy="4550359"/>
          </a:xfrm>
          <a:prstGeom prst="line">
            <a:avLst/>
          </a:prstGeom>
          <a:ln w="6350" cmpd="sng">
            <a:solidFill>
              <a:schemeClr val="accent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19" name="矩形 7">
            <a:extLst>
              <a:ext uri="{FF2B5EF4-FFF2-40B4-BE49-F238E27FC236}">
                <a16:creationId xmlns:a16="http://schemas.microsoft.com/office/drawing/2014/main" id="{1DD9844B-2EE6-4B18-8BEF-EDC3B82690A1}"/>
              </a:ext>
            </a:extLst>
          </p:cNvPr>
          <p:cNvSpPr/>
          <p:nvPr>
            <p:custDataLst>
              <p:tags r:id="rId4"/>
            </p:custDataLst>
          </p:nvPr>
        </p:nvSpPr>
        <p:spPr>
          <a:xfrm>
            <a:off x="5614816" y="1689022"/>
            <a:ext cx="5276206" cy="4711778"/>
          </a:xfrm>
          <a:prstGeom prst="rect">
            <a:avLst/>
          </a:prstGeom>
          <a:ln>
            <a:noFill/>
          </a:ln>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0" marR="0" lvl="0" indent="-381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zh-CN" altLang="en-US" sz="2000" kern="1200" cap="none" spc="140" noProof="0">
                <a:ln>
                  <a:noFill/>
                </a:ln>
                <a:solidFill>
                  <a:schemeClr val="bg1">
                    <a:lumMod val="65000"/>
                  </a:schemeClr>
                </a:solidFill>
                <a:effectLst/>
                <a:highlight>
                  <a:srgbClr val="00FFFF"/>
                </a:highlight>
                <a:latin typeface="Microsoft YaHei" panose="020B0503020204020204" pitchFamily="34" charset="-122"/>
                <a:ea typeface="Microsoft YaHei" panose="020B0503020204020204" pitchFamily="34" charset="-122"/>
              </a:rPr>
              <a:t>不可预测，构建时间较长，大批量发布，不易扩展，且容易单点故障</a:t>
            </a:r>
            <a:endParaRPr kumimoji="0" lang="zh-CN" altLang="en-US" sz="2000" kern="1200" cap="none" spc="140" noProof="0" dirty="0">
              <a:ln>
                <a:noFill/>
              </a:ln>
              <a:solidFill>
                <a:schemeClr val="bg1">
                  <a:lumMod val="65000"/>
                </a:schemeClr>
              </a:solidFill>
              <a:effectLst/>
              <a:highlight>
                <a:srgbClr val="00FFFF"/>
              </a:highlight>
              <a:latin typeface="Microsoft YaHei" panose="020B0503020204020204" pitchFamily="34" charset="-122"/>
              <a:ea typeface="Microsoft YaHei" panose="020B0503020204020204" pitchFamily="34" charset="-122"/>
            </a:endParaRPr>
          </a:p>
          <a:p>
            <a:pPr marL="381000" marR="0" lvl="0" indent="-381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lang="zh-CN" altLang="en-US" sz="2000" spc="140">
                <a:solidFill>
                  <a:schemeClr val="bg1">
                    <a:lumMod val="65000"/>
                  </a:schemeClr>
                </a:solidFill>
                <a:highlight>
                  <a:srgbClr val="00FFFF"/>
                </a:highlight>
                <a:latin typeface="Microsoft YaHei" panose="020B0503020204020204" pitchFamily="34" charset="-122"/>
                <a:ea typeface="Microsoft YaHei" panose="020B0503020204020204" pitchFamily="34" charset="-122"/>
              </a:rPr>
              <a:t>依赖操作系统</a:t>
            </a:r>
            <a:endParaRPr kumimoji="0" lang="zh-CN" altLang="en-US" sz="2000" kern="1200" cap="none" spc="140" noProof="0" dirty="0">
              <a:ln>
                <a:noFill/>
              </a:ln>
              <a:solidFill>
                <a:schemeClr val="bg1">
                  <a:lumMod val="65000"/>
                </a:schemeClr>
              </a:solidFill>
              <a:effectLst/>
              <a:highlight>
                <a:srgbClr val="00FFFF"/>
              </a:highlight>
              <a:latin typeface="Microsoft YaHei" panose="020B0503020204020204" pitchFamily="34" charset="-122"/>
              <a:ea typeface="Microsoft YaHei" panose="020B0503020204020204" pitchFamily="34" charset="-122"/>
            </a:endParaRPr>
          </a:p>
          <a:p>
            <a:pPr marL="381000" marR="0" lvl="0" indent="-381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lang="zh-CN" altLang="en-US" sz="2000" spc="140">
                <a:solidFill>
                  <a:schemeClr val="bg1">
                    <a:lumMod val="65000"/>
                  </a:schemeClr>
                </a:solidFill>
                <a:highlight>
                  <a:srgbClr val="00FFFF"/>
                </a:highlight>
                <a:latin typeface="Microsoft YaHei" panose="020B0503020204020204" pitchFamily="34" charset="-122"/>
                <a:ea typeface="Microsoft YaHei" panose="020B0503020204020204" pitchFamily="34" charset="-122"/>
              </a:rPr>
              <a:t>资源冗余较多，缺乏扩展能力</a:t>
            </a:r>
            <a:endParaRPr kumimoji="0" lang="zh-CN" altLang="en-US" sz="2000" kern="1200" cap="none" spc="140" noProof="0" dirty="0">
              <a:ln>
                <a:noFill/>
              </a:ln>
              <a:solidFill>
                <a:schemeClr val="bg1">
                  <a:lumMod val="65000"/>
                </a:schemeClr>
              </a:solidFill>
              <a:effectLst/>
              <a:highlight>
                <a:srgbClr val="00FFFF"/>
              </a:highlight>
              <a:latin typeface="Microsoft YaHei" panose="020B0503020204020204" pitchFamily="34" charset="-122"/>
              <a:ea typeface="Microsoft YaHei" panose="020B0503020204020204" pitchFamily="34" charset="-122"/>
            </a:endParaRPr>
          </a:p>
          <a:p>
            <a:pPr marL="381000" marR="0" lvl="0" indent="-381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lang="zh-CN" altLang="en-US" sz="2000" spc="140">
                <a:solidFill>
                  <a:schemeClr val="bg1">
                    <a:lumMod val="65000"/>
                  </a:schemeClr>
                </a:solidFill>
                <a:highlight>
                  <a:srgbClr val="00FFFF"/>
                </a:highlight>
                <a:latin typeface="Microsoft YaHei" panose="020B0503020204020204" pitchFamily="34" charset="-122"/>
                <a:ea typeface="Microsoft YaHei" panose="020B0503020204020204" pitchFamily="34" charset="-122"/>
              </a:rPr>
              <a:t>部门墙导致团队彼此孤立</a:t>
            </a:r>
            <a:endParaRPr kumimoji="0" lang="zh-CN" altLang="en-US" sz="2000" kern="1200" cap="none" spc="140" noProof="0" dirty="0">
              <a:ln>
                <a:noFill/>
              </a:ln>
              <a:solidFill>
                <a:schemeClr val="bg1">
                  <a:lumMod val="65000"/>
                </a:schemeClr>
              </a:solidFill>
              <a:effectLst/>
              <a:highlight>
                <a:srgbClr val="00FFFF"/>
              </a:highlight>
              <a:latin typeface="Microsoft YaHei" panose="020B0503020204020204" pitchFamily="34" charset="-122"/>
              <a:ea typeface="Microsoft YaHei" panose="020B0503020204020204" pitchFamily="34" charset="-122"/>
            </a:endParaRPr>
          </a:p>
          <a:p>
            <a:pPr marL="381000" marR="0" lvl="0" indent="-381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zh-CN" altLang="en-US" sz="2000" kern="1200" cap="none" spc="140" noProof="0">
                <a:ln>
                  <a:noFill/>
                </a:ln>
                <a:solidFill>
                  <a:schemeClr val="bg1">
                    <a:lumMod val="65000"/>
                  </a:schemeClr>
                </a:solidFill>
                <a:effectLst/>
                <a:highlight>
                  <a:srgbClr val="00FFFF"/>
                </a:highlight>
                <a:latin typeface="Microsoft YaHei" panose="020B0503020204020204" pitchFamily="34" charset="-122"/>
                <a:ea typeface="Microsoft YaHei" panose="020B0503020204020204" pitchFamily="34" charset="-122"/>
              </a:rPr>
              <a:t>瀑布式研发</a:t>
            </a:r>
            <a:endParaRPr kumimoji="0" lang="zh-CN" altLang="en-US" sz="2000" kern="1200" cap="none" spc="140" noProof="0" dirty="0">
              <a:ln>
                <a:noFill/>
              </a:ln>
              <a:solidFill>
                <a:schemeClr val="bg1">
                  <a:lumMod val="65000"/>
                </a:schemeClr>
              </a:solidFill>
              <a:effectLst/>
              <a:highlight>
                <a:srgbClr val="00FFFF"/>
              </a:highlight>
              <a:latin typeface="Microsoft YaHei" panose="020B0503020204020204" pitchFamily="34" charset="-122"/>
              <a:ea typeface="Microsoft YaHei" panose="020B0503020204020204" pitchFamily="34" charset="-122"/>
            </a:endParaRPr>
          </a:p>
          <a:p>
            <a:pPr marL="381000" marR="0" lvl="0" indent="-381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zh-CN" altLang="en-US" sz="2000" kern="1200" cap="none" spc="140" noProof="0">
                <a:ln>
                  <a:noFill/>
                </a:ln>
                <a:solidFill>
                  <a:schemeClr val="bg1">
                    <a:lumMod val="65000"/>
                  </a:schemeClr>
                </a:solidFill>
                <a:effectLst/>
                <a:highlight>
                  <a:srgbClr val="00FFFF"/>
                </a:highlight>
                <a:latin typeface="Microsoft YaHei" panose="020B0503020204020204" pitchFamily="34" charset="-122"/>
                <a:ea typeface="Microsoft YaHei" panose="020B0503020204020204" pitchFamily="34" charset="-122"/>
              </a:rPr>
              <a:t>单体服务耦合严重</a:t>
            </a:r>
            <a:endParaRPr kumimoji="0" lang="en-US" altLang="zh-CN" sz="2000" kern="1200" cap="none" spc="140" noProof="0">
              <a:ln>
                <a:noFill/>
              </a:ln>
              <a:solidFill>
                <a:schemeClr val="bg1">
                  <a:lumMod val="65000"/>
                </a:schemeClr>
              </a:solidFill>
              <a:effectLst/>
              <a:highlight>
                <a:srgbClr val="00FFFF"/>
              </a:highlight>
              <a:latin typeface="Microsoft YaHei" panose="020B0503020204020204" pitchFamily="34" charset="-122"/>
              <a:ea typeface="Microsoft YaHei" panose="020B0503020204020204" pitchFamily="34" charset="-122"/>
            </a:endParaRPr>
          </a:p>
          <a:p>
            <a:pPr marL="381000" marR="0" lvl="0" indent="-381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zh-CN" altLang="en-US" sz="2000" kern="1200" cap="none" spc="140" noProof="0">
                <a:ln>
                  <a:noFill/>
                </a:ln>
                <a:solidFill>
                  <a:schemeClr val="bg1">
                    <a:lumMod val="65000"/>
                  </a:schemeClr>
                </a:solidFill>
                <a:effectLst/>
                <a:highlight>
                  <a:srgbClr val="00FFFF"/>
                </a:highlight>
                <a:latin typeface="Microsoft YaHei" panose="020B0503020204020204" pitchFamily="34" charset="-122"/>
                <a:ea typeface="Microsoft YaHei" panose="020B0503020204020204" pitchFamily="34" charset="-122"/>
              </a:rPr>
              <a:t>手动运维</a:t>
            </a:r>
            <a:endParaRPr kumimoji="0" lang="en-US" altLang="zh-CN" sz="2000" kern="1200" cap="none" spc="140" noProof="0">
              <a:ln>
                <a:noFill/>
              </a:ln>
              <a:solidFill>
                <a:schemeClr val="bg1">
                  <a:lumMod val="65000"/>
                </a:schemeClr>
              </a:solidFill>
              <a:effectLst/>
              <a:highlight>
                <a:srgbClr val="00FFFF"/>
              </a:highlight>
              <a:latin typeface="Microsoft YaHei" panose="020B0503020204020204" pitchFamily="34" charset="-122"/>
              <a:ea typeface="Microsoft YaHei" panose="020B0503020204020204" pitchFamily="34" charset="-122"/>
            </a:endParaRPr>
          </a:p>
          <a:p>
            <a:pPr marL="381000" marR="0" lvl="0" indent="-381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lang="zh-CN" altLang="en-US" sz="2000" spc="140">
                <a:solidFill>
                  <a:schemeClr val="bg1">
                    <a:lumMod val="65000"/>
                  </a:schemeClr>
                </a:solidFill>
                <a:highlight>
                  <a:srgbClr val="00FFFF"/>
                </a:highlight>
                <a:latin typeface="Microsoft YaHei" panose="020B0503020204020204" pitchFamily="34" charset="-122"/>
                <a:ea typeface="Microsoft YaHei" panose="020B0503020204020204" pitchFamily="34" charset="-122"/>
              </a:rPr>
              <a:t>恢复缓慢</a:t>
            </a:r>
            <a:endParaRPr kumimoji="0" lang="zh-CN" altLang="en-US" sz="2000" kern="1200" cap="none" spc="140" noProof="0" dirty="0">
              <a:ln>
                <a:noFill/>
              </a:ln>
              <a:solidFill>
                <a:schemeClr val="bg1">
                  <a:lumMod val="65000"/>
                </a:schemeClr>
              </a:solidFill>
              <a:effectLst/>
              <a:highlight>
                <a:srgbClr val="00FFFF"/>
              </a:highligh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819510414"/>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3823" y="816878"/>
            <a:ext cx="8307839" cy="576263"/>
          </a:xfrm>
        </p:spPr>
        <p:txBody>
          <a:bodyPr>
            <a:noAutofit/>
          </a:bodyPr>
          <a:lstStyle/>
          <a:p>
            <a:pPr algn="l"/>
            <a:r>
              <a:rPr lang="zh-CN" altLang="en-US" sz="3200">
                <a:solidFill>
                  <a:schemeClr val="tx2">
                    <a:lumMod val="75000"/>
                  </a:schemeClr>
                </a:solidFill>
                <a:latin typeface="Microsoft YaHei" panose="020B0503020204020204" pitchFamily="34" charset="-122"/>
                <a:ea typeface="Microsoft YaHei" panose="020B0503020204020204" pitchFamily="34" charset="-122"/>
              </a:rPr>
              <a:t>云原生应用的不同</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grpSp>
        <p:nvGrpSpPr>
          <p:cNvPr id="11" name="组合 15">
            <a:extLst>
              <a:ext uri="{FF2B5EF4-FFF2-40B4-BE49-F238E27FC236}">
                <a16:creationId xmlns:a16="http://schemas.microsoft.com/office/drawing/2014/main" id="{2092DD43-6C45-4471-9C6E-8BDE5D77D835}"/>
              </a:ext>
            </a:extLst>
          </p:cNvPr>
          <p:cNvGrpSpPr/>
          <p:nvPr/>
        </p:nvGrpSpPr>
        <p:grpSpPr>
          <a:xfrm>
            <a:off x="483823" y="1749990"/>
            <a:ext cx="10466955" cy="4030025"/>
            <a:chOff x="946493" y="2330287"/>
            <a:chExt cx="10340211" cy="2113570"/>
          </a:xfrm>
        </p:grpSpPr>
        <p:sp>
          <p:nvSpPr>
            <p:cNvPr id="12" name="矩形: 圆角 6">
              <a:extLst>
                <a:ext uri="{FF2B5EF4-FFF2-40B4-BE49-F238E27FC236}">
                  <a16:creationId xmlns:a16="http://schemas.microsoft.com/office/drawing/2014/main" id="{70686013-268B-4960-9954-CB4D32DB4980}"/>
                </a:ext>
              </a:extLst>
            </p:cNvPr>
            <p:cNvSpPr/>
            <p:nvPr/>
          </p:nvSpPr>
          <p:spPr>
            <a:xfrm>
              <a:off x="6269253" y="2524672"/>
              <a:ext cx="5017451" cy="1919184"/>
            </a:xfrm>
            <a:prstGeom prst="roundRect">
              <a:avLst>
                <a:gd name="adj" fmla="val 766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endParaRPr>
            </a:p>
          </p:txBody>
        </p:sp>
        <p:sp>
          <p:nvSpPr>
            <p:cNvPr id="13" name="文本框 7">
              <a:extLst>
                <a:ext uri="{FF2B5EF4-FFF2-40B4-BE49-F238E27FC236}">
                  <a16:creationId xmlns:a16="http://schemas.microsoft.com/office/drawing/2014/main" id="{E319C9A2-FDEB-4677-A0BB-B92D8ACD331B}"/>
                </a:ext>
              </a:extLst>
            </p:cNvPr>
            <p:cNvSpPr txBox="1"/>
            <p:nvPr/>
          </p:nvSpPr>
          <p:spPr>
            <a:xfrm>
              <a:off x="6676005" y="2330287"/>
              <a:ext cx="2296085" cy="518582"/>
            </a:xfrm>
            <a:prstGeom prst="rect">
              <a:avLst/>
            </a:prstGeom>
            <a:solidFill>
              <a:schemeClr val="bg1"/>
            </a:solidFill>
          </p:spPr>
          <p:txBody>
            <a:bodyPr wrap="square">
              <a:spAutoFit/>
            </a:bodyPr>
            <a:lstStyle/>
            <a:p>
              <a:pPr algn="ctr"/>
              <a:r>
                <a:rPr lang="zh-CN" altLang="en-US" b="1" i="0" u="none" strike="noStrike" baseline="0">
                  <a:latin typeface="微软雅黑" panose="020B0503020204020204" pitchFamily="34" charset="-122"/>
                  <a:ea typeface="微软雅黑" panose="020B0503020204020204" pitchFamily="34" charset="-122"/>
                </a:rPr>
                <a:t>数据持久化</a:t>
              </a:r>
              <a:endParaRPr lang="en-US" altLang="zh-CN" b="1" i="0" u="none" strike="noStrike" baseline="0" dirty="0">
                <a:latin typeface="微软雅黑" panose="020B0503020204020204" pitchFamily="34" charset="-122"/>
                <a:ea typeface="微软雅黑" panose="020B0503020204020204" pitchFamily="34" charset="-122"/>
              </a:endParaRPr>
            </a:p>
          </p:txBody>
        </p:sp>
        <p:sp>
          <p:nvSpPr>
            <p:cNvPr id="15" name="矩形: 圆角 9">
              <a:extLst>
                <a:ext uri="{FF2B5EF4-FFF2-40B4-BE49-F238E27FC236}">
                  <a16:creationId xmlns:a16="http://schemas.microsoft.com/office/drawing/2014/main" id="{461DFC68-8D8B-4083-8138-D7855B633FD8}"/>
                </a:ext>
              </a:extLst>
            </p:cNvPr>
            <p:cNvSpPr/>
            <p:nvPr/>
          </p:nvSpPr>
          <p:spPr>
            <a:xfrm>
              <a:off x="946493" y="2521632"/>
              <a:ext cx="4667755" cy="1922225"/>
            </a:xfrm>
            <a:prstGeom prst="roundRect">
              <a:avLst>
                <a:gd name="adj" fmla="val 766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endParaRPr>
            </a:p>
          </p:txBody>
        </p:sp>
        <p:sp>
          <p:nvSpPr>
            <p:cNvPr id="16" name="文本框 10">
              <a:extLst>
                <a:ext uri="{FF2B5EF4-FFF2-40B4-BE49-F238E27FC236}">
                  <a16:creationId xmlns:a16="http://schemas.microsoft.com/office/drawing/2014/main" id="{A4942A58-0C5A-4490-8F76-15AEEC4A701A}"/>
                </a:ext>
              </a:extLst>
            </p:cNvPr>
            <p:cNvSpPr txBox="1"/>
            <p:nvPr/>
          </p:nvSpPr>
          <p:spPr>
            <a:xfrm>
              <a:off x="1449217" y="2336966"/>
              <a:ext cx="1683856" cy="518582"/>
            </a:xfrm>
            <a:prstGeom prst="rect">
              <a:avLst/>
            </a:prstGeom>
            <a:solidFill>
              <a:schemeClr val="bg1"/>
            </a:solidFill>
          </p:spPr>
          <p:txBody>
            <a:bodyPr wrap="square">
              <a:spAutoFit/>
            </a:bodyPr>
            <a:lstStyle/>
            <a:p>
              <a:pPr algn="ctr"/>
              <a:r>
                <a:rPr lang="zh-CN" altLang="en-US" b="1">
                  <a:latin typeface="微软雅黑" panose="020B0503020204020204" pitchFamily="34" charset="-122"/>
                  <a:ea typeface="微软雅黑" panose="020B0503020204020204" pitchFamily="34" charset="-122"/>
                </a:rPr>
                <a:t>服务调用</a:t>
              </a:r>
              <a:endParaRPr lang="en-US" altLang="zh-CN" b="1" i="0" u="none" strike="noStrike" baseline="0" dirty="0">
                <a:latin typeface="微软雅黑" panose="020B0503020204020204" pitchFamily="34" charset="-122"/>
                <a:ea typeface="微软雅黑" panose="020B0503020204020204" pitchFamily="34" charset="-122"/>
              </a:endParaRPr>
            </a:p>
          </p:txBody>
        </p:sp>
        <p:sp>
          <p:nvSpPr>
            <p:cNvPr id="17" name="文本框 11">
              <a:extLst>
                <a:ext uri="{FF2B5EF4-FFF2-40B4-BE49-F238E27FC236}">
                  <a16:creationId xmlns:a16="http://schemas.microsoft.com/office/drawing/2014/main" id="{DDF7ECD4-BF64-4662-B6D0-82DF6405CDA1}"/>
                </a:ext>
              </a:extLst>
            </p:cNvPr>
            <p:cNvSpPr txBox="1"/>
            <p:nvPr/>
          </p:nvSpPr>
          <p:spPr>
            <a:xfrm>
              <a:off x="1213752" y="2633044"/>
              <a:ext cx="4133234" cy="1699400"/>
            </a:xfrm>
            <a:prstGeom prst="rect">
              <a:avLst/>
            </a:prstGeom>
            <a:noFill/>
          </p:spPr>
          <p:txBody>
            <a:bodyPr wrap="square">
              <a:spAutoFit/>
            </a:bodyPr>
            <a:lstStyle/>
            <a:p>
              <a:pPr algn="l">
                <a:lnSpc>
                  <a:spcPct val="150000"/>
                </a:lnSpc>
              </a:pPr>
              <a:r>
                <a:rPr lang="zh-CN" altLang="en-US" sz="2800">
                  <a:latin typeface="SimHei" panose="02010609060101010101" pitchFamily="49" charset="-122"/>
                  <a:ea typeface="SimHei" panose="02010609060101010101" pitchFamily="49" charset="-122"/>
                </a:rPr>
                <a:t>应用部署在</a:t>
              </a:r>
              <a:r>
                <a:rPr lang="en-US" altLang="zh-CN" sz="2800">
                  <a:latin typeface="SimHei" panose="02010609060101010101" pitchFamily="49" charset="-122"/>
                  <a:ea typeface="SimHei" panose="02010609060101010101" pitchFamily="49" charset="-122"/>
                </a:rPr>
                <a:t>K8S</a:t>
              </a:r>
              <a:r>
                <a:rPr lang="zh-CN" altLang="en-US" sz="2800">
                  <a:latin typeface="SimHei" panose="02010609060101010101" pitchFamily="49" charset="-122"/>
                  <a:ea typeface="SimHei" panose="02010609060101010101" pitchFamily="49" charset="-122"/>
                </a:rPr>
                <a:t>上，</a:t>
              </a:r>
              <a:r>
                <a:rPr lang="en-US" altLang="zh-CN" sz="2800">
                  <a:latin typeface="SimHei" panose="02010609060101010101" pitchFamily="49" charset="-122"/>
                  <a:ea typeface="SimHei" panose="02010609060101010101" pitchFamily="49" charset="-122"/>
                </a:rPr>
                <a:t>K8S</a:t>
              </a:r>
              <a:r>
                <a:rPr lang="zh-CN" altLang="en-US" sz="2800">
                  <a:latin typeface="SimHei" panose="02010609060101010101" pitchFamily="49" charset="-122"/>
                  <a:ea typeface="SimHei" panose="02010609060101010101" pitchFamily="49" charset="-122"/>
                </a:rPr>
                <a:t>负责应用之间寻址和调用，由于</a:t>
              </a:r>
              <a:r>
                <a:rPr lang="en-US" altLang="zh-CN" sz="2800">
                  <a:latin typeface="SimHei" panose="02010609060101010101" pitchFamily="49" charset="-122"/>
                  <a:ea typeface="SimHei" panose="02010609060101010101" pitchFamily="49" charset="-122"/>
                </a:rPr>
                <a:t>container</a:t>
              </a:r>
              <a:r>
                <a:rPr lang="zh-CN" altLang="en-US" sz="2800">
                  <a:latin typeface="SimHei" panose="02010609060101010101" pitchFamily="49" charset="-122"/>
                  <a:ea typeface="SimHei" panose="02010609060101010101" pitchFamily="49" charset="-122"/>
                </a:rPr>
                <a:t>是动态的，即</a:t>
              </a:r>
              <a:r>
                <a:rPr lang="en-US" altLang="zh-CN" sz="2800">
                  <a:latin typeface="SimHei" panose="02010609060101010101" pitchFamily="49" charset="-122"/>
                  <a:ea typeface="SimHei" panose="02010609060101010101" pitchFamily="49" charset="-122"/>
                </a:rPr>
                <a:t>K8S</a:t>
              </a:r>
              <a:r>
                <a:rPr lang="zh-CN" altLang="en-US" sz="2800">
                  <a:latin typeface="SimHei" panose="02010609060101010101" pitchFamily="49" charset="-122"/>
                  <a:ea typeface="SimHei" panose="02010609060101010101" pitchFamily="49" charset="-122"/>
                </a:rPr>
                <a:t>需要实现服务的治理</a:t>
              </a:r>
              <a:endParaRPr lang="en-US" altLang="zh-CN" sz="2800" dirty="0"/>
            </a:p>
          </p:txBody>
        </p:sp>
      </p:grpSp>
      <p:sp>
        <p:nvSpPr>
          <p:cNvPr id="20" name="文本框 11">
            <a:extLst>
              <a:ext uri="{FF2B5EF4-FFF2-40B4-BE49-F238E27FC236}">
                <a16:creationId xmlns:a16="http://schemas.microsoft.com/office/drawing/2014/main" id="{E11DC410-4772-4E0E-B597-145EB01F0135}"/>
              </a:ext>
            </a:extLst>
          </p:cNvPr>
          <p:cNvSpPr txBox="1"/>
          <p:nvPr/>
        </p:nvSpPr>
        <p:spPr>
          <a:xfrm>
            <a:off x="6096000" y="2327268"/>
            <a:ext cx="4183897" cy="3244158"/>
          </a:xfrm>
          <a:prstGeom prst="rect">
            <a:avLst/>
          </a:prstGeom>
          <a:noFill/>
        </p:spPr>
        <p:txBody>
          <a:bodyPr wrap="square">
            <a:spAutoFit/>
          </a:bodyPr>
          <a:lstStyle/>
          <a:p>
            <a:pPr algn="l">
              <a:lnSpc>
                <a:spcPct val="150000"/>
              </a:lnSpc>
            </a:pPr>
            <a:r>
              <a:rPr lang="en-US" altLang="zh-CN" sz="2800">
                <a:latin typeface="SimHei" panose="02010609060101010101" pitchFamily="49" charset="-122"/>
                <a:ea typeface="SimHei" panose="02010609060101010101" pitchFamily="49" charset="-122"/>
              </a:rPr>
              <a:t>K8S</a:t>
            </a:r>
            <a:r>
              <a:rPr lang="zh-CN" altLang="en-US" sz="2800">
                <a:latin typeface="SimHei" panose="02010609060101010101" pitchFamily="49" charset="-122"/>
                <a:ea typeface="SimHei" panose="02010609060101010101" pitchFamily="49" charset="-122"/>
              </a:rPr>
              <a:t>的核心是容器，且根据需要创建容器，因此凡是与数据持久化相关的，应解决持久化不受容器技术特点的影响</a:t>
            </a:r>
            <a:endParaRPr lang="en-US" altLang="zh-CN" sz="2800"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1030216153"/>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3823" y="816878"/>
            <a:ext cx="8307839" cy="576263"/>
          </a:xfrm>
        </p:spPr>
        <p:txBody>
          <a:bodyPr>
            <a:noAutofit/>
          </a:bodyPr>
          <a:lstStyle/>
          <a:p>
            <a:pPr algn="l"/>
            <a:r>
              <a:rPr lang="zh-CN" altLang="en-US" sz="3200">
                <a:solidFill>
                  <a:schemeClr val="tx2">
                    <a:lumMod val="75000"/>
                  </a:schemeClr>
                </a:solidFill>
                <a:latin typeface="Microsoft YaHei" panose="020B0503020204020204" pitchFamily="34" charset="-122"/>
                <a:ea typeface="Microsoft YaHei" panose="020B0503020204020204" pitchFamily="34" charset="-122"/>
              </a:rPr>
              <a:t>云原生三大基石技术</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sp>
        <p:nvSpPr>
          <p:cNvPr id="10" name="矩形 41">
            <a:extLst>
              <a:ext uri="{FF2B5EF4-FFF2-40B4-BE49-F238E27FC236}">
                <a16:creationId xmlns:a16="http://schemas.microsoft.com/office/drawing/2014/main" id="{EB48AF37-349A-4CC3-8D31-E10860B1CF67}"/>
              </a:ext>
            </a:extLst>
          </p:cNvPr>
          <p:cNvSpPr/>
          <p:nvPr/>
        </p:nvSpPr>
        <p:spPr>
          <a:xfrm>
            <a:off x="483823" y="2639249"/>
            <a:ext cx="3017780" cy="1449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1" fontAlgn="auto" hangingPunct="1">
              <a:lnSpc>
                <a:spcPct val="130000"/>
              </a:lnSpc>
              <a:spcBef>
                <a:spcPts val="0"/>
              </a:spcBef>
              <a:spcAft>
                <a:spcPts val="0"/>
              </a:spcAft>
              <a:defRPr/>
            </a:pPr>
            <a:r>
              <a:rPr lang="zh-CN" altLang="en-US" sz="1600" kern="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创建基础设施的命令象应用程序一样存储在代码中，并进行版本管理</a:t>
            </a:r>
            <a:endParaRPr lang="zh-CN" altLang="en-US" sz="1600" kern="0" dirty="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14" name="矩形 43">
            <a:extLst>
              <a:ext uri="{FF2B5EF4-FFF2-40B4-BE49-F238E27FC236}">
                <a16:creationId xmlns:a16="http://schemas.microsoft.com/office/drawing/2014/main" id="{5C6F31A5-D007-4D86-AB6A-CB22679ECFA3}"/>
              </a:ext>
            </a:extLst>
          </p:cNvPr>
          <p:cNvSpPr/>
          <p:nvPr/>
        </p:nvSpPr>
        <p:spPr>
          <a:xfrm>
            <a:off x="3844923" y="2639249"/>
            <a:ext cx="3206997" cy="11911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a:lnSpc>
                <a:spcPct val="130000"/>
              </a:lnSpc>
              <a:spcBef>
                <a:spcPts val="0"/>
              </a:spcBef>
              <a:spcAft>
                <a:spcPts val="0"/>
              </a:spcAft>
              <a:buClrTx/>
              <a:buSzTx/>
              <a:buFontTx/>
              <a:defRPr/>
            </a:pPr>
            <a:r>
              <a:rPr lang="zh-CN" altLang="en-US" sz="1600" kern="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基础设施即代码的升级，销毁或重新创建服基础设施</a:t>
            </a:r>
            <a:endParaRPr lang="zh-CN" altLang="en-US" sz="1600" kern="0" dirty="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18" name="矩形 45">
            <a:extLst>
              <a:ext uri="{FF2B5EF4-FFF2-40B4-BE49-F238E27FC236}">
                <a16:creationId xmlns:a16="http://schemas.microsoft.com/office/drawing/2014/main" id="{3F095EB7-8E0D-4910-9E2D-E4A013763BFF}"/>
              </a:ext>
            </a:extLst>
          </p:cNvPr>
          <p:cNvSpPr/>
          <p:nvPr/>
        </p:nvSpPr>
        <p:spPr>
          <a:xfrm>
            <a:off x="7210453" y="2948607"/>
            <a:ext cx="2655570" cy="14776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a:lnSpc>
                <a:spcPct val="130000"/>
              </a:lnSpc>
              <a:spcBef>
                <a:spcPts val="0"/>
              </a:spcBef>
              <a:spcAft>
                <a:spcPts val="0"/>
              </a:spcAft>
              <a:buClrTx/>
              <a:buSzTx/>
              <a:buFontTx/>
              <a:defRPr/>
            </a:pPr>
            <a:r>
              <a:rPr lang="zh-CN" altLang="en-US" sz="1600" kern="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软件定义基础设施时用的时过程是描述；</a:t>
            </a:r>
            <a:endParaRPr lang="en-US" altLang="zh-CN" sz="1600" kern="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a:p>
            <a:pPr algn="l">
              <a:lnSpc>
                <a:spcPct val="130000"/>
              </a:lnSpc>
              <a:spcBef>
                <a:spcPts val="0"/>
              </a:spcBef>
              <a:spcAft>
                <a:spcPts val="0"/>
              </a:spcAft>
              <a:buClrTx/>
              <a:buSzTx/>
              <a:buFontTx/>
              <a:defRPr/>
            </a:pPr>
            <a:r>
              <a:rPr lang="zh-CN" altLang="en-US" sz="160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现在是描述式，由系统决定如何创建</a:t>
            </a:r>
            <a:endParaRPr lang="zh-CN" altLang="en-US" sz="1600" kern="0" dirty="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a:p>
            <a:pPr algn="l">
              <a:lnSpc>
                <a:spcPct val="130000"/>
              </a:lnSpc>
              <a:spcBef>
                <a:spcPts val="0"/>
              </a:spcBef>
              <a:spcAft>
                <a:spcPts val="0"/>
              </a:spcAft>
              <a:buClrTx/>
              <a:buSzTx/>
              <a:buFontTx/>
              <a:defRPr/>
            </a:pPr>
            <a:endParaRPr lang="zh-CN" altLang="en-US" sz="1600" kern="0" dirty="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p:txBody>
      </p:sp>
      <p:cxnSp>
        <p:nvCxnSpPr>
          <p:cNvPr id="21" name="直线连接符 8">
            <a:extLst>
              <a:ext uri="{FF2B5EF4-FFF2-40B4-BE49-F238E27FC236}">
                <a16:creationId xmlns:a16="http://schemas.microsoft.com/office/drawing/2014/main" id="{9F6ECFF8-CD1A-4568-9841-0D608FDC4C40}"/>
              </a:ext>
            </a:extLst>
          </p:cNvPr>
          <p:cNvCxnSpPr>
            <a:cxnSpLocks/>
          </p:cNvCxnSpPr>
          <p:nvPr/>
        </p:nvCxnSpPr>
        <p:spPr>
          <a:xfrm>
            <a:off x="3585514" y="2060282"/>
            <a:ext cx="0" cy="2575883"/>
          </a:xfrm>
          <a:prstGeom prst="line">
            <a:avLst/>
          </a:prstGeom>
        </p:spPr>
        <p:style>
          <a:lnRef idx="1">
            <a:schemeClr val="accent3"/>
          </a:lnRef>
          <a:fillRef idx="0">
            <a:schemeClr val="accent3"/>
          </a:fillRef>
          <a:effectRef idx="0">
            <a:schemeClr val="accent3"/>
          </a:effectRef>
          <a:fontRef idx="minor">
            <a:schemeClr val="tx1"/>
          </a:fontRef>
        </p:style>
      </p:cxnSp>
      <p:cxnSp>
        <p:nvCxnSpPr>
          <p:cNvPr id="22" name="直线连接符 52">
            <a:extLst>
              <a:ext uri="{FF2B5EF4-FFF2-40B4-BE49-F238E27FC236}">
                <a16:creationId xmlns:a16="http://schemas.microsoft.com/office/drawing/2014/main" id="{D6807CB8-BA72-4A43-A689-BB2BD76F561D}"/>
              </a:ext>
            </a:extLst>
          </p:cNvPr>
          <p:cNvCxnSpPr>
            <a:cxnSpLocks/>
          </p:cNvCxnSpPr>
          <p:nvPr/>
        </p:nvCxnSpPr>
        <p:spPr>
          <a:xfrm>
            <a:off x="7131187" y="2036894"/>
            <a:ext cx="0" cy="2824124"/>
          </a:xfrm>
          <a:prstGeom prst="line">
            <a:avLst/>
          </a:prstGeom>
        </p:spPr>
        <p:style>
          <a:lnRef idx="1">
            <a:schemeClr val="accent3"/>
          </a:lnRef>
          <a:fillRef idx="0">
            <a:schemeClr val="accent3"/>
          </a:fillRef>
          <a:effectRef idx="0">
            <a:schemeClr val="accent3"/>
          </a:effectRef>
          <a:fontRef idx="minor">
            <a:schemeClr val="tx1"/>
          </a:fontRef>
        </p:style>
      </p:cxnSp>
      <p:sp>
        <p:nvSpPr>
          <p:cNvPr id="24" name="文本框 26">
            <a:extLst>
              <a:ext uri="{FF2B5EF4-FFF2-40B4-BE49-F238E27FC236}">
                <a16:creationId xmlns:a16="http://schemas.microsoft.com/office/drawing/2014/main" id="{C0035601-74F7-4835-97FE-32C394D0E956}"/>
              </a:ext>
            </a:extLst>
          </p:cNvPr>
          <p:cNvSpPr txBox="1"/>
          <p:nvPr/>
        </p:nvSpPr>
        <p:spPr>
          <a:xfrm>
            <a:off x="923734" y="2027446"/>
            <a:ext cx="2503248" cy="477054"/>
          </a:xfrm>
          <a:prstGeom prst="rect">
            <a:avLst/>
          </a:prstGeom>
          <a:noFill/>
        </p:spPr>
        <p:txBody>
          <a:bodyPr wrap="square" rtlCol="0">
            <a:spAutoFit/>
          </a:bodyPr>
          <a:lstStyle/>
          <a:p>
            <a:r>
              <a:rPr lang="zh-CN" altLang="en-US" b="1">
                <a:solidFill>
                  <a:srgbClr val="3366CC"/>
                </a:solidFill>
                <a:latin typeface="Microsoft YaHei" panose="020B0503020204020204" pitchFamily="34" charset="-122"/>
                <a:ea typeface="Microsoft YaHei" panose="020B0503020204020204" pitchFamily="34" charset="-122"/>
              </a:rPr>
              <a:t>基础设施即代码</a:t>
            </a:r>
            <a:endParaRPr lang="en-US" altLang="zh-CN" b="1" dirty="0">
              <a:solidFill>
                <a:srgbClr val="3366CC"/>
              </a:solidFill>
              <a:latin typeface="Microsoft YaHei" panose="020B0503020204020204" pitchFamily="34" charset="-122"/>
              <a:ea typeface="Microsoft YaHei" panose="020B0503020204020204" pitchFamily="34" charset="-122"/>
            </a:endParaRPr>
          </a:p>
        </p:txBody>
      </p:sp>
      <p:sp>
        <p:nvSpPr>
          <p:cNvPr id="25" name="文本框 27">
            <a:extLst>
              <a:ext uri="{FF2B5EF4-FFF2-40B4-BE49-F238E27FC236}">
                <a16:creationId xmlns:a16="http://schemas.microsoft.com/office/drawing/2014/main" id="{AF75CB4E-4A72-46B4-9B36-4D4BDC587872}"/>
              </a:ext>
            </a:extLst>
          </p:cNvPr>
          <p:cNvSpPr txBox="1"/>
          <p:nvPr/>
        </p:nvSpPr>
        <p:spPr>
          <a:xfrm>
            <a:off x="4213517" y="2027446"/>
            <a:ext cx="2759137" cy="477054"/>
          </a:xfrm>
          <a:prstGeom prst="rect">
            <a:avLst/>
          </a:prstGeom>
          <a:noFill/>
        </p:spPr>
        <p:txBody>
          <a:bodyPr wrap="square" rtlCol="0">
            <a:spAutoFit/>
          </a:bodyPr>
          <a:lstStyle/>
          <a:p>
            <a:pPr algn="l">
              <a:buClrTx/>
              <a:buSzTx/>
              <a:buFontTx/>
            </a:pPr>
            <a:r>
              <a:rPr lang="zh-CN" altLang="en-US" b="1">
                <a:solidFill>
                  <a:srgbClr val="3366CC"/>
                </a:solidFill>
                <a:latin typeface="Microsoft YaHei" panose="020B0503020204020204" pitchFamily="34" charset="-122"/>
                <a:ea typeface="Microsoft YaHei" panose="020B0503020204020204" pitchFamily="34" charset="-122"/>
              </a:rPr>
              <a:t>不可变基础设施</a:t>
            </a:r>
            <a:endParaRPr lang="en-US" altLang="zh-CN" b="1" dirty="0">
              <a:solidFill>
                <a:srgbClr val="3366CC"/>
              </a:solidFill>
              <a:latin typeface="Microsoft YaHei" panose="020B0503020204020204" pitchFamily="34" charset="-122"/>
              <a:ea typeface="Microsoft YaHei" panose="020B0503020204020204" pitchFamily="34" charset="-122"/>
            </a:endParaRPr>
          </a:p>
        </p:txBody>
      </p:sp>
      <p:sp>
        <p:nvSpPr>
          <p:cNvPr id="26" name="文本框 28">
            <a:extLst>
              <a:ext uri="{FF2B5EF4-FFF2-40B4-BE49-F238E27FC236}">
                <a16:creationId xmlns:a16="http://schemas.microsoft.com/office/drawing/2014/main" id="{B689C0EF-76DC-4C86-B27D-C44ADF13CF50}"/>
              </a:ext>
            </a:extLst>
          </p:cNvPr>
          <p:cNvSpPr txBox="1"/>
          <p:nvPr/>
        </p:nvSpPr>
        <p:spPr>
          <a:xfrm>
            <a:off x="7714578" y="1985454"/>
            <a:ext cx="1704313" cy="477054"/>
          </a:xfrm>
          <a:prstGeom prst="rect">
            <a:avLst/>
          </a:prstGeom>
          <a:noFill/>
        </p:spPr>
        <p:txBody>
          <a:bodyPr wrap="none" rtlCol="0">
            <a:spAutoFit/>
          </a:bodyPr>
          <a:lstStyle/>
          <a:p>
            <a:pPr algn="l">
              <a:buClrTx/>
              <a:buSzTx/>
              <a:buFontTx/>
            </a:pPr>
            <a:r>
              <a:rPr lang="zh-CN" altLang="en-US" b="1">
                <a:solidFill>
                  <a:srgbClr val="3366CC"/>
                </a:solidFill>
                <a:latin typeface="Microsoft YaHei" panose="020B0503020204020204" pitchFamily="34" charset="-122"/>
                <a:ea typeface="Microsoft YaHei" panose="020B0503020204020204" pitchFamily="34" charset="-122"/>
              </a:rPr>
              <a:t>声明式</a:t>
            </a:r>
            <a:r>
              <a:rPr lang="en-US" altLang="zh-CN" b="1">
                <a:solidFill>
                  <a:srgbClr val="3366CC"/>
                </a:solidFill>
                <a:latin typeface="Microsoft YaHei" panose="020B0503020204020204" pitchFamily="34" charset="-122"/>
                <a:ea typeface="Microsoft YaHei" panose="020B0503020204020204" pitchFamily="34" charset="-122"/>
              </a:rPr>
              <a:t>API</a:t>
            </a:r>
            <a:endParaRPr lang="en-US" altLang="zh-CN" b="1" dirty="0">
              <a:solidFill>
                <a:srgbClr val="3366CC"/>
              </a:solidFill>
              <a:latin typeface="Microsoft YaHei" panose="020B0503020204020204" pitchFamily="34" charset="-122"/>
              <a:ea typeface="Microsoft YaHei" panose="020B0503020204020204" pitchFamily="34" charset="-122"/>
            </a:endParaRPr>
          </a:p>
        </p:txBody>
      </p:sp>
      <p:sp>
        <p:nvSpPr>
          <p:cNvPr id="28" name="圆角矩形 30">
            <a:extLst>
              <a:ext uri="{FF2B5EF4-FFF2-40B4-BE49-F238E27FC236}">
                <a16:creationId xmlns:a16="http://schemas.microsoft.com/office/drawing/2014/main" id="{EAAF710F-C3C0-44F5-B3B0-D2F512D3B76D}"/>
              </a:ext>
            </a:extLst>
          </p:cNvPr>
          <p:cNvSpPr/>
          <p:nvPr/>
        </p:nvSpPr>
        <p:spPr>
          <a:xfrm>
            <a:off x="1061477" y="2433964"/>
            <a:ext cx="432000" cy="36000"/>
          </a:xfrm>
          <a:prstGeom prst="roundRect">
            <a:avLst>
              <a:gd name="adj" fmla="val 50000"/>
            </a:avLst>
          </a:prstGeom>
          <a:solidFill>
            <a:srgbClr val="33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anose="020B0503020204020204" pitchFamily="34" charset="-122"/>
              <a:ea typeface="Microsoft YaHei" panose="020B0503020204020204" pitchFamily="34" charset="-122"/>
            </a:endParaRPr>
          </a:p>
        </p:txBody>
      </p:sp>
      <p:sp>
        <p:nvSpPr>
          <p:cNvPr id="29" name="圆角矩形 31">
            <a:extLst>
              <a:ext uri="{FF2B5EF4-FFF2-40B4-BE49-F238E27FC236}">
                <a16:creationId xmlns:a16="http://schemas.microsoft.com/office/drawing/2014/main" id="{0A5C6951-6042-4708-B5D0-4FB034911097}"/>
              </a:ext>
            </a:extLst>
          </p:cNvPr>
          <p:cNvSpPr/>
          <p:nvPr/>
        </p:nvSpPr>
        <p:spPr>
          <a:xfrm>
            <a:off x="4372050" y="2451964"/>
            <a:ext cx="432000" cy="36000"/>
          </a:xfrm>
          <a:prstGeom prst="roundRect">
            <a:avLst>
              <a:gd name="adj" fmla="val 50000"/>
            </a:avLst>
          </a:prstGeom>
          <a:solidFill>
            <a:srgbClr val="33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anose="020B0503020204020204" pitchFamily="34" charset="-122"/>
              <a:ea typeface="Microsoft YaHei" panose="020B0503020204020204" pitchFamily="34" charset="-122"/>
            </a:endParaRPr>
          </a:p>
        </p:txBody>
      </p:sp>
      <p:sp>
        <p:nvSpPr>
          <p:cNvPr id="30" name="圆角矩形 32">
            <a:extLst>
              <a:ext uri="{FF2B5EF4-FFF2-40B4-BE49-F238E27FC236}">
                <a16:creationId xmlns:a16="http://schemas.microsoft.com/office/drawing/2014/main" id="{FCA513E0-E4B4-4437-AF26-FA7D02F396EE}"/>
              </a:ext>
            </a:extLst>
          </p:cNvPr>
          <p:cNvSpPr/>
          <p:nvPr/>
        </p:nvSpPr>
        <p:spPr>
          <a:xfrm>
            <a:off x="7840956" y="2418622"/>
            <a:ext cx="432000" cy="36000"/>
          </a:xfrm>
          <a:prstGeom prst="roundRect">
            <a:avLst>
              <a:gd name="adj" fmla="val 50000"/>
            </a:avLst>
          </a:prstGeom>
          <a:solidFill>
            <a:srgbClr val="33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anose="020B0503020204020204" pitchFamily="34" charset="-122"/>
              <a:ea typeface="Microsoft YaHei" panose="020B0503020204020204" pitchFamily="34" charset="-122"/>
            </a:endParaRPr>
          </a:p>
        </p:txBody>
      </p:sp>
      <p:sp>
        <p:nvSpPr>
          <p:cNvPr id="32" name="iconfont-11899-5651343">
            <a:extLst>
              <a:ext uri="{FF2B5EF4-FFF2-40B4-BE49-F238E27FC236}">
                <a16:creationId xmlns:a16="http://schemas.microsoft.com/office/drawing/2014/main" id="{CFA23913-2B80-4909-8276-815A797C74FA}"/>
              </a:ext>
            </a:extLst>
          </p:cNvPr>
          <p:cNvSpPr>
            <a:spLocks noChangeAspect="1"/>
          </p:cNvSpPr>
          <p:nvPr/>
        </p:nvSpPr>
        <p:spPr>
          <a:xfrm>
            <a:off x="632732" y="2136444"/>
            <a:ext cx="297520" cy="297520"/>
          </a:xfrm>
          <a:custGeom>
            <a:avLst/>
            <a:gdLst>
              <a:gd name="T0" fmla="*/ 6526 w 10397"/>
              <a:gd name="T1" fmla="*/ 8233 h 10397"/>
              <a:gd name="T2" fmla="*/ 7000 w 10397"/>
              <a:gd name="T3" fmla="*/ 7343 h 10397"/>
              <a:gd name="T4" fmla="*/ 7729 w 10397"/>
              <a:gd name="T5" fmla="*/ 7018 h 10397"/>
              <a:gd name="T6" fmla="*/ 9897 w 10397"/>
              <a:gd name="T7" fmla="*/ 7558 h 10397"/>
              <a:gd name="T8" fmla="*/ 10390 w 10397"/>
              <a:gd name="T9" fmla="*/ 8188 h 10397"/>
              <a:gd name="T10" fmla="*/ 10391 w 10397"/>
              <a:gd name="T11" fmla="*/ 9096 h 10397"/>
              <a:gd name="T12" fmla="*/ 10397 w 10397"/>
              <a:gd name="T13" fmla="*/ 9096 h 10397"/>
              <a:gd name="T14" fmla="*/ 10397 w 10397"/>
              <a:gd name="T15" fmla="*/ 9723 h 10397"/>
              <a:gd name="T16" fmla="*/ 9715 w 10397"/>
              <a:gd name="T17" fmla="*/ 10373 h 10397"/>
              <a:gd name="T18" fmla="*/ 23 w 10397"/>
              <a:gd name="T19" fmla="*/ 682 h 10397"/>
              <a:gd name="T20" fmla="*/ 673 w 10397"/>
              <a:gd name="T21" fmla="*/ 0 h 10397"/>
              <a:gd name="T22" fmla="*/ 1301 w 10397"/>
              <a:gd name="T23" fmla="*/ 0 h 10397"/>
              <a:gd name="T24" fmla="*/ 1301 w 10397"/>
              <a:gd name="T25" fmla="*/ 2 h 10397"/>
              <a:gd name="T26" fmla="*/ 2189 w 10397"/>
              <a:gd name="T27" fmla="*/ 3 h 10397"/>
              <a:gd name="T28" fmla="*/ 2819 w 10397"/>
              <a:gd name="T29" fmla="*/ 496 h 10397"/>
              <a:gd name="T30" fmla="*/ 3360 w 10397"/>
              <a:gd name="T31" fmla="*/ 2663 h 10397"/>
              <a:gd name="T32" fmla="*/ 3035 w 10397"/>
              <a:gd name="T33" fmla="*/ 3395 h 10397"/>
              <a:gd name="T34" fmla="*/ 2158 w 10397"/>
              <a:gd name="T35" fmla="*/ 3860 h 10397"/>
              <a:gd name="T36" fmla="*/ 6526 w 10397"/>
              <a:gd name="T37" fmla="*/ 8233 h 10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397" h="10397">
                <a:moveTo>
                  <a:pt x="6526" y="8233"/>
                </a:moveTo>
                <a:lnTo>
                  <a:pt x="7000" y="7343"/>
                </a:lnTo>
                <a:cubicBezTo>
                  <a:pt x="7140" y="7081"/>
                  <a:pt x="7441" y="6947"/>
                  <a:pt x="7729" y="7018"/>
                </a:cubicBezTo>
                <a:lnTo>
                  <a:pt x="9897" y="7558"/>
                </a:lnTo>
                <a:cubicBezTo>
                  <a:pt x="10186" y="7631"/>
                  <a:pt x="10390" y="7891"/>
                  <a:pt x="10390" y="8188"/>
                </a:cubicBezTo>
                <a:lnTo>
                  <a:pt x="10391" y="9096"/>
                </a:lnTo>
                <a:lnTo>
                  <a:pt x="10397" y="9096"/>
                </a:lnTo>
                <a:lnTo>
                  <a:pt x="10397" y="9723"/>
                </a:lnTo>
                <a:cubicBezTo>
                  <a:pt x="10397" y="10095"/>
                  <a:pt x="10086" y="10397"/>
                  <a:pt x="9715" y="10373"/>
                </a:cubicBezTo>
                <a:cubicBezTo>
                  <a:pt x="4516" y="10036"/>
                  <a:pt x="360" y="5880"/>
                  <a:pt x="23" y="682"/>
                </a:cubicBezTo>
                <a:cubicBezTo>
                  <a:pt x="0" y="311"/>
                  <a:pt x="301" y="0"/>
                  <a:pt x="673" y="0"/>
                </a:cubicBezTo>
                <a:lnTo>
                  <a:pt x="1301" y="0"/>
                </a:lnTo>
                <a:lnTo>
                  <a:pt x="1301" y="2"/>
                </a:lnTo>
                <a:lnTo>
                  <a:pt x="2189" y="3"/>
                </a:lnTo>
                <a:cubicBezTo>
                  <a:pt x="2488" y="3"/>
                  <a:pt x="2748" y="207"/>
                  <a:pt x="2819" y="496"/>
                </a:cubicBezTo>
                <a:lnTo>
                  <a:pt x="3360" y="2663"/>
                </a:lnTo>
                <a:cubicBezTo>
                  <a:pt x="3432" y="2952"/>
                  <a:pt x="3298" y="3255"/>
                  <a:pt x="3035" y="3395"/>
                </a:cubicBezTo>
                <a:lnTo>
                  <a:pt x="2158" y="3860"/>
                </a:lnTo>
                <a:cubicBezTo>
                  <a:pt x="3062" y="5781"/>
                  <a:pt x="4606" y="7327"/>
                  <a:pt x="6526" y="8233"/>
                </a:cubicBezTo>
                <a:close/>
              </a:path>
            </a:pathLst>
          </a:custGeom>
          <a:solidFill>
            <a:srgbClr val="366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meeting_115918">
            <a:extLst>
              <a:ext uri="{FF2B5EF4-FFF2-40B4-BE49-F238E27FC236}">
                <a16:creationId xmlns:a16="http://schemas.microsoft.com/office/drawing/2014/main" id="{AC7597FF-7EBE-4C34-B070-DDA7AF6AECDB}"/>
              </a:ext>
            </a:extLst>
          </p:cNvPr>
          <p:cNvSpPr>
            <a:spLocks noChangeAspect="1"/>
          </p:cNvSpPr>
          <p:nvPr/>
        </p:nvSpPr>
        <p:spPr>
          <a:xfrm>
            <a:off x="3836744" y="2080068"/>
            <a:ext cx="339026" cy="338554"/>
          </a:xfrm>
          <a:custGeom>
            <a:avLst/>
            <a:gdLst>
              <a:gd name="connsiteX0" fmla="*/ 199404 w 608416"/>
              <a:gd name="connsiteY0" fmla="*/ 274640 h 607568"/>
              <a:gd name="connsiteX1" fmla="*/ 409013 w 608416"/>
              <a:gd name="connsiteY1" fmla="*/ 274640 h 607568"/>
              <a:gd name="connsiteX2" fmla="*/ 426992 w 608416"/>
              <a:gd name="connsiteY2" fmla="*/ 292590 h 607568"/>
              <a:gd name="connsiteX3" fmla="*/ 409013 w 608416"/>
              <a:gd name="connsiteY3" fmla="*/ 310541 h 607568"/>
              <a:gd name="connsiteX4" fmla="*/ 322188 w 608416"/>
              <a:gd name="connsiteY4" fmla="*/ 310541 h 607568"/>
              <a:gd name="connsiteX5" fmla="*/ 322188 w 608416"/>
              <a:gd name="connsiteY5" fmla="*/ 589617 h 607568"/>
              <a:gd name="connsiteX6" fmla="*/ 304208 w 608416"/>
              <a:gd name="connsiteY6" fmla="*/ 607568 h 607568"/>
              <a:gd name="connsiteX7" fmla="*/ 286229 w 608416"/>
              <a:gd name="connsiteY7" fmla="*/ 589617 h 607568"/>
              <a:gd name="connsiteX8" fmla="*/ 286229 w 608416"/>
              <a:gd name="connsiteY8" fmla="*/ 310541 h 607568"/>
              <a:gd name="connsiteX9" fmla="*/ 199404 w 608416"/>
              <a:gd name="connsiteY9" fmla="*/ 310541 h 607568"/>
              <a:gd name="connsiteX10" fmla="*/ 181424 w 608416"/>
              <a:gd name="connsiteY10" fmla="*/ 292590 h 607568"/>
              <a:gd name="connsiteX11" fmla="*/ 199404 w 608416"/>
              <a:gd name="connsiteY11" fmla="*/ 274640 h 607568"/>
              <a:gd name="connsiteX12" fmla="*/ 538360 w 608416"/>
              <a:gd name="connsiteY12" fmla="*/ 210638 h 607568"/>
              <a:gd name="connsiteX13" fmla="*/ 601500 w 608416"/>
              <a:gd name="connsiteY13" fmla="*/ 273691 h 607568"/>
              <a:gd name="connsiteX14" fmla="*/ 601500 w 608416"/>
              <a:gd name="connsiteY14" fmla="*/ 418820 h 607568"/>
              <a:gd name="connsiteX15" fmla="*/ 541125 w 608416"/>
              <a:gd name="connsiteY15" fmla="*/ 479112 h 607568"/>
              <a:gd name="connsiteX16" fmla="*/ 462315 w 608416"/>
              <a:gd name="connsiteY16" fmla="*/ 479112 h 607568"/>
              <a:gd name="connsiteX17" fmla="*/ 462315 w 608416"/>
              <a:gd name="connsiteY17" fmla="*/ 586348 h 607568"/>
              <a:gd name="connsiteX18" fmla="*/ 447566 w 608416"/>
              <a:gd name="connsiteY18" fmla="*/ 601076 h 607568"/>
              <a:gd name="connsiteX19" fmla="*/ 377666 w 608416"/>
              <a:gd name="connsiteY19" fmla="*/ 601076 h 607568"/>
              <a:gd name="connsiteX20" fmla="*/ 362918 w 608416"/>
              <a:gd name="connsiteY20" fmla="*/ 586348 h 607568"/>
              <a:gd name="connsiteX21" fmla="*/ 362918 w 608416"/>
              <a:gd name="connsiteY21" fmla="*/ 431707 h 607568"/>
              <a:gd name="connsiteX22" fmla="*/ 413922 w 608416"/>
              <a:gd name="connsiteY22" fmla="*/ 380774 h 607568"/>
              <a:gd name="connsiteX23" fmla="*/ 475373 w 608416"/>
              <a:gd name="connsiteY23" fmla="*/ 380774 h 607568"/>
              <a:gd name="connsiteX24" fmla="*/ 475373 w 608416"/>
              <a:gd name="connsiteY24" fmla="*/ 273691 h 607568"/>
              <a:gd name="connsiteX25" fmla="*/ 538360 w 608416"/>
              <a:gd name="connsiteY25" fmla="*/ 210638 h 607568"/>
              <a:gd name="connsiteX26" fmla="*/ 70055 w 608416"/>
              <a:gd name="connsiteY26" fmla="*/ 210638 h 607568"/>
              <a:gd name="connsiteX27" fmla="*/ 133042 w 608416"/>
              <a:gd name="connsiteY27" fmla="*/ 273691 h 607568"/>
              <a:gd name="connsiteX28" fmla="*/ 133042 w 608416"/>
              <a:gd name="connsiteY28" fmla="*/ 380774 h 607568"/>
              <a:gd name="connsiteX29" fmla="*/ 194493 w 608416"/>
              <a:gd name="connsiteY29" fmla="*/ 380774 h 607568"/>
              <a:gd name="connsiteX30" fmla="*/ 245497 w 608416"/>
              <a:gd name="connsiteY30" fmla="*/ 431707 h 607568"/>
              <a:gd name="connsiteX31" fmla="*/ 245497 w 608416"/>
              <a:gd name="connsiteY31" fmla="*/ 586348 h 607568"/>
              <a:gd name="connsiteX32" fmla="*/ 230749 w 608416"/>
              <a:gd name="connsiteY32" fmla="*/ 601076 h 607568"/>
              <a:gd name="connsiteX33" fmla="*/ 160849 w 608416"/>
              <a:gd name="connsiteY33" fmla="*/ 601076 h 607568"/>
              <a:gd name="connsiteX34" fmla="*/ 146100 w 608416"/>
              <a:gd name="connsiteY34" fmla="*/ 586348 h 607568"/>
              <a:gd name="connsiteX35" fmla="*/ 146100 w 608416"/>
              <a:gd name="connsiteY35" fmla="*/ 479112 h 607568"/>
              <a:gd name="connsiteX36" fmla="*/ 67290 w 608416"/>
              <a:gd name="connsiteY36" fmla="*/ 479112 h 607568"/>
              <a:gd name="connsiteX37" fmla="*/ 6915 w 608416"/>
              <a:gd name="connsiteY37" fmla="*/ 418820 h 607568"/>
              <a:gd name="connsiteX38" fmla="*/ 6915 w 608416"/>
              <a:gd name="connsiteY38" fmla="*/ 273691 h 607568"/>
              <a:gd name="connsiteX39" fmla="*/ 70055 w 608416"/>
              <a:gd name="connsiteY39" fmla="*/ 210638 h 607568"/>
              <a:gd name="connsiteX40" fmla="*/ 349065 w 608416"/>
              <a:gd name="connsiteY40" fmla="*/ 71077 h 607568"/>
              <a:gd name="connsiteX41" fmla="*/ 336314 w 608416"/>
              <a:gd name="connsiteY41" fmla="*/ 76255 h 607568"/>
              <a:gd name="connsiteX42" fmla="*/ 289307 w 608416"/>
              <a:gd name="connsiteY42" fmla="*/ 123358 h 607568"/>
              <a:gd name="connsiteX43" fmla="*/ 272101 w 608416"/>
              <a:gd name="connsiteY43" fmla="*/ 106174 h 607568"/>
              <a:gd name="connsiteX44" fmla="*/ 246600 w 608416"/>
              <a:gd name="connsiteY44" fmla="*/ 106174 h 607568"/>
              <a:gd name="connsiteX45" fmla="*/ 246600 w 608416"/>
              <a:gd name="connsiteY45" fmla="*/ 131490 h 607568"/>
              <a:gd name="connsiteX46" fmla="*/ 276556 w 608416"/>
              <a:gd name="connsiteY46" fmla="*/ 161409 h 607568"/>
              <a:gd name="connsiteX47" fmla="*/ 289307 w 608416"/>
              <a:gd name="connsiteY47" fmla="*/ 166626 h 607568"/>
              <a:gd name="connsiteX48" fmla="*/ 301903 w 608416"/>
              <a:gd name="connsiteY48" fmla="*/ 161409 h 607568"/>
              <a:gd name="connsiteX49" fmla="*/ 361816 w 608416"/>
              <a:gd name="connsiteY49" fmla="*/ 101724 h 607568"/>
              <a:gd name="connsiteX50" fmla="*/ 361816 w 608416"/>
              <a:gd name="connsiteY50" fmla="*/ 76255 h 607568"/>
              <a:gd name="connsiteX51" fmla="*/ 349065 w 608416"/>
              <a:gd name="connsiteY51" fmla="*/ 71077 h 607568"/>
              <a:gd name="connsiteX52" fmla="*/ 538450 w 608416"/>
              <a:gd name="connsiteY52" fmla="*/ 33730 h 607568"/>
              <a:gd name="connsiteX53" fmla="*/ 608416 w 608416"/>
              <a:gd name="connsiteY53" fmla="*/ 103696 h 607568"/>
              <a:gd name="connsiteX54" fmla="*/ 538450 w 608416"/>
              <a:gd name="connsiteY54" fmla="*/ 173662 h 607568"/>
              <a:gd name="connsiteX55" fmla="*/ 468484 w 608416"/>
              <a:gd name="connsiteY55" fmla="*/ 103696 h 607568"/>
              <a:gd name="connsiteX56" fmla="*/ 538450 w 608416"/>
              <a:gd name="connsiteY56" fmla="*/ 33730 h 607568"/>
              <a:gd name="connsiteX57" fmla="*/ 70001 w 608416"/>
              <a:gd name="connsiteY57" fmla="*/ 33730 h 607568"/>
              <a:gd name="connsiteX58" fmla="*/ 140002 w 608416"/>
              <a:gd name="connsiteY58" fmla="*/ 103696 h 607568"/>
              <a:gd name="connsiteX59" fmla="*/ 70001 w 608416"/>
              <a:gd name="connsiteY59" fmla="*/ 173662 h 607568"/>
              <a:gd name="connsiteX60" fmla="*/ 0 w 608416"/>
              <a:gd name="connsiteY60" fmla="*/ 103696 h 607568"/>
              <a:gd name="connsiteX61" fmla="*/ 70001 w 608416"/>
              <a:gd name="connsiteY61" fmla="*/ 33730 h 607568"/>
              <a:gd name="connsiteX62" fmla="*/ 304208 w 608416"/>
              <a:gd name="connsiteY62" fmla="*/ 0 h 607568"/>
              <a:gd name="connsiteX63" fmla="*/ 423110 w 608416"/>
              <a:gd name="connsiteY63" fmla="*/ 118909 h 607568"/>
              <a:gd name="connsiteX64" fmla="*/ 304208 w 608416"/>
              <a:gd name="connsiteY64" fmla="*/ 237664 h 607568"/>
              <a:gd name="connsiteX65" fmla="*/ 185305 w 608416"/>
              <a:gd name="connsiteY65" fmla="*/ 118909 h 607568"/>
              <a:gd name="connsiteX66" fmla="*/ 304208 w 608416"/>
              <a:gd name="connsiteY66" fmla="*/ 0 h 60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8416" h="607568">
                <a:moveTo>
                  <a:pt x="199404" y="274640"/>
                </a:moveTo>
                <a:lnTo>
                  <a:pt x="409013" y="274640"/>
                </a:lnTo>
                <a:cubicBezTo>
                  <a:pt x="418848" y="274640"/>
                  <a:pt x="426992" y="282771"/>
                  <a:pt x="426992" y="292590"/>
                </a:cubicBezTo>
                <a:cubicBezTo>
                  <a:pt x="426992" y="302563"/>
                  <a:pt x="418848" y="310541"/>
                  <a:pt x="409013" y="310541"/>
                </a:cubicBezTo>
                <a:lnTo>
                  <a:pt x="322188" y="310541"/>
                </a:lnTo>
                <a:lnTo>
                  <a:pt x="322188" y="589617"/>
                </a:lnTo>
                <a:cubicBezTo>
                  <a:pt x="322188" y="599437"/>
                  <a:pt x="314197" y="607568"/>
                  <a:pt x="304208" y="607568"/>
                </a:cubicBezTo>
                <a:cubicBezTo>
                  <a:pt x="294220" y="607568"/>
                  <a:pt x="286229" y="599437"/>
                  <a:pt x="286229" y="589617"/>
                </a:cubicBezTo>
                <a:lnTo>
                  <a:pt x="286229" y="310541"/>
                </a:lnTo>
                <a:lnTo>
                  <a:pt x="199404" y="310541"/>
                </a:lnTo>
                <a:cubicBezTo>
                  <a:pt x="189569" y="310541"/>
                  <a:pt x="181424" y="302563"/>
                  <a:pt x="181424" y="292590"/>
                </a:cubicBezTo>
                <a:cubicBezTo>
                  <a:pt x="181424" y="282771"/>
                  <a:pt x="189569" y="274640"/>
                  <a:pt x="199404" y="274640"/>
                </a:cubicBezTo>
                <a:close/>
                <a:moveTo>
                  <a:pt x="538360" y="210638"/>
                </a:moveTo>
                <a:cubicBezTo>
                  <a:pt x="573233" y="210638"/>
                  <a:pt x="601500" y="238866"/>
                  <a:pt x="601500" y="273691"/>
                </a:cubicBezTo>
                <a:lnTo>
                  <a:pt x="601500" y="418820"/>
                </a:lnTo>
                <a:cubicBezTo>
                  <a:pt x="601500" y="452111"/>
                  <a:pt x="574462" y="479112"/>
                  <a:pt x="541125" y="479112"/>
                </a:cubicBezTo>
                <a:lnTo>
                  <a:pt x="462315" y="479112"/>
                </a:lnTo>
                <a:lnTo>
                  <a:pt x="462315" y="586348"/>
                </a:lnTo>
                <a:cubicBezTo>
                  <a:pt x="462315" y="594479"/>
                  <a:pt x="455709" y="601076"/>
                  <a:pt x="447566" y="601076"/>
                </a:cubicBezTo>
                <a:lnTo>
                  <a:pt x="377666" y="601076"/>
                </a:lnTo>
                <a:cubicBezTo>
                  <a:pt x="369524" y="601076"/>
                  <a:pt x="362918" y="594479"/>
                  <a:pt x="362918" y="586348"/>
                </a:cubicBezTo>
                <a:lnTo>
                  <a:pt x="362918" y="431707"/>
                </a:lnTo>
                <a:cubicBezTo>
                  <a:pt x="362918" y="403633"/>
                  <a:pt x="385655" y="380774"/>
                  <a:pt x="413922" y="380774"/>
                </a:cubicBezTo>
                <a:lnTo>
                  <a:pt x="475373" y="380774"/>
                </a:lnTo>
                <a:lnTo>
                  <a:pt x="475373" y="273691"/>
                </a:lnTo>
                <a:cubicBezTo>
                  <a:pt x="475373" y="238866"/>
                  <a:pt x="503640" y="210638"/>
                  <a:pt x="538360" y="210638"/>
                </a:cubicBezTo>
                <a:close/>
                <a:moveTo>
                  <a:pt x="70055" y="210638"/>
                </a:moveTo>
                <a:cubicBezTo>
                  <a:pt x="104775" y="210638"/>
                  <a:pt x="133042" y="238866"/>
                  <a:pt x="133042" y="273691"/>
                </a:cubicBezTo>
                <a:lnTo>
                  <a:pt x="133042" y="380774"/>
                </a:lnTo>
                <a:lnTo>
                  <a:pt x="194493" y="380774"/>
                </a:lnTo>
                <a:cubicBezTo>
                  <a:pt x="222761" y="380774"/>
                  <a:pt x="245497" y="403633"/>
                  <a:pt x="245497" y="431707"/>
                </a:cubicBezTo>
                <a:lnTo>
                  <a:pt x="245497" y="586348"/>
                </a:lnTo>
                <a:cubicBezTo>
                  <a:pt x="245497" y="594479"/>
                  <a:pt x="238891" y="601076"/>
                  <a:pt x="230749" y="601076"/>
                </a:cubicBezTo>
                <a:lnTo>
                  <a:pt x="160849" y="601076"/>
                </a:lnTo>
                <a:cubicBezTo>
                  <a:pt x="152706" y="601076"/>
                  <a:pt x="146100" y="594479"/>
                  <a:pt x="146100" y="586348"/>
                </a:cubicBezTo>
                <a:lnTo>
                  <a:pt x="146100" y="479112"/>
                </a:lnTo>
                <a:lnTo>
                  <a:pt x="67290" y="479112"/>
                </a:lnTo>
                <a:cubicBezTo>
                  <a:pt x="33953" y="479112"/>
                  <a:pt x="6915" y="452111"/>
                  <a:pt x="6915" y="418820"/>
                </a:cubicBezTo>
                <a:lnTo>
                  <a:pt x="6915" y="273691"/>
                </a:lnTo>
                <a:cubicBezTo>
                  <a:pt x="6915" y="238866"/>
                  <a:pt x="35182" y="210638"/>
                  <a:pt x="70055" y="210638"/>
                </a:cubicBezTo>
                <a:close/>
                <a:moveTo>
                  <a:pt x="349065" y="71077"/>
                </a:moveTo>
                <a:cubicBezTo>
                  <a:pt x="344457" y="71077"/>
                  <a:pt x="339848" y="72803"/>
                  <a:pt x="336314" y="76255"/>
                </a:cubicBezTo>
                <a:lnTo>
                  <a:pt x="289307" y="123358"/>
                </a:lnTo>
                <a:lnTo>
                  <a:pt x="272101" y="106174"/>
                </a:lnTo>
                <a:cubicBezTo>
                  <a:pt x="265034" y="99116"/>
                  <a:pt x="253667" y="99116"/>
                  <a:pt x="246600" y="106174"/>
                </a:cubicBezTo>
                <a:cubicBezTo>
                  <a:pt x="239687" y="113232"/>
                  <a:pt x="239687" y="124586"/>
                  <a:pt x="246600" y="131490"/>
                </a:cubicBezTo>
                <a:lnTo>
                  <a:pt x="276556" y="161409"/>
                </a:lnTo>
                <a:cubicBezTo>
                  <a:pt x="280089" y="164938"/>
                  <a:pt x="284698" y="166626"/>
                  <a:pt x="289307" y="166626"/>
                </a:cubicBezTo>
                <a:cubicBezTo>
                  <a:pt x="293915" y="166626"/>
                  <a:pt x="298524" y="164938"/>
                  <a:pt x="301903" y="161409"/>
                </a:cubicBezTo>
                <a:lnTo>
                  <a:pt x="361816" y="101724"/>
                </a:lnTo>
                <a:cubicBezTo>
                  <a:pt x="368728" y="94667"/>
                  <a:pt x="368728" y="83313"/>
                  <a:pt x="361816" y="76255"/>
                </a:cubicBezTo>
                <a:cubicBezTo>
                  <a:pt x="358282" y="72803"/>
                  <a:pt x="353674" y="71077"/>
                  <a:pt x="349065" y="71077"/>
                </a:cubicBezTo>
                <a:close/>
                <a:moveTo>
                  <a:pt x="538450" y="33730"/>
                </a:moveTo>
                <a:cubicBezTo>
                  <a:pt x="577091" y="33730"/>
                  <a:pt x="608416" y="65055"/>
                  <a:pt x="608416" y="103696"/>
                </a:cubicBezTo>
                <a:cubicBezTo>
                  <a:pt x="608416" y="142337"/>
                  <a:pt x="577091" y="173662"/>
                  <a:pt x="538450" y="173662"/>
                </a:cubicBezTo>
                <a:cubicBezTo>
                  <a:pt x="499809" y="173662"/>
                  <a:pt x="468484" y="142337"/>
                  <a:pt x="468484" y="103696"/>
                </a:cubicBezTo>
                <a:cubicBezTo>
                  <a:pt x="468484" y="65055"/>
                  <a:pt x="499809" y="33730"/>
                  <a:pt x="538450" y="33730"/>
                </a:cubicBezTo>
                <a:close/>
                <a:moveTo>
                  <a:pt x="70001" y="33730"/>
                </a:moveTo>
                <a:cubicBezTo>
                  <a:pt x="108661" y="33730"/>
                  <a:pt x="140002" y="65055"/>
                  <a:pt x="140002" y="103696"/>
                </a:cubicBezTo>
                <a:cubicBezTo>
                  <a:pt x="140002" y="142337"/>
                  <a:pt x="108661" y="173662"/>
                  <a:pt x="70001" y="173662"/>
                </a:cubicBezTo>
                <a:cubicBezTo>
                  <a:pt x="31341" y="173662"/>
                  <a:pt x="0" y="142337"/>
                  <a:pt x="0" y="103696"/>
                </a:cubicBezTo>
                <a:cubicBezTo>
                  <a:pt x="0" y="65055"/>
                  <a:pt x="31341" y="33730"/>
                  <a:pt x="70001" y="33730"/>
                </a:cubicBezTo>
                <a:close/>
                <a:moveTo>
                  <a:pt x="304208" y="0"/>
                </a:moveTo>
                <a:cubicBezTo>
                  <a:pt x="369804" y="0"/>
                  <a:pt x="423110" y="53394"/>
                  <a:pt x="423110" y="118909"/>
                </a:cubicBezTo>
                <a:cubicBezTo>
                  <a:pt x="423110" y="184424"/>
                  <a:pt x="369804" y="237664"/>
                  <a:pt x="304208" y="237664"/>
                </a:cubicBezTo>
                <a:cubicBezTo>
                  <a:pt x="238612" y="237664"/>
                  <a:pt x="185305" y="184424"/>
                  <a:pt x="185305" y="118909"/>
                </a:cubicBezTo>
                <a:cubicBezTo>
                  <a:pt x="185305" y="53394"/>
                  <a:pt x="238612" y="0"/>
                  <a:pt x="304208" y="0"/>
                </a:cubicBezTo>
                <a:close/>
              </a:path>
            </a:pathLst>
          </a:custGeom>
          <a:solidFill>
            <a:srgbClr val="366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iconfont-11250-5318183">
            <a:extLst>
              <a:ext uri="{FF2B5EF4-FFF2-40B4-BE49-F238E27FC236}">
                <a16:creationId xmlns:a16="http://schemas.microsoft.com/office/drawing/2014/main" id="{222E9EE9-A1F6-4839-9A52-7FA31E41037A}"/>
              </a:ext>
            </a:extLst>
          </p:cNvPr>
          <p:cNvSpPr>
            <a:spLocks noChangeAspect="1"/>
          </p:cNvSpPr>
          <p:nvPr/>
        </p:nvSpPr>
        <p:spPr>
          <a:xfrm>
            <a:off x="7289719" y="2060282"/>
            <a:ext cx="424859" cy="338554"/>
          </a:xfrm>
          <a:custGeom>
            <a:avLst/>
            <a:gdLst>
              <a:gd name="connsiteX0" fmla="*/ 147709 w 442433"/>
              <a:gd name="connsiteY0" fmla="*/ 328948 h 352558"/>
              <a:gd name="connsiteX1" fmla="*/ 209412 w 442433"/>
              <a:gd name="connsiteY1" fmla="*/ 328948 h 352558"/>
              <a:gd name="connsiteX2" fmla="*/ 209412 w 442433"/>
              <a:gd name="connsiteY2" fmla="*/ 328949 h 352558"/>
              <a:gd name="connsiteX3" fmla="*/ 233022 w 442433"/>
              <a:gd name="connsiteY3" fmla="*/ 328949 h 352558"/>
              <a:gd name="connsiteX4" fmla="*/ 233022 w 442433"/>
              <a:gd name="connsiteY4" fmla="*/ 328948 h 352558"/>
              <a:gd name="connsiteX5" fmla="*/ 294724 w 442433"/>
              <a:gd name="connsiteY5" fmla="*/ 328948 h 352558"/>
              <a:gd name="connsiteX6" fmla="*/ 294724 w 442433"/>
              <a:gd name="connsiteY6" fmla="*/ 352558 h 352558"/>
              <a:gd name="connsiteX7" fmla="*/ 147709 w 442433"/>
              <a:gd name="connsiteY7" fmla="*/ 352558 h 352558"/>
              <a:gd name="connsiteX8" fmla="*/ 161302 w 442433"/>
              <a:gd name="connsiteY8" fmla="*/ 203162 h 352558"/>
              <a:gd name="connsiteX9" fmla="*/ 184711 w 442433"/>
              <a:gd name="connsiteY9" fmla="*/ 203162 h 352558"/>
              <a:gd name="connsiteX10" fmla="*/ 184711 w 442433"/>
              <a:gd name="connsiteY10" fmla="*/ 232096 h 352558"/>
              <a:gd name="connsiteX11" fmla="*/ 156538 w 442433"/>
              <a:gd name="connsiteY11" fmla="*/ 226277 h 352558"/>
              <a:gd name="connsiteX12" fmla="*/ 235404 w 442433"/>
              <a:gd name="connsiteY12" fmla="*/ 135955 h 352558"/>
              <a:gd name="connsiteX13" fmla="*/ 253629 w 442433"/>
              <a:gd name="connsiteY13" fmla="*/ 159018 h 352558"/>
              <a:gd name="connsiteX14" fmla="*/ 231116 w 442433"/>
              <a:gd name="connsiteY14" fmla="*/ 176815 h 352558"/>
              <a:gd name="connsiteX15" fmla="*/ 212876 w 442433"/>
              <a:gd name="connsiteY15" fmla="*/ 153774 h 352558"/>
              <a:gd name="connsiteX16" fmla="*/ 211427 w 442433"/>
              <a:gd name="connsiteY16" fmla="*/ 105612 h 352558"/>
              <a:gd name="connsiteX17" fmla="*/ 211441 w 442433"/>
              <a:gd name="connsiteY17" fmla="*/ 105630 h 352558"/>
              <a:gd name="connsiteX18" fmla="*/ 203691 w 442433"/>
              <a:gd name="connsiteY18" fmla="*/ 143236 h 352558"/>
              <a:gd name="connsiteX19" fmla="*/ 188381 w 442433"/>
              <a:gd name="connsiteY19" fmla="*/ 123862 h 352558"/>
              <a:gd name="connsiteX20" fmla="*/ 294789 w 442433"/>
              <a:gd name="connsiteY20" fmla="*/ 88983 h 352558"/>
              <a:gd name="connsiteX21" fmla="*/ 313076 w 442433"/>
              <a:gd name="connsiteY21" fmla="*/ 112024 h 352558"/>
              <a:gd name="connsiteX22" fmla="*/ 304973 w 442433"/>
              <a:gd name="connsiteY22" fmla="*/ 118430 h 352558"/>
              <a:gd name="connsiteX23" fmla="*/ 294612 w 442433"/>
              <a:gd name="connsiteY23" fmla="*/ 118430 h 352558"/>
              <a:gd name="connsiteX24" fmla="*/ 294612 w 442433"/>
              <a:gd name="connsiteY24" fmla="*/ 89123 h 352558"/>
              <a:gd name="connsiteX25" fmla="*/ 294612 w 442433"/>
              <a:gd name="connsiteY25" fmla="*/ 88983 h 352558"/>
              <a:gd name="connsiteX26" fmla="*/ 294612 w 442433"/>
              <a:gd name="connsiteY26" fmla="*/ 89123 h 352558"/>
              <a:gd name="connsiteX27" fmla="*/ 235404 w 442433"/>
              <a:gd name="connsiteY27" fmla="*/ 135955 h 352558"/>
              <a:gd name="connsiteX28" fmla="*/ 211441 w 442433"/>
              <a:gd name="connsiteY28" fmla="*/ 105630 h 352558"/>
              <a:gd name="connsiteX29" fmla="*/ 211448 w 442433"/>
              <a:gd name="connsiteY29" fmla="*/ 105597 h 352558"/>
              <a:gd name="connsiteX30" fmla="*/ 182636 w 442433"/>
              <a:gd name="connsiteY30" fmla="*/ 99647 h 352558"/>
              <a:gd name="connsiteX31" fmla="*/ 161302 w 442433"/>
              <a:gd name="connsiteY31" fmla="*/ 203162 h 352558"/>
              <a:gd name="connsiteX32" fmla="*/ 44343 w 442433"/>
              <a:gd name="connsiteY32" fmla="*/ 203162 h 352558"/>
              <a:gd name="connsiteX33" fmla="*/ 44343 w 442433"/>
              <a:gd name="connsiteY33" fmla="*/ 232525 h 352558"/>
              <a:gd name="connsiteX34" fmla="*/ 184711 w 442433"/>
              <a:gd name="connsiteY34" fmla="*/ 232525 h 352558"/>
              <a:gd name="connsiteX35" fmla="*/ 184711 w 442433"/>
              <a:gd name="connsiteY35" fmla="*/ 232096 h 352558"/>
              <a:gd name="connsiteX36" fmla="*/ 185350 w 442433"/>
              <a:gd name="connsiteY36" fmla="*/ 232228 h 352558"/>
              <a:gd name="connsiteX37" fmla="*/ 203691 w 442433"/>
              <a:gd name="connsiteY37" fmla="*/ 143236 h 352558"/>
              <a:gd name="connsiteX38" fmla="*/ 230664 w 442433"/>
              <a:gd name="connsiteY38" fmla="*/ 177371 h 352558"/>
              <a:gd name="connsiteX39" fmla="*/ 253710 w 442433"/>
              <a:gd name="connsiteY39" fmla="*/ 159122 h 352558"/>
              <a:gd name="connsiteX40" fmla="*/ 253629 w 442433"/>
              <a:gd name="connsiteY40" fmla="*/ 159018 h 352558"/>
              <a:gd name="connsiteX41" fmla="*/ 304973 w 442433"/>
              <a:gd name="connsiteY41" fmla="*/ 118430 h 352558"/>
              <a:gd name="connsiteX42" fmla="*/ 399082 w 442433"/>
              <a:gd name="connsiteY42" fmla="*/ 118430 h 352558"/>
              <a:gd name="connsiteX43" fmla="*/ 399082 w 442433"/>
              <a:gd name="connsiteY43" fmla="*/ 88983 h 352558"/>
              <a:gd name="connsiteX44" fmla="*/ 294789 w 442433"/>
              <a:gd name="connsiteY44" fmla="*/ 88983 h 352558"/>
              <a:gd name="connsiteX45" fmla="*/ 17558 w 442433"/>
              <a:gd name="connsiteY45" fmla="*/ 23709 h 352558"/>
              <a:gd name="connsiteX46" fmla="*/ 424973 w 442433"/>
              <a:gd name="connsiteY46" fmla="*/ 23709 h 352558"/>
              <a:gd name="connsiteX47" fmla="*/ 424973 w 442433"/>
              <a:gd name="connsiteY47" fmla="*/ 282027 h 352558"/>
              <a:gd name="connsiteX48" fmla="*/ 233022 w 442433"/>
              <a:gd name="connsiteY48" fmla="*/ 282027 h 352558"/>
              <a:gd name="connsiteX49" fmla="*/ 233022 w 442433"/>
              <a:gd name="connsiteY49" fmla="*/ 328948 h 352558"/>
              <a:gd name="connsiteX50" fmla="*/ 209412 w 442433"/>
              <a:gd name="connsiteY50" fmla="*/ 328948 h 352558"/>
              <a:gd name="connsiteX51" fmla="*/ 209412 w 442433"/>
              <a:gd name="connsiteY51" fmla="*/ 282027 h 352558"/>
              <a:gd name="connsiteX52" fmla="*/ 17558 w 442433"/>
              <a:gd name="connsiteY52" fmla="*/ 282027 h 352558"/>
              <a:gd name="connsiteX53" fmla="*/ 0 w 442433"/>
              <a:gd name="connsiteY53" fmla="*/ 0 h 352558"/>
              <a:gd name="connsiteX54" fmla="*/ 442433 w 442433"/>
              <a:gd name="connsiteY54" fmla="*/ 0 h 352558"/>
              <a:gd name="connsiteX55" fmla="*/ 442433 w 442433"/>
              <a:gd name="connsiteY55" fmla="*/ 23709 h 352558"/>
              <a:gd name="connsiteX56" fmla="*/ 424973 w 442433"/>
              <a:gd name="connsiteY56" fmla="*/ 23709 h 352558"/>
              <a:gd name="connsiteX57" fmla="*/ 424973 w 442433"/>
              <a:gd name="connsiteY57" fmla="*/ 14880 h 352558"/>
              <a:gd name="connsiteX58" fmla="*/ 17558 w 442433"/>
              <a:gd name="connsiteY58" fmla="*/ 14880 h 352558"/>
              <a:gd name="connsiteX59" fmla="*/ 17558 w 442433"/>
              <a:gd name="connsiteY59" fmla="*/ 23709 h 352558"/>
              <a:gd name="connsiteX60" fmla="*/ 0 w 442433"/>
              <a:gd name="connsiteY60" fmla="*/ 23709 h 352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42433" h="352558">
                <a:moveTo>
                  <a:pt x="147709" y="328948"/>
                </a:moveTo>
                <a:lnTo>
                  <a:pt x="209412" y="328948"/>
                </a:lnTo>
                <a:lnTo>
                  <a:pt x="209412" y="328949"/>
                </a:lnTo>
                <a:lnTo>
                  <a:pt x="233022" y="328949"/>
                </a:lnTo>
                <a:lnTo>
                  <a:pt x="233022" y="328948"/>
                </a:lnTo>
                <a:lnTo>
                  <a:pt x="294724" y="328948"/>
                </a:lnTo>
                <a:lnTo>
                  <a:pt x="294724" y="352558"/>
                </a:lnTo>
                <a:lnTo>
                  <a:pt x="147709" y="352558"/>
                </a:lnTo>
                <a:close/>
                <a:moveTo>
                  <a:pt x="161302" y="203162"/>
                </a:moveTo>
                <a:lnTo>
                  <a:pt x="184711" y="203162"/>
                </a:lnTo>
                <a:lnTo>
                  <a:pt x="184711" y="232096"/>
                </a:lnTo>
                <a:lnTo>
                  <a:pt x="156538" y="226277"/>
                </a:lnTo>
                <a:close/>
                <a:moveTo>
                  <a:pt x="235404" y="135955"/>
                </a:moveTo>
                <a:lnTo>
                  <a:pt x="253629" y="159018"/>
                </a:lnTo>
                <a:lnTo>
                  <a:pt x="231116" y="176815"/>
                </a:lnTo>
                <a:lnTo>
                  <a:pt x="212876" y="153774"/>
                </a:lnTo>
                <a:close/>
                <a:moveTo>
                  <a:pt x="211427" y="105612"/>
                </a:moveTo>
                <a:lnTo>
                  <a:pt x="211441" y="105630"/>
                </a:lnTo>
                <a:lnTo>
                  <a:pt x="203691" y="143236"/>
                </a:lnTo>
                <a:lnTo>
                  <a:pt x="188381" y="123862"/>
                </a:lnTo>
                <a:close/>
                <a:moveTo>
                  <a:pt x="294789" y="88983"/>
                </a:moveTo>
                <a:lnTo>
                  <a:pt x="313076" y="112024"/>
                </a:lnTo>
                <a:lnTo>
                  <a:pt x="304973" y="118430"/>
                </a:lnTo>
                <a:lnTo>
                  <a:pt x="294612" y="118430"/>
                </a:lnTo>
                <a:lnTo>
                  <a:pt x="294612" y="89123"/>
                </a:lnTo>
                <a:close/>
                <a:moveTo>
                  <a:pt x="294612" y="88983"/>
                </a:moveTo>
                <a:lnTo>
                  <a:pt x="294612" y="89123"/>
                </a:lnTo>
                <a:lnTo>
                  <a:pt x="235404" y="135955"/>
                </a:lnTo>
                <a:lnTo>
                  <a:pt x="211441" y="105630"/>
                </a:lnTo>
                <a:lnTo>
                  <a:pt x="211448" y="105597"/>
                </a:lnTo>
                <a:lnTo>
                  <a:pt x="182636" y="99647"/>
                </a:lnTo>
                <a:lnTo>
                  <a:pt x="161302" y="203162"/>
                </a:lnTo>
                <a:lnTo>
                  <a:pt x="44343" y="203162"/>
                </a:lnTo>
                <a:lnTo>
                  <a:pt x="44343" y="232525"/>
                </a:lnTo>
                <a:lnTo>
                  <a:pt x="184711" y="232525"/>
                </a:lnTo>
                <a:lnTo>
                  <a:pt x="184711" y="232096"/>
                </a:lnTo>
                <a:lnTo>
                  <a:pt x="185350" y="232228"/>
                </a:lnTo>
                <a:lnTo>
                  <a:pt x="203691" y="143236"/>
                </a:lnTo>
                <a:lnTo>
                  <a:pt x="230664" y="177371"/>
                </a:lnTo>
                <a:lnTo>
                  <a:pt x="253710" y="159122"/>
                </a:lnTo>
                <a:lnTo>
                  <a:pt x="253629" y="159018"/>
                </a:lnTo>
                <a:lnTo>
                  <a:pt x="304973" y="118430"/>
                </a:lnTo>
                <a:lnTo>
                  <a:pt x="399082" y="118430"/>
                </a:lnTo>
                <a:lnTo>
                  <a:pt x="399082" y="88983"/>
                </a:lnTo>
                <a:lnTo>
                  <a:pt x="294789" y="88983"/>
                </a:lnTo>
                <a:close/>
                <a:moveTo>
                  <a:pt x="17558" y="23709"/>
                </a:moveTo>
                <a:lnTo>
                  <a:pt x="424973" y="23709"/>
                </a:lnTo>
                <a:lnTo>
                  <a:pt x="424973" y="282027"/>
                </a:lnTo>
                <a:lnTo>
                  <a:pt x="233022" y="282027"/>
                </a:lnTo>
                <a:lnTo>
                  <a:pt x="233022" y="328948"/>
                </a:lnTo>
                <a:lnTo>
                  <a:pt x="209412" y="328948"/>
                </a:lnTo>
                <a:lnTo>
                  <a:pt x="209412" y="282027"/>
                </a:lnTo>
                <a:lnTo>
                  <a:pt x="17558" y="282027"/>
                </a:lnTo>
                <a:close/>
                <a:moveTo>
                  <a:pt x="0" y="0"/>
                </a:moveTo>
                <a:lnTo>
                  <a:pt x="442433" y="0"/>
                </a:lnTo>
                <a:lnTo>
                  <a:pt x="442433" y="23709"/>
                </a:lnTo>
                <a:lnTo>
                  <a:pt x="424973" y="23709"/>
                </a:lnTo>
                <a:lnTo>
                  <a:pt x="424973" y="14880"/>
                </a:lnTo>
                <a:lnTo>
                  <a:pt x="17558" y="14880"/>
                </a:lnTo>
                <a:lnTo>
                  <a:pt x="17558" y="23709"/>
                </a:lnTo>
                <a:lnTo>
                  <a:pt x="0" y="23709"/>
                </a:lnTo>
                <a:close/>
              </a:path>
            </a:pathLst>
          </a:custGeom>
          <a:solidFill>
            <a:srgbClr val="366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2415971"/>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6329" y="749507"/>
            <a:ext cx="5204943" cy="576263"/>
          </a:xfrm>
        </p:spPr>
        <p:txBody>
          <a:bodyPr>
            <a:noAutofit/>
          </a:bodyPr>
          <a:lstStyle/>
          <a:p>
            <a:pPr algn="l"/>
            <a:r>
              <a:rPr lang="zh-CN" altLang="en-US" sz="3200">
                <a:solidFill>
                  <a:schemeClr val="tx2">
                    <a:lumMod val="75000"/>
                  </a:schemeClr>
                </a:solidFill>
                <a:latin typeface="Microsoft YaHei" panose="020B0503020204020204" pitchFamily="34" charset="-122"/>
                <a:ea typeface="Microsoft YaHei" panose="020B0503020204020204" pitchFamily="34" charset="-122"/>
              </a:rPr>
              <a:t>云原生三大基石技术特征</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pic>
        <p:nvPicPr>
          <p:cNvPr id="4" name="Picture 3">
            <a:extLst>
              <a:ext uri="{FF2B5EF4-FFF2-40B4-BE49-F238E27FC236}">
                <a16:creationId xmlns:a16="http://schemas.microsoft.com/office/drawing/2014/main" id="{E2D8F423-D719-4DAE-AA76-3CE00C80A74C}"/>
              </a:ext>
            </a:extLst>
          </p:cNvPr>
          <p:cNvPicPr>
            <a:picLocks noChangeAspect="1"/>
          </p:cNvPicPr>
          <p:nvPr/>
        </p:nvPicPr>
        <p:blipFill>
          <a:blip r:embed="rId2"/>
          <a:stretch>
            <a:fillRect/>
          </a:stretch>
        </p:blipFill>
        <p:spPr>
          <a:xfrm>
            <a:off x="618734" y="1401580"/>
            <a:ext cx="7663332" cy="5276539"/>
          </a:xfrm>
          <a:prstGeom prst="rect">
            <a:avLst/>
          </a:prstGeom>
        </p:spPr>
      </p:pic>
      <p:sp>
        <p:nvSpPr>
          <p:cNvPr id="19" name="矩形 41">
            <a:extLst>
              <a:ext uri="{FF2B5EF4-FFF2-40B4-BE49-F238E27FC236}">
                <a16:creationId xmlns:a16="http://schemas.microsoft.com/office/drawing/2014/main" id="{30E5C1D0-6A57-47F9-9BCF-314541C31671}"/>
              </a:ext>
            </a:extLst>
          </p:cNvPr>
          <p:cNvSpPr/>
          <p:nvPr/>
        </p:nvSpPr>
        <p:spPr>
          <a:xfrm>
            <a:off x="9174219" y="2829651"/>
            <a:ext cx="3017780" cy="11173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1" fontAlgn="auto" hangingPunct="1">
              <a:lnSpc>
                <a:spcPct val="130000"/>
              </a:lnSpc>
              <a:spcBef>
                <a:spcPts val="0"/>
              </a:spcBef>
              <a:spcAft>
                <a:spcPts val="0"/>
              </a:spcAft>
              <a:defRPr/>
            </a:pPr>
            <a:r>
              <a:rPr lang="zh-CN" altLang="en-US" sz="1600" kern="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基于容器，提升整体开发水平，代码和组件重用，独立单元部署，简化云原生应用维护</a:t>
            </a:r>
            <a:endParaRPr lang="zh-CN" altLang="en-US" sz="1600" kern="0" dirty="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20" name="文本框 26">
            <a:extLst>
              <a:ext uri="{FF2B5EF4-FFF2-40B4-BE49-F238E27FC236}">
                <a16:creationId xmlns:a16="http://schemas.microsoft.com/office/drawing/2014/main" id="{37482221-A02B-48ED-894E-2BC72E17F10A}"/>
              </a:ext>
            </a:extLst>
          </p:cNvPr>
          <p:cNvSpPr txBox="1"/>
          <p:nvPr/>
        </p:nvSpPr>
        <p:spPr>
          <a:xfrm>
            <a:off x="9389997" y="2362621"/>
            <a:ext cx="2503248" cy="477054"/>
          </a:xfrm>
          <a:prstGeom prst="rect">
            <a:avLst/>
          </a:prstGeom>
          <a:noFill/>
        </p:spPr>
        <p:txBody>
          <a:bodyPr wrap="square" rtlCol="0">
            <a:spAutoFit/>
          </a:bodyPr>
          <a:lstStyle/>
          <a:p>
            <a:pPr algn="l"/>
            <a:r>
              <a:rPr lang="zh-CN" altLang="en-US" b="1">
                <a:solidFill>
                  <a:srgbClr val="3366CC"/>
                </a:solidFill>
                <a:latin typeface="Microsoft YaHei" panose="020B0503020204020204" pitchFamily="34" charset="-122"/>
                <a:ea typeface="Microsoft YaHei" panose="020B0503020204020204" pitchFamily="34" charset="-122"/>
              </a:rPr>
              <a:t>容器化封装</a:t>
            </a:r>
            <a:endParaRPr lang="en-US" altLang="zh-CN" b="1" dirty="0">
              <a:solidFill>
                <a:srgbClr val="3366CC"/>
              </a:solidFill>
              <a:latin typeface="Microsoft YaHei" panose="020B0503020204020204" pitchFamily="34" charset="-122"/>
              <a:ea typeface="Microsoft YaHei" panose="020B0503020204020204" pitchFamily="34" charset="-122"/>
            </a:endParaRPr>
          </a:p>
        </p:txBody>
      </p:sp>
      <p:sp>
        <p:nvSpPr>
          <p:cNvPr id="23" name="iconfont-11899-5651343">
            <a:extLst>
              <a:ext uri="{FF2B5EF4-FFF2-40B4-BE49-F238E27FC236}">
                <a16:creationId xmlns:a16="http://schemas.microsoft.com/office/drawing/2014/main" id="{E9EECE20-D54D-408B-A227-C979BEA17FD7}"/>
              </a:ext>
            </a:extLst>
          </p:cNvPr>
          <p:cNvSpPr>
            <a:spLocks noChangeAspect="1"/>
          </p:cNvSpPr>
          <p:nvPr/>
        </p:nvSpPr>
        <p:spPr>
          <a:xfrm>
            <a:off x="9060891" y="2442128"/>
            <a:ext cx="297520" cy="297520"/>
          </a:xfrm>
          <a:custGeom>
            <a:avLst/>
            <a:gdLst>
              <a:gd name="T0" fmla="*/ 6526 w 10397"/>
              <a:gd name="T1" fmla="*/ 8233 h 10397"/>
              <a:gd name="T2" fmla="*/ 7000 w 10397"/>
              <a:gd name="T3" fmla="*/ 7343 h 10397"/>
              <a:gd name="T4" fmla="*/ 7729 w 10397"/>
              <a:gd name="T5" fmla="*/ 7018 h 10397"/>
              <a:gd name="T6" fmla="*/ 9897 w 10397"/>
              <a:gd name="T7" fmla="*/ 7558 h 10397"/>
              <a:gd name="T8" fmla="*/ 10390 w 10397"/>
              <a:gd name="T9" fmla="*/ 8188 h 10397"/>
              <a:gd name="T10" fmla="*/ 10391 w 10397"/>
              <a:gd name="T11" fmla="*/ 9096 h 10397"/>
              <a:gd name="T12" fmla="*/ 10397 w 10397"/>
              <a:gd name="T13" fmla="*/ 9096 h 10397"/>
              <a:gd name="T14" fmla="*/ 10397 w 10397"/>
              <a:gd name="T15" fmla="*/ 9723 h 10397"/>
              <a:gd name="T16" fmla="*/ 9715 w 10397"/>
              <a:gd name="T17" fmla="*/ 10373 h 10397"/>
              <a:gd name="T18" fmla="*/ 23 w 10397"/>
              <a:gd name="T19" fmla="*/ 682 h 10397"/>
              <a:gd name="T20" fmla="*/ 673 w 10397"/>
              <a:gd name="T21" fmla="*/ 0 h 10397"/>
              <a:gd name="T22" fmla="*/ 1301 w 10397"/>
              <a:gd name="T23" fmla="*/ 0 h 10397"/>
              <a:gd name="T24" fmla="*/ 1301 w 10397"/>
              <a:gd name="T25" fmla="*/ 2 h 10397"/>
              <a:gd name="T26" fmla="*/ 2189 w 10397"/>
              <a:gd name="T27" fmla="*/ 3 h 10397"/>
              <a:gd name="T28" fmla="*/ 2819 w 10397"/>
              <a:gd name="T29" fmla="*/ 496 h 10397"/>
              <a:gd name="T30" fmla="*/ 3360 w 10397"/>
              <a:gd name="T31" fmla="*/ 2663 h 10397"/>
              <a:gd name="T32" fmla="*/ 3035 w 10397"/>
              <a:gd name="T33" fmla="*/ 3395 h 10397"/>
              <a:gd name="T34" fmla="*/ 2158 w 10397"/>
              <a:gd name="T35" fmla="*/ 3860 h 10397"/>
              <a:gd name="T36" fmla="*/ 6526 w 10397"/>
              <a:gd name="T37" fmla="*/ 8233 h 10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397" h="10397">
                <a:moveTo>
                  <a:pt x="6526" y="8233"/>
                </a:moveTo>
                <a:lnTo>
                  <a:pt x="7000" y="7343"/>
                </a:lnTo>
                <a:cubicBezTo>
                  <a:pt x="7140" y="7081"/>
                  <a:pt x="7441" y="6947"/>
                  <a:pt x="7729" y="7018"/>
                </a:cubicBezTo>
                <a:lnTo>
                  <a:pt x="9897" y="7558"/>
                </a:lnTo>
                <a:cubicBezTo>
                  <a:pt x="10186" y="7631"/>
                  <a:pt x="10390" y="7891"/>
                  <a:pt x="10390" y="8188"/>
                </a:cubicBezTo>
                <a:lnTo>
                  <a:pt x="10391" y="9096"/>
                </a:lnTo>
                <a:lnTo>
                  <a:pt x="10397" y="9096"/>
                </a:lnTo>
                <a:lnTo>
                  <a:pt x="10397" y="9723"/>
                </a:lnTo>
                <a:cubicBezTo>
                  <a:pt x="10397" y="10095"/>
                  <a:pt x="10086" y="10397"/>
                  <a:pt x="9715" y="10373"/>
                </a:cubicBezTo>
                <a:cubicBezTo>
                  <a:pt x="4516" y="10036"/>
                  <a:pt x="360" y="5880"/>
                  <a:pt x="23" y="682"/>
                </a:cubicBezTo>
                <a:cubicBezTo>
                  <a:pt x="0" y="311"/>
                  <a:pt x="301" y="0"/>
                  <a:pt x="673" y="0"/>
                </a:cubicBezTo>
                <a:lnTo>
                  <a:pt x="1301" y="0"/>
                </a:lnTo>
                <a:lnTo>
                  <a:pt x="1301" y="2"/>
                </a:lnTo>
                <a:lnTo>
                  <a:pt x="2189" y="3"/>
                </a:lnTo>
                <a:cubicBezTo>
                  <a:pt x="2488" y="3"/>
                  <a:pt x="2748" y="207"/>
                  <a:pt x="2819" y="496"/>
                </a:cubicBezTo>
                <a:lnTo>
                  <a:pt x="3360" y="2663"/>
                </a:lnTo>
                <a:cubicBezTo>
                  <a:pt x="3432" y="2952"/>
                  <a:pt x="3298" y="3255"/>
                  <a:pt x="3035" y="3395"/>
                </a:cubicBezTo>
                <a:lnTo>
                  <a:pt x="2158" y="3860"/>
                </a:lnTo>
                <a:cubicBezTo>
                  <a:pt x="3062" y="5781"/>
                  <a:pt x="4606" y="7327"/>
                  <a:pt x="6526" y="8233"/>
                </a:cubicBezTo>
                <a:close/>
              </a:path>
            </a:pathLst>
          </a:custGeom>
          <a:solidFill>
            <a:srgbClr val="366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矩形 43">
            <a:extLst>
              <a:ext uri="{FF2B5EF4-FFF2-40B4-BE49-F238E27FC236}">
                <a16:creationId xmlns:a16="http://schemas.microsoft.com/office/drawing/2014/main" id="{064FF630-92D1-4E8C-8AB7-9293B14AA71F}"/>
              </a:ext>
            </a:extLst>
          </p:cNvPr>
          <p:cNvSpPr/>
          <p:nvPr/>
        </p:nvSpPr>
        <p:spPr>
          <a:xfrm>
            <a:off x="9174220" y="4628095"/>
            <a:ext cx="3017780" cy="7947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a:lnSpc>
                <a:spcPct val="130000"/>
              </a:lnSpc>
              <a:spcBef>
                <a:spcPts val="0"/>
              </a:spcBef>
              <a:spcAft>
                <a:spcPts val="0"/>
              </a:spcAft>
              <a:buClrTx/>
              <a:buSzTx/>
              <a:buFontTx/>
              <a:defRPr/>
            </a:pPr>
            <a:r>
              <a:rPr lang="zh-CN" altLang="en-US" sz="160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集中式编排调度系统实现动态管理和调度</a:t>
            </a:r>
            <a:endParaRPr lang="zh-CN" altLang="en-US" sz="1600" kern="0" dirty="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31" name="文本框 27">
            <a:extLst>
              <a:ext uri="{FF2B5EF4-FFF2-40B4-BE49-F238E27FC236}">
                <a16:creationId xmlns:a16="http://schemas.microsoft.com/office/drawing/2014/main" id="{8815C197-279A-4162-9DAF-F18FCDEED6BC}"/>
              </a:ext>
            </a:extLst>
          </p:cNvPr>
          <p:cNvSpPr txBox="1"/>
          <p:nvPr/>
        </p:nvSpPr>
        <p:spPr>
          <a:xfrm>
            <a:off x="9389997" y="4083667"/>
            <a:ext cx="2759137" cy="477054"/>
          </a:xfrm>
          <a:prstGeom prst="rect">
            <a:avLst/>
          </a:prstGeom>
          <a:noFill/>
        </p:spPr>
        <p:txBody>
          <a:bodyPr wrap="square" rtlCol="0">
            <a:spAutoFit/>
          </a:bodyPr>
          <a:lstStyle/>
          <a:p>
            <a:pPr algn="l">
              <a:buClrTx/>
              <a:buSzTx/>
              <a:buFontTx/>
            </a:pPr>
            <a:r>
              <a:rPr lang="zh-CN" altLang="en-US" b="1">
                <a:solidFill>
                  <a:srgbClr val="3366CC"/>
                </a:solidFill>
                <a:latin typeface="Microsoft YaHei" panose="020B0503020204020204" pitchFamily="34" charset="-122"/>
                <a:ea typeface="Microsoft YaHei" panose="020B0503020204020204" pitchFamily="34" charset="-122"/>
              </a:rPr>
              <a:t>动态管理</a:t>
            </a:r>
            <a:endParaRPr lang="en-US" altLang="zh-CN" b="1" dirty="0">
              <a:solidFill>
                <a:srgbClr val="3366CC"/>
              </a:solidFill>
              <a:latin typeface="Microsoft YaHei" panose="020B0503020204020204" pitchFamily="34" charset="-122"/>
              <a:ea typeface="Microsoft YaHei" panose="020B0503020204020204" pitchFamily="34" charset="-122"/>
            </a:endParaRPr>
          </a:p>
        </p:txBody>
      </p:sp>
      <p:sp>
        <p:nvSpPr>
          <p:cNvPr id="35" name="meeting_115918">
            <a:extLst>
              <a:ext uri="{FF2B5EF4-FFF2-40B4-BE49-F238E27FC236}">
                <a16:creationId xmlns:a16="http://schemas.microsoft.com/office/drawing/2014/main" id="{61C76B74-05FA-44F1-9642-978A7787CA25}"/>
              </a:ext>
            </a:extLst>
          </p:cNvPr>
          <p:cNvSpPr>
            <a:spLocks noChangeAspect="1"/>
          </p:cNvSpPr>
          <p:nvPr/>
        </p:nvSpPr>
        <p:spPr>
          <a:xfrm>
            <a:off x="9067052" y="4152917"/>
            <a:ext cx="339026" cy="338554"/>
          </a:xfrm>
          <a:custGeom>
            <a:avLst/>
            <a:gdLst>
              <a:gd name="connsiteX0" fmla="*/ 199404 w 608416"/>
              <a:gd name="connsiteY0" fmla="*/ 274640 h 607568"/>
              <a:gd name="connsiteX1" fmla="*/ 409013 w 608416"/>
              <a:gd name="connsiteY1" fmla="*/ 274640 h 607568"/>
              <a:gd name="connsiteX2" fmla="*/ 426992 w 608416"/>
              <a:gd name="connsiteY2" fmla="*/ 292590 h 607568"/>
              <a:gd name="connsiteX3" fmla="*/ 409013 w 608416"/>
              <a:gd name="connsiteY3" fmla="*/ 310541 h 607568"/>
              <a:gd name="connsiteX4" fmla="*/ 322188 w 608416"/>
              <a:gd name="connsiteY4" fmla="*/ 310541 h 607568"/>
              <a:gd name="connsiteX5" fmla="*/ 322188 w 608416"/>
              <a:gd name="connsiteY5" fmla="*/ 589617 h 607568"/>
              <a:gd name="connsiteX6" fmla="*/ 304208 w 608416"/>
              <a:gd name="connsiteY6" fmla="*/ 607568 h 607568"/>
              <a:gd name="connsiteX7" fmla="*/ 286229 w 608416"/>
              <a:gd name="connsiteY7" fmla="*/ 589617 h 607568"/>
              <a:gd name="connsiteX8" fmla="*/ 286229 w 608416"/>
              <a:gd name="connsiteY8" fmla="*/ 310541 h 607568"/>
              <a:gd name="connsiteX9" fmla="*/ 199404 w 608416"/>
              <a:gd name="connsiteY9" fmla="*/ 310541 h 607568"/>
              <a:gd name="connsiteX10" fmla="*/ 181424 w 608416"/>
              <a:gd name="connsiteY10" fmla="*/ 292590 h 607568"/>
              <a:gd name="connsiteX11" fmla="*/ 199404 w 608416"/>
              <a:gd name="connsiteY11" fmla="*/ 274640 h 607568"/>
              <a:gd name="connsiteX12" fmla="*/ 538360 w 608416"/>
              <a:gd name="connsiteY12" fmla="*/ 210638 h 607568"/>
              <a:gd name="connsiteX13" fmla="*/ 601500 w 608416"/>
              <a:gd name="connsiteY13" fmla="*/ 273691 h 607568"/>
              <a:gd name="connsiteX14" fmla="*/ 601500 w 608416"/>
              <a:gd name="connsiteY14" fmla="*/ 418820 h 607568"/>
              <a:gd name="connsiteX15" fmla="*/ 541125 w 608416"/>
              <a:gd name="connsiteY15" fmla="*/ 479112 h 607568"/>
              <a:gd name="connsiteX16" fmla="*/ 462315 w 608416"/>
              <a:gd name="connsiteY16" fmla="*/ 479112 h 607568"/>
              <a:gd name="connsiteX17" fmla="*/ 462315 w 608416"/>
              <a:gd name="connsiteY17" fmla="*/ 586348 h 607568"/>
              <a:gd name="connsiteX18" fmla="*/ 447566 w 608416"/>
              <a:gd name="connsiteY18" fmla="*/ 601076 h 607568"/>
              <a:gd name="connsiteX19" fmla="*/ 377666 w 608416"/>
              <a:gd name="connsiteY19" fmla="*/ 601076 h 607568"/>
              <a:gd name="connsiteX20" fmla="*/ 362918 w 608416"/>
              <a:gd name="connsiteY20" fmla="*/ 586348 h 607568"/>
              <a:gd name="connsiteX21" fmla="*/ 362918 w 608416"/>
              <a:gd name="connsiteY21" fmla="*/ 431707 h 607568"/>
              <a:gd name="connsiteX22" fmla="*/ 413922 w 608416"/>
              <a:gd name="connsiteY22" fmla="*/ 380774 h 607568"/>
              <a:gd name="connsiteX23" fmla="*/ 475373 w 608416"/>
              <a:gd name="connsiteY23" fmla="*/ 380774 h 607568"/>
              <a:gd name="connsiteX24" fmla="*/ 475373 w 608416"/>
              <a:gd name="connsiteY24" fmla="*/ 273691 h 607568"/>
              <a:gd name="connsiteX25" fmla="*/ 538360 w 608416"/>
              <a:gd name="connsiteY25" fmla="*/ 210638 h 607568"/>
              <a:gd name="connsiteX26" fmla="*/ 70055 w 608416"/>
              <a:gd name="connsiteY26" fmla="*/ 210638 h 607568"/>
              <a:gd name="connsiteX27" fmla="*/ 133042 w 608416"/>
              <a:gd name="connsiteY27" fmla="*/ 273691 h 607568"/>
              <a:gd name="connsiteX28" fmla="*/ 133042 w 608416"/>
              <a:gd name="connsiteY28" fmla="*/ 380774 h 607568"/>
              <a:gd name="connsiteX29" fmla="*/ 194493 w 608416"/>
              <a:gd name="connsiteY29" fmla="*/ 380774 h 607568"/>
              <a:gd name="connsiteX30" fmla="*/ 245497 w 608416"/>
              <a:gd name="connsiteY30" fmla="*/ 431707 h 607568"/>
              <a:gd name="connsiteX31" fmla="*/ 245497 w 608416"/>
              <a:gd name="connsiteY31" fmla="*/ 586348 h 607568"/>
              <a:gd name="connsiteX32" fmla="*/ 230749 w 608416"/>
              <a:gd name="connsiteY32" fmla="*/ 601076 h 607568"/>
              <a:gd name="connsiteX33" fmla="*/ 160849 w 608416"/>
              <a:gd name="connsiteY33" fmla="*/ 601076 h 607568"/>
              <a:gd name="connsiteX34" fmla="*/ 146100 w 608416"/>
              <a:gd name="connsiteY34" fmla="*/ 586348 h 607568"/>
              <a:gd name="connsiteX35" fmla="*/ 146100 w 608416"/>
              <a:gd name="connsiteY35" fmla="*/ 479112 h 607568"/>
              <a:gd name="connsiteX36" fmla="*/ 67290 w 608416"/>
              <a:gd name="connsiteY36" fmla="*/ 479112 h 607568"/>
              <a:gd name="connsiteX37" fmla="*/ 6915 w 608416"/>
              <a:gd name="connsiteY37" fmla="*/ 418820 h 607568"/>
              <a:gd name="connsiteX38" fmla="*/ 6915 w 608416"/>
              <a:gd name="connsiteY38" fmla="*/ 273691 h 607568"/>
              <a:gd name="connsiteX39" fmla="*/ 70055 w 608416"/>
              <a:gd name="connsiteY39" fmla="*/ 210638 h 607568"/>
              <a:gd name="connsiteX40" fmla="*/ 349065 w 608416"/>
              <a:gd name="connsiteY40" fmla="*/ 71077 h 607568"/>
              <a:gd name="connsiteX41" fmla="*/ 336314 w 608416"/>
              <a:gd name="connsiteY41" fmla="*/ 76255 h 607568"/>
              <a:gd name="connsiteX42" fmla="*/ 289307 w 608416"/>
              <a:gd name="connsiteY42" fmla="*/ 123358 h 607568"/>
              <a:gd name="connsiteX43" fmla="*/ 272101 w 608416"/>
              <a:gd name="connsiteY43" fmla="*/ 106174 h 607568"/>
              <a:gd name="connsiteX44" fmla="*/ 246600 w 608416"/>
              <a:gd name="connsiteY44" fmla="*/ 106174 h 607568"/>
              <a:gd name="connsiteX45" fmla="*/ 246600 w 608416"/>
              <a:gd name="connsiteY45" fmla="*/ 131490 h 607568"/>
              <a:gd name="connsiteX46" fmla="*/ 276556 w 608416"/>
              <a:gd name="connsiteY46" fmla="*/ 161409 h 607568"/>
              <a:gd name="connsiteX47" fmla="*/ 289307 w 608416"/>
              <a:gd name="connsiteY47" fmla="*/ 166626 h 607568"/>
              <a:gd name="connsiteX48" fmla="*/ 301903 w 608416"/>
              <a:gd name="connsiteY48" fmla="*/ 161409 h 607568"/>
              <a:gd name="connsiteX49" fmla="*/ 361816 w 608416"/>
              <a:gd name="connsiteY49" fmla="*/ 101724 h 607568"/>
              <a:gd name="connsiteX50" fmla="*/ 361816 w 608416"/>
              <a:gd name="connsiteY50" fmla="*/ 76255 h 607568"/>
              <a:gd name="connsiteX51" fmla="*/ 349065 w 608416"/>
              <a:gd name="connsiteY51" fmla="*/ 71077 h 607568"/>
              <a:gd name="connsiteX52" fmla="*/ 538450 w 608416"/>
              <a:gd name="connsiteY52" fmla="*/ 33730 h 607568"/>
              <a:gd name="connsiteX53" fmla="*/ 608416 w 608416"/>
              <a:gd name="connsiteY53" fmla="*/ 103696 h 607568"/>
              <a:gd name="connsiteX54" fmla="*/ 538450 w 608416"/>
              <a:gd name="connsiteY54" fmla="*/ 173662 h 607568"/>
              <a:gd name="connsiteX55" fmla="*/ 468484 w 608416"/>
              <a:gd name="connsiteY55" fmla="*/ 103696 h 607568"/>
              <a:gd name="connsiteX56" fmla="*/ 538450 w 608416"/>
              <a:gd name="connsiteY56" fmla="*/ 33730 h 607568"/>
              <a:gd name="connsiteX57" fmla="*/ 70001 w 608416"/>
              <a:gd name="connsiteY57" fmla="*/ 33730 h 607568"/>
              <a:gd name="connsiteX58" fmla="*/ 140002 w 608416"/>
              <a:gd name="connsiteY58" fmla="*/ 103696 h 607568"/>
              <a:gd name="connsiteX59" fmla="*/ 70001 w 608416"/>
              <a:gd name="connsiteY59" fmla="*/ 173662 h 607568"/>
              <a:gd name="connsiteX60" fmla="*/ 0 w 608416"/>
              <a:gd name="connsiteY60" fmla="*/ 103696 h 607568"/>
              <a:gd name="connsiteX61" fmla="*/ 70001 w 608416"/>
              <a:gd name="connsiteY61" fmla="*/ 33730 h 607568"/>
              <a:gd name="connsiteX62" fmla="*/ 304208 w 608416"/>
              <a:gd name="connsiteY62" fmla="*/ 0 h 607568"/>
              <a:gd name="connsiteX63" fmla="*/ 423110 w 608416"/>
              <a:gd name="connsiteY63" fmla="*/ 118909 h 607568"/>
              <a:gd name="connsiteX64" fmla="*/ 304208 w 608416"/>
              <a:gd name="connsiteY64" fmla="*/ 237664 h 607568"/>
              <a:gd name="connsiteX65" fmla="*/ 185305 w 608416"/>
              <a:gd name="connsiteY65" fmla="*/ 118909 h 607568"/>
              <a:gd name="connsiteX66" fmla="*/ 304208 w 608416"/>
              <a:gd name="connsiteY66" fmla="*/ 0 h 60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8416" h="607568">
                <a:moveTo>
                  <a:pt x="199404" y="274640"/>
                </a:moveTo>
                <a:lnTo>
                  <a:pt x="409013" y="274640"/>
                </a:lnTo>
                <a:cubicBezTo>
                  <a:pt x="418848" y="274640"/>
                  <a:pt x="426992" y="282771"/>
                  <a:pt x="426992" y="292590"/>
                </a:cubicBezTo>
                <a:cubicBezTo>
                  <a:pt x="426992" y="302563"/>
                  <a:pt x="418848" y="310541"/>
                  <a:pt x="409013" y="310541"/>
                </a:cubicBezTo>
                <a:lnTo>
                  <a:pt x="322188" y="310541"/>
                </a:lnTo>
                <a:lnTo>
                  <a:pt x="322188" y="589617"/>
                </a:lnTo>
                <a:cubicBezTo>
                  <a:pt x="322188" y="599437"/>
                  <a:pt x="314197" y="607568"/>
                  <a:pt x="304208" y="607568"/>
                </a:cubicBezTo>
                <a:cubicBezTo>
                  <a:pt x="294220" y="607568"/>
                  <a:pt x="286229" y="599437"/>
                  <a:pt x="286229" y="589617"/>
                </a:cubicBezTo>
                <a:lnTo>
                  <a:pt x="286229" y="310541"/>
                </a:lnTo>
                <a:lnTo>
                  <a:pt x="199404" y="310541"/>
                </a:lnTo>
                <a:cubicBezTo>
                  <a:pt x="189569" y="310541"/>
                  <a:pt x="181424" y="302563"/>
                  <a:pt x="181424" y="292590"/>
                </a:cubicBezTo>
                <a:cubicBezTo>
                  <a:pt x="181424" y="282771"/>
                  <a:pt x="189569" y="274640"/>
                  <a:pt x="199404" y="274640"/>
                </a:cubicBezTo>
                <a:close/>
                <a:moveTo>
                  <a:pt x="538360" y="210638"/>
                </a:moveTo>
                <a:cubicBezTo>
                  <a:pt x="573233" y="210638"/>
                  <a:pt x="601500" y="238866"/>
                  <a:pt x="601500" y="273691"/>
                </a:cubicBezTo>
                <a:lnTo>
                  <a:pt x="601500" y="418820"/>
                </a:lnTo>
                <a:cubicBezTo>
                  <a:pt x="601500" y="452111"/>
                  <a:pt x="574462" y="479112"/>
                  <a:pt x="541125" y="479112"/>
                </a:cubicBezTo>
                <a:lnTo>
                  <a:pt x="462315" y="479112"/>
                </a:lnTo>
                <a:lnTo>
                  <a:pt x="462315" y="586348"/>
                </a:lnTo>
                <a:cubicBezTo>
                  <a:pt x="462315" y="594479"/>
                  <a:pt x="455709" y="601076"/>
                  <a:pt x="447566" y="601076"/>
                </a:cubicBezTo>
                <a:lnTo>
                  <a:pt x="377666" y="601076"/>
                </a:lnTo>
                <a:cubicBezTo>
                  <a:pt x="369524" y="601076"/>
                  <a:pt x="362918" y="594479"/>
                  <a:pt x="362918" y="586348"/>
                </a:cubicBezTo>
                <a:lnTo>
                  <a:pt x="362918" y="431707"/>
                </a:lnTo>
                <a:cubicBezTo>
                  <a:pt x="362918" y="403633"/>
                  <a:pt x="385655" y="380774"/>
                  <a:pt x="413922" y="380774"/>
                </a:cubicBezTo>
                <a:lnTo>
                  <a:pt x="475373" y="380774"/>
                </a:lnTo>
                <a:lnTo>
                  <a:pt x="475373" y="273691"/>
                </a:lnTo>
                <a:cubicBezTo>
                  <a:pt x="475373" y="238866"/>
                  <a:pt x="503640" y="210638"/>
                  <a:pt x="538360" y="210638"/>
                </a:cubicBezTo>
                <a:close/>
                <a:moveTo>
                  <a:pt x="70055" y="210638"/>
                </a:moveTo>
                <a:cubicBezTo>
                  <a:pt x="104775" y="210638"/>
                  <a:pt x="133042" y="238866"/>
                  <a:pt x="133042" y="273691"/>
                </a:cubicBezTo>
                <a:lnTo>
                  <a:pt x="133042" y="380774"/>
                </a:lnTo>
                <a:lnTo>
                  <a:pt x="194493" y="380774"/>
                </a:lnTo>
                <a:cubicBezTo>
                  <a:pt x="222761" y="380774"/>
                  <a:pt x="245497" y="403633"/>
                  <a:pt x="245497" y="431707"/>
                </a:cubicBezTo>
                <a:lnTo>
                  <a:pt x="245497" y="586348"/>
                </a:lnTo>
                <a:cubicBezTo>
                  <a:pt x="245497" y="594479"/>
                  <a:pt x="238891" y="601076"/>
                  <a:pt x="230749" y="601076"/>
                </a:cubicBezTo>
                <a:lnTo>
                  <a:pt x="160849" y="601076"/>
                </a:lnTo>
                <a:cubicBezTo>
                  <a:pt x="152706" y="601076"/>
                  <a:pt x="146100" y="594479"/>
                  <a:pt x="146100" y="586348"/>
                </a:cubicBezTo>
                <a:lnTo>
                  <a:pt x="146100" y="479112"/>
                </a:lnTo>
                <a:lnTo>
                  <a:pt x="67290" y="479112"/>
                </a:lnTo>
                <a:cubicBezTo>
                  <a:pt x="33953" y="479112"/>
                  <a:pt x="6915" y="452111"/>
                  <a:pt x="6915" y="418820"/>
                </a:cubicBezTo>
                <a:lnTo>
                  <a:pt x="6915" y="273691"/>
                </a:lnTo>
                <a:cubicBezTo>
                  <a:pt x="6915" y="238866"/>
                  <a:pt x="35182" y="210638"/>
                  <a:pt x="70055" y="210638"/>
                </a:cubicBezTo>
                <a:close/>
                <a:moveTo>
                  <a:pt x="349065" y="71077"/>
                </a:moveTo>
                <a:cubicBezTo>
                  <a:pt x="344457" y="71077"/>
                  <a:pt x="339848" y="72803"/>
                  <a:pt x="336314" y="76255"/>
                </a:cubicBezTo>
                <a:lnTo>
                  <a:pt x="289307" y="123358"/>
                </a:lnTo>
                <a:lnTo>
                  <a:pt x="272101" y="106174"/>
                </a:lnTo>
                <a:cubicBezTo>
                  <a:pt x="265034" y="99116"/>
                  <a:pt x="253667" y="99116"/>
                  <a:pt x="246600" y="106174"/>
                </a:cubicBezTo>
                <a:cubicBezTo>
                  <a:pt x="239687" y="113232"/>
                  <a:pt x="239687" y="124586"/>
                  <a:pt x="246600" y="131490"/>
                </a:cubicBezTo>
                <a:lnTo>
                  <a:pt x="276556" y="161409"/>
                </a:lnTo>
                <a:cubicBezTo>
                  <a:pt x="280089" y="164938"/>
                  <a:pt x="284698" y="166626"/>
                  <a:pt x="289307" y="166626"/>
                </a:cubicBezTo>
                <a:cubicBezTo>
                  <a:pt x="293915" y="166626"/>
                  <a:pt x="298524" y="164938"/>
                  <a:pt x="301903" y="161409"/>
                </a:cubicBezTo>
                <a:lnTo>
                  <a:pt x="361816" y="101724"/>
                </a:lnTo>
                <a:cubicBezTo>
                  <a:pt x="368728" y="94667"/>
                  <a:pt x="368728" y="83313"/>
                  <a:pt x="361816" y="76255"/>
                </a:cubicBezTo>
                <a:cubicBezTo>
                  <a:pt x="358282" y="72803"/>
                  <a:pt x="353674" y="71077"/>
                  <a:pt x="349065" y="71077"/>
                </a:cubicBezTo>
                <a:close/>
                <a:moveTo>
                  <a:pt x="538450" y="33730"/>
                </a:moveTo>
                <a:cubicBezTo>
                  <a:pt x="577091" y="33730"/>
                  <a:pt x="608416" y="65055"/>
                  <a:pt x="608416" y="103696"/>
                </a:cubicBezTo>
                <a:cubicBezTo>
                  <a:pt x="608416" y="142337"/>
                  <a:pt x="577091" y="173662"/>
                  <a:pt x="538450" y="173662"/>
                </a:cubicBezTo>
                <a:cubicBezTo>
                  <a:pt x="499809" y="173662"/>
                  <a:pt x="468484" y="142337"/>
                  <a:pt x="468484" y="103696"/>
                </a:cubicBezTo>
                <a:cubicBezTo>
                  <a:pt x="468484" y="65055"/>
                  <a:pt x="499809" y="33730"/>
                  <a:pt x="538450" y="33730"/>
                </a:cubicBezTo>
                <a:close/>
                <a:moveTo>
                  <a:pt x="70001" y="33730"/>
                </a:moveTo>
                <a:cubicBezTo>
                  <a:pt x="108661" y="33730"/>
                  <a:pt x="140002" y="65055"/>
                  <a:pt x="140002" y="103696"/>
                </a:cubicBezTo>
                <a:cubicBezTo>
                  <a:pt x="140002" y="142337"/>
                  <a:pt x="108661" y="173662"/>
                  <a:pt x="70001" y="173662"/>
                </a:cubicBezTo>
                <a:cubicBezTo>
                  <a:pt x="31341" y="173662"/>
                  <a:pt x="0" y="142337"/>
                  <a:pt x="0" y="103696"/>
                </a:cubicBezTo>
                <a:cubicBezTo>
                  <a:pt x="0" y="65055"/>
                  <a:pt x="31341" y="33730"/>
                  <a:pt x="70001" y="33730"/>
                </a:cubicBezTo>
                <a:close/>
                <a:moveTo>
                  <a:pt x="304208" y="0"/>
                </a:moveTo>
                <a:cubicBezTo>
                  <a:pt x="369804" y="0"/>
                  <a:pt x="423110" y="53394"/>
                  <a:pt x="423110" y="118909"/>
                </a:cubicBezTo>
                <a:cubicBezTo>
                  <a:pt x="423110" y="184424"/>
                  <a:pt x="369804" y="237664"/>
                  <a:pt x="304208" y="237664"/>
                </a:cubicBezTo>
                <a:cubicBezTo>
                  <a:pt x="238612" y="237664"/>
                  <a:pt x="185305" y="184424"/>
                  <a:pt x="185305" y="118909"/>
                </a:cubicBezTo>
                <a:cubicBezTo>
                  <a:pt x="185305" y="53394"/>
                  <a:pt x="238612" y="0"/>
                  <a:pt x="304208" y="0"/>
                </a:cubicBezTo>
                <a:close/>
              </a:path>
            </a:pathLst>
          </a:custGeom>
          <a:solidFill>
            <a:srgbClr val="366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矩形 45">
            <a:extLst>
              <a:ext uri="{FF2B5EF4-FFF2-40B4-BE49-F238E27FC236}">
                <a16:creationId xmlns:a16="http://schemas.microsoft.com/office/drawing/2014/main" id="{BA06FF9F-4F64-47B6-A37C-16CCFCCE3C1A}"/>
              </a:ext>
            </a:extLst>
          </p:cNvPr>
          <p:cNvSpPr/>
          <p:nvPr/>
        </p:nvSpPr>
        <p:spPr>
          <a:xfrm>
            <a:off x="9209651" y="6074017"/>
            <a:ext cx="2982348" cy="9343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a:lnSpc>
                <a:spcPct val="130000"/>
              </a:lnSpc>
              <a:spcBef>
                <a:spcPts val="0"/>
              </a:spcBef>
              <a:spcAft>
                <a:spcPts val="0"/>
              </a:spcAft>
              <a:buClrTx/>
              <a:buSzTx/>
              <a:buFontTx/>
              <a:defRPr/>
            </a:pPr>
            <a:r>
              <a:rPr lang="zh-CN" altLang="en-US" sz="160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明确服务间的依赖，互相解耦</a:t>
            </a:r>
            <a:endParaRPr lang="zh-CN" altLang="en-US" sz="1600" kern="0" dirty="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a:p>
            <a:pPr algn="l">
              <a:lnSpc>
                <a:spcPct val="130000"/>
              </a:lnSpc>
              <a:spcBef>
                <a:spcPts val="0"/>
              </a:spcBef>
              <a:spcAft>
                <a:spcPts val="0"/>
              </a:spcAft>
              <a:buClrTx/>
              <a:buSzTx/>
              <a:buFontTx/>
              <a:defRPr/>
            </a:pPr>
            <a:endParaRPr lang="zh-CN" altLang="en-US" sz="1600" kern="0" dirty="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37" name="文本框 28">
            <a:extLst>
              <a:ext uri="{FF2B5EF4-FFF2-40B4-BE49-F238E27FC236}">
                <a16:creationId xmlns:a16="http://schemas.microsoft.com/office/drawing/2014/main" id="{3F825D8D-D48D-4351-9EC0-7D26B24F3EAC}"/>
              </a:ext>
            </a:extLst>
          </p:cNvPr>
          <p:cNvSpPr txBox="1"/>
          <p:nvPr/>
        </p:nvSpPr>
        <p:spPr>
          <a:xfrm>
            <a:off x="9485750" y="5626809"/>
            <a:ext cx="1787669" cy="477054"/>
          </a:xfrm>
          <a:prstGeom prst="rect">
            <a:avLst/>
          </a:prstGeom>
          <a:noFill/>
        </p:spPr>
        <p:txBody>
          <a:bodyPr wrap="none" rtlCol="0">
            <a:spAutoFit/>
          </a:bodyPr>
          <a:lstStyle/>
          <a:p>
            <a:pPr algn="l">
              <a:buClrTx/>
              <a:buSzTx/>
              <a:buFontTx/>
            </a:pPr>
            <a:r>
              <a:rPr lang="zh-CN" altLang="en-US" b="1">
                <a:solidFill>
                  <a:srgbClr val="3366CC"/>
                </a:solidFill>
                <a:latin typeface="Microsoft YaHei" panose="020B0503020204020204" pitchFamily="34" charset="-122"/>
                <a:ea typeface="Microsoft YaHei" panose="020B0503020204020204" pitchFamily="34" charset="-122"/>
              </a:rPr>
              <a:t>面向微服务</a:t>
            </a:r>
            <a:endParaRPr lang="en-US" altLang="zh-CN" b="1" dirty="0">
              <a:solidFill>
                <a:srgbClr val="3366CC"/>
              </a:solidFill>
              <a:latin typeface="Microsoft YaHei" panose="020B0503020204020204" pitchFamily="34" charset="-122"/>
              <a:ea typeface="Microsoft YaHei" panose="020B0503020204020204" pitchFamily="34" charset="-122"/>
            </a:endParaRPr>
          </a:p>
        </p:txBody>
      </p:sp>
      <p:sp>
        <p:nvSpPr>
          <p:cNvPr id="38" name="iconfont-11250-5318183">
            <a:extLst>
              <a:ext uri="{FF2B5EF4-FFF2-40B4-BE49-F238E27FC236}">
                <a16:creationId xmlns:a16="http://schemas.microsoft.com/office/drawing/2014/main" id="{813DB87C-745B-4377-B31A-2E7029F89DD2}"/>
              </a:ext>
            </a:extLst>
          </p:cNvPr>
          <p:cNvSpPr>
            <a:spLocks noChangeAspect="1"/>
          </p:cNvSpPr>
          <p:nvPr/>
        </p:nvSpPr>
        <p:spPr>
          <a:xfrm>
            <a:off x="9060891" y="5735463"/>
            <a:ext cx="424859" cy="338554"/>
          </a:xfrm>
          <a:custGeom>
            <a:avLst/>
            <a:gdLst>
              <a:gd name="connsiteX0" fmla="*/ 147709 w 442433"/>
              <a:gd name="connsiteY0" fmla="*/ 328948 h 352558"/>
              <a:gd name="connsiteX1" fmla="*/ 209412 w 442433"/>
              <a:gd name="connsiteY1" fmla="*/ 328948 h 352558"/>
              <a:gd name="connsiteX2" fmla="*/ 209412 w 442433"/>
              <a:gd name="connsiteY2" fmla="*/ 328949 h 352558"/>
              <a:gd name="connsiteX3" fmla="*/ 233022 w 442433"/>
              <a:gd name="connsiteY3" fmla="*/ 328949 h 352558"/>
              <a:gd name="connsiteX4" fmla="*/ 233022 w 442433"/>
              <a:gd name="connsiteY4" fmla="*/ 328948 h 352558"/>
              <a:gd name="connsiteX5" fmla="*/ 294724 w 442433"/>
              <a:gd name="connsiteY5" fmla="*/ 328948 h 352558"/>
              <a:gd name="connsiteX6" fmla="*/ 294724 w 442433"/>
              <a:gd name="connsiteY6" fmla="*/ 352558 h 352558"/>
              <a:gd name="connsiteX7" fmla="*/ 147709 w 442433"/>
              <a:gd name="connsiteY7" fmla="*/ 352558 h 352558"/>
              <a:gd name="connsiteX8" fmla="*/ 161302 w 442433"/>
              <a:gd name="connsiteY8" fmla="*/ 203162 h 352558"/>
              <a:gd name="connsiteX9" fmla="*/ 184711 w 442433"/>
              <a:gd name="connsiteY9" fmla="*/ 203162 h 352558"/>
              <a:gd name="connsiteX10" fmla="*/ 184711 w 442433"/>
              <a:gd name="connsiteY10" fmla="*/ 232096 h 352558"/>
              <a:gd name="connsiteX11" fmla="*/ 156538 w 442433"/>
              <a:gd name="connsiteY11" fmla="*/ 226277 h 352558"/>
              <a:gd name="connsiteX12" fmla="*/ 235404 w 442433"/>
              <a:gd name="connsiteY12" fmla="*/ 135955 h 352558"/>
              <a:gd name="connsiteX13" fmla="*/ 253629 w 442433"/>
              <a:gd name="connsiteY13" fmla="*/ 159018 h 352558"/>
              <a:gd name="connsiteX14" fmla="*/ 231116 w 442433"/>
              <a:gd name="connsiteY14" fmla="*/ 176815 h 352558"/>
              <a:gd name="connsiteX15" fmla="*/ 212876 w 442433"/>
              <a:gd name="connsiteY15" fmla="*/ 153774 h 352558"/>
              <a:gd name="connsiteX16" fmla="*/ 211427 w 442433"/>
              <a:gd name="connsiteY16" fmla="*/ 105612 h 352558"/>
              <a:gd name="connsiteX17" fmla="*/ 211441 w 442433"/>
              <a:gd name="connsiteY17" fmla="*/ 105630 h 352558"/>
              <a:gd name="connsiteX18" fmla="*/ 203691 w 442433"/>
              <a:gd name="connsiteY18" fmla="*/ 143236 h 352558"/>
              <a:gd name="connsiteX19" fmla="*/ 188381 w 442433"/>
              <a:gd name="connsiteY19" fmla="*/ 123862 h 352558"/>
              <a:gd name="connsiteX20" fmla="*/ 294789 w 442433"/>
              <a:gd name="connsiteY20" fmla="*/ 88983 h 352558"/>
              <a:gd name="connsiteX21" fmla="*/ 313076 w 442433"/>
              <a:gd name="connsiteY21" fmla="*/ 112024 h 352558"/>
              <a:gd name="connsiteX22" fmla="*/ 304973 w 442433"/>
              <a:gd name="connsiteY22" fmla="*/ 118430 h 352558"/>
              <a:gd name="connsiteX23" fmla="*/ 294612 w 442433"/>
              <a:gd name="connsiteY23" fmla="*/ 118430 h 352558"/>
              <a:gd name="connsiteX24" fmla="*/ 294612 w 442433"/>
              <a:gd name="connsiteY24" fmla="*/ 89123 h 352558"/>
              <a:gd name="connsiteX25" fmla="*/ 294612 w 442433"/>
              <a:gd name="connsiteY25" fmla="*/ 88983 h 352558"/>
              <a:gd name="connsiteX26" fmla="*/ 294612 w 442433"/>
              <a:gd name="connsiteY26" fmla="*/ 89123 h 352558"/>
              <a:gd name="connsiteX27" fmla="*/ 235404 w 442433"/>
              <a:gd name="connsiteY27" fmla="*/ 135955 h 352558"/>
              <a:gd name="connsiteX28" fmla="*/ 211441 w 442433"/>
              <a:gd name="connsiteY28" fmla="*/ 105630 h 352558"/>
              <a:gd name="connsiteX29" fmla="*/ 211448 w 442433"/>
              <a:gd name="connsiteY29" fmla="*/ 105597 h 352558"/>
              <a:gd name="connsiteX30" fmla="*/ 182636 w 442433"/>
              <a:gd name="connsiteY30" fmla="*/ 99647 h 352558"/>
              <a:gd name="connsiteX31" fmla="*/ 161302 w 442433"/>
              <a:gd name="connsiteY31" fmla="*/ 203162 h 352558"/>
              <a:gd name="connsiteX32" fmla="*/ 44343 w 442433"/>
              <a:gd name="connsiteY32" fmla="*/ 203162 h 352558"/>
              <a:gd name="connsiteX33" fmla="*/ 44343 w 442433"/>
              <a:gd name="connsiteY33" fmla="*/ 232525 h 352558"/>
              <a:gd name="connsiteX34" fmla="*/ 184711 w 442433"/>
              <a:gd name="connsiteY34" fmla="*/ 232525 h 352558"/>
              <a:gd name="connsiteX35" fmla="*/ 184711 w 442433"/>
              <a:gd name="connsiteY35" fmla="*/ 232096 h 352558"/>
              <a:gd name="connsiteX36" fmla="*/ 185350 w 442433"/>
              <a:gd name="connsiteY36" fmla="*/ 232228 h 352558"/>
              <a:gd name="connsiteX37" fmla="*/ 203691 w 442433"/>
              <a:gd name="connsiteY37" fmla="*/ 143236 h 352558"/>
              <a:gd name="connsiteX38" fmla="*/ 230664 w 442433"/>
              <a:gd name="connsiteY38" fmla="*/ 177371 h 352558"/>
              <a:gd name="connsiteX39" fmla="*/ 253710 w 442433"/>
              <a:gd name="connsiteY39" fmla="*/ 159122 h 352558"/>
              <a:gd name="connsiteX40" fmla="*/ 253629 w 442433"/>
              <a:gd name="connsiteY40" fmla="*/ 159018 h 352558"/>
              <a:gd name="connsiteX41" fmla="*/ 304973 w 442433"/>
              <a:gd name="connsiteY41" fmla="*/ 118430 h 352558"/>
              <a:gd name="connsiteX42" fmla="*/ 399082 w 442433"/>
              <a:gd name="connsiteY42" fmla="*/ 118430 h 352558"/>
              <a:gd name="connsiteX43" fmla="*/ 399082 w 442433"/>
              <a:gd name="connsiteY43" fmla="*/ 88983 h 352558"/>
              <a:gd name="connsiteX44" fmla="*/ 294789 w 442433"/>
              <a:gd name="connsiteY44" fmla="*/ 88983 h 352558"/>
              <a:gd name="connsiteX45" fmla="*/ 17558 w 442433"/>
              <a:gd name="connsiteY45" fmla="*/ 23709 h 352558"/>
              <a:gd name="connsiteX46" fmla="*/ 424973 w 442433"/>
              <a:gd name="connsiteY46" fmla="*/ 23709 h 352558"/>
              <a:gd name="connsiteX47" fmla="*/ 424973 w 442433"/>
              <a:gd name="connsiteY47" fmla="*/ 282027 h 352558"/>
              <a:gd name="connsiteX48" fmla="*/ 233022 w 442433"/>
              <a:gd name="connsiteY48" fmla="*/ 282027 h 352558"/>
              <a:gd name="connsiteX49" fmla="*/ 233022 w 442433"/>
              <a:gd name="connsiteY49" fmla="*/ 328948 h 352558"/>
              <a:gd name="connsiteX50" fmla="*/ 209412 w 442433"/>
              <a:gd name="connsiteY50" fmla="*/ 328948 h 352558"/>
              <a:gd name="connsiteX51" fmla="*/ 209412 w 442433"/>
              <a:gd name="connsiteY51" fmla="*/ 282027 h 352558"/>
              <a:gd name="connsiteX52" fmla="*/ 17558 w 442433"/>
              <a:gd name="connsiteY52" fmla="*/ 282027 h 352558"/>
              <a:gd name="connsiteX53" fmla="*/ 0 w 442433"/>
              <a:gd name="connsiteY53" fmla="*/ 0 h 352558"/>
              <a:gd name="connsiteX54" fmla="*/ 442433 w 442433"/>
              <a:gd name="connsiteY54" fmla="*/ 0 h 352558"/>
              <a:gd name="connsiteX55" fmla="*/ 442433 w 442433"/>
              <a:gd name="connsiteY55" fmla="*/ 23709 h 352558"/>
              <a:gd name="connsiteX56" fmla="*/ 424973 w 442433"/>
              <a:gd name="connsiteY56" fmla="*/ 23709 h 352558"/>
              <a:gd name="connsiteX57" fmla="*/ 424973 w 442433"/>
              <a:gd name="connsiteY57" fmla="*/ 14880 h 352558"/>
              <a:gd name="connsiteX58" fmla="*/ 17558 w 442433"/>
              <a:gd name="connsiteY58" fmla="*/ 14880 h 352558"/>
              <a:gd name="connsiteX59" fmla="*/ 17558 w 442433"/>
              <a:gd name="connsiteY59" fmla="*/ 23709 h 352558"/>
              <a:gd name="connsiteX60" fmla="*/ 0 w 442433"/>
              <a:gd name="connsiteY60" fmla="*/ 23709 h 352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42433" h="352558">
                <a:moveTo>
                  <a:pt x="147709" y="328948"/>
                </a:moveTo>
                <a:lnTo>
                  <a:pt x="209412" y="328948"/>
                </a:lnTo>
                <a:lnTo>
                  <a:pt x="209412" y="328949"/>
                </a:lnTo>
                <a:lnTo>
                  <a:pt x="233022" y="328949"/>
                </a:lnTo>
                <a:lnTo>
                  <a:pt x="233022" y="328948"/>
                </a:lnTo>
                <a:lnTo>
                  <a:pt x="294724" y="328948"/>
                </a:lnTo>
                <a:lnTo>
                  <a:pt x="294724" y="352558"/>
                </a:lnTo>
                <a:lnTo>
                  <a:pt x="147709" y="352558"/>
                </a:lnTo>
                <a:close/>
                <a:moveTo>
                  <a:pt x="161302" y="203162"/>
                </a:moveTo>
                <a:lnTo>
                  <a:pt x="184711" y="203162"/>
                </a:lnTo>
                <a:lnTo>
                  <a:pt x="184711" y="232096"/>
                </a:lnTo>
                <a:lnTo>
                  <a:pt x="156538" y="226277"/>
                </a:lnTo>
                <a:close/>
                <a:moveTo>
                  <a:pt x="235404" y="135955"/>
                </a:moveTo>
                <a:lnTo>
                  <a:pt x="253629" y="159018"/>
                </a:lnTo>
                <a:lnTo>
                  <a:pt x="231116" y="176815"/>
                </a:lnTo>
                <a:lnTo>
                  <a:pt x="212876" y="153774"/>
                </a:lnTo>
                <a:close/>
                <a:moveTo>
                  <a:pt x="211427" y="105612"/>
                </a:moveTo>
                <a:lnTo>
                  <a:pt x="211441" y="105630"/>
                </a:lnTo>
                <a:lnTo>
                  <a:pt x="203691" y="143236"/>
                </a:lnTo>
                <a:lnTo>
                  <a:pt x="188381" y="123862"/>
                </a:lnTo>
                <a:close/>
                <a:moveTo>
                  <a:pt x="294789" y="88983"/>
                </a:moveTo>
                <a:lnTo>
                  <a:pt x="313076" y="112024"/>
                </a:lnTo>
                <a:lnTo>
                  <a:pt x="304973" y="118430"/>
                </a:lnTo>
                <a:lnTo>
                  <a:pt x="294612" y="118430"/>
                </a:lnTo>
                <a:lnTo>
                  <a:pt x="294612" y="89123"/>
                </a:lnTo>
                <a:close/>
                <a:moveTo>
                  <a:pt x="294612" y="88983"/>
                </a:moveTo>
                <a:lnTo>
                  <a:pt x="294612" y="89123"/>
                </a:lnTo>
                <a:lnTo>
                  <a:pt x="235404" y="135955"/>
                </a:lnTo>
                <a:lnTo>
                  <a:pt x="211441" y="105630"/>
                </a:lnTo>
                <a:lnTo>
                  <a:pt x="211448" y="105597"/>
                </a:lnTo>
                <a:lnTo>
                  <a:pt x="182636" y="99647"/>
                </a:lnTo>
                <a:lnTo>
                  <a:pt x="161302" y="203162"/>
                </a:lnTo>
                <a:lnTo>
                  <a:pt x="44343" y="203162"/>
                </a:lnTo>
                <a:lnTo>
                  <a:pt x="44343" y="232525"/>
                </a:lnTo>
                <a:lnTo>
                  <a:pt x="184711" y="232525"/>
                </a:lnTo>
                <a:lnTo>
                  <a:pt x="184711" y="232096"/>
                </a:lnTo>
                <a:lnTo>
                  <a:pt x="185350" y="232228"/>
                </a:lnTo>
                <a:lnTo>
                  <a:pt x="203691" y="143236"/>
                </a:lnTo>
                <a:lnTo>
                  <a:pt x="230664" y="177371"/>
                </a:lnTo>
                <a:lnTo>
                  <a:pt x="253710" y="159122"/>
                </a:lnTo>
                <a:lnTo>
                  <a:pt x="253629" y="159018"/>
                </a:lnTo>
                <a:lnTo>
                  <a:pt x="304973" y="118430"/>
                </a:lnTo>
                <a:lnTo>
                  <a:pt x="399082" y="118430"/>
                </a:lnTo>
                <a:lnTo>
                  <a:pt x="399082" y="88983"/>
                </a:lnTo>
                <a:lnTo>
                  <a:pt x="294789" y="88983"/>
                </a:lnTo>
                <a:close/>
                <a:moveTo>
                  <a:pt x="17558" y="23709"/>
                </a:moveTo>
                <a:lnTo>
                  <a:pt x="424973" y="23709"/>
                </a:lnTo>
                <a:lnTo>
                  <a:pt x="424973" y="282027"/>
                </a:lnTo>
                <a:lnTo>
                  <a:pt x="233022" y="282027"/>
                </a:lnTo>
                <a:lnTo>
                  <a:pt x="233022" y="328948"/>
                </a:lnTo>
                <a:lnTo>
                  <a:pt x="209412" y="328948"/>
                </a:lnTo>
                <a:lnTo>
                  <a:pt x="209412" y="282027"/>
                </a:lnTo>
                <a:lnTo>
                  <a:pt x="17558" y="282027"/>
                </a:lnTo>
                <a:close/>
                <a:moveTo>
                  <a:pt x="0" y="0"/>
                </a:moveTo>
                <a:lnTo>
                  <a:pt x="442433" y="0"/>
                </a:lnTo>
                <a:lnTo>
                  <a:pt x="442433" y="23709"/>
                </a:lnTo>
                <a:lnTo>
                  <a:pt x="424973" y="23709"/>
                </a:lnTo>
                <a:lnTo>
                  <a:pt x="424973" y="14880"/>
                </a:lnTo>
                <a:lnTo>
                  <a:pt x="17558" y="14880"/>
                </a:lnTo>
                <a:lnTo>
                  <a:pt x="17558" y="23709"/>
                </a:lnTo>
                <a:lnTo>
                  <a:pt x="0" y="23709"/>
                </a:lnTo>
                <a:close/>
              </a:path>
            </a:pathLst>
          </a:custGeom>
          <a:solidFill>
            <a:srgbClr val="366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8491181"/>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3823" y="784304"/>
            <a:ext cx="8307839" cy="576263"/>
          </a:xfrm>
        </p:spPr>
        <p:txBody>
          <a:bodyPr>
            <a:noAutofit/>
          </a:bodyPr>
          <a:lstStyle/>
          <a:p>
            <a:pPr algn="l"/>
            <a:r>
              <a:rPr lang="zh-CN" altLang="en-US" sz="3200">
                <a:solidFill>
                  <a:schemeClr val="tx2">
                    <a:lumMod val="75000"/>
                  </a:schemeClr>
                </a:solidFill>
                <a:latin typeface="Microsoft YaHei" panose="020B0503020204020204" pitchFamily="34" charset="-122"/>
                <a:ea typeface="Microsoft YaHei" panose="020B0503020204020204" pitchFamily="34" charset="-122"/>
              </a:rPr>
              <a:t>云原生的</a:t>
            </a:r>
            <a:r>
              <a:rPr lang="en-US" altLang="zh-CN" sz="3200">
                <a:solidFill>
                  <a:schemeClr val="tx2">
                    <a:lumMod val="75000"/>
                  </a:schemeClr>
                </a:solidFill>
                <a:latin typeface="Microsoft YaHei" panose="020B0503020204020204" pitchFamily="34" charset="-122"/>
                <a:ea typeface="Microsoft YaHei" panose="020B0503020204020204" pitchFamily="34" charset="-122"/>
              </a:rPr>
              <a:t>12 factors</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graphicFrame>
        <p:nvGraphicFramePr>
          <p:cNvPr id="10" name="图示 3">
            <a:extLst>
              <a:ext uri="{FF2B5EF4-FFF2-40B4-BE49-F238E27FC236}">
                <a16:creationId xmlns:a16="http://schemas.microsoft.com/office/drawing/2014/main" id="{04A8ECC2-9E75-44EF-9356-13F05BA8F2FE}"/>
              </a:ext>
            </a:extLst>
          </p:cNvPr>
          <p:cNvGraphicFramePr/>
          <p:nvPr>
            <p:extLst>
              <p:ext uri="{D42A27DB-BD31-4B8C-83A1-F6EECF244321}">
                <p14:modId xmlns:p14="http://schemas.microsoft.com/office/powerpoint/2010/main" val="294126291"/>
              </p:ext>
            </p:extLst>
          </p:nvPr>
        </p:nvGraphicFramePr>
        <p:xfrm>
          <a:off x="483823" y="1534391"/>
          <a:ext cx="10800644" cy="12577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4" name="图示 5">
            <a:extLst>
              <a:ext uri="{FF2B5EF4-FFF2-40B4-BE49-F238E27FC236}">
                <a16:creationId xmlns:a16="http://schemas.microsoft.com/office/drawing/2014/main" id="{7F2927B0-CCE5-4F1B-8984-AC0984DAA4A8}"/>
              </a:ext>
            </a:extLst>
          </p:cNvPr>
          <p:cNvGraphicFramePr/>
          <p:nvPr>
            <p:extLst>
              <p:ext uri="{D42A27DB-BD31-4B8C-83A1-F6EECF244321}">
                <p14:modId xmlns:p14="http://schemas.microsoft.com/office/powerpoint/2010/main" val="2281889777"/>
              </p:ext>
            </p:extLst>
          </p:nvPr>
        </p:nvGraphicFramePr>
        <p:xfrm>
          <a:off x="483823" y="2894188"/>
          <a:ext cx="10800644" cy="135212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8" name="图示 3">
            <a:extLst>
              <a:ext uri="{FF2B5EF4-FFF2-40B4-BE49-F238E27FC236}">
                <a16:creationId xmlns:a16="http://schemas.microsoft.com/office/drawing/2014/main" id="{15FE982F-FD8F-4B57-AF1B-A4B4D98547FF}"/>
              </a:ext>
            </a:extLst>
          </p:cNvPr>
          <p:cNvGraphicFramePr/>
          <p:nvPr>
            <p:extLst>
              <p:ext uri="{D42A27DB-BD31-4B8C-83A1-F6EECF244321}">
                <p14:modId xmlns:p14="http://schemas.microsoft.com/office/powerpoint/2010/main" val="944778803"/>
              </p:ext>
            </p:extLst>
          </p:nvPr>
        </p:nvGraphicFramePr>
        <p:xfrm>
          <a:off x="483823" y="4348328"/>
          <a:ext cx="10800644" cy="125778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19" name="图示 3">
            <a:extLst>
              <a:ext uri="{FF2B5EF4-FFF2-40B4-BE49-F238E27FC236}">
                <a16:creationId xmlns:a16="http://schemas.microsoft.com/office/drawing/2014/main" id="{964F8949-66AC-461A-B52B-BA942326662A}"/>
              </a:ext>
            </a:extLst>
          </p:cNvPr>
          <p:cNvGraphicFramePr/>
          <p:nvPr>
            <p:extLst>
              <p:ext uri="{D42A27DB-BD31-4B8C-83A1-F6EECF244321}">
                <p14:modId xmlns:p14="http://schemas.microsoft.com/office/powerpoint/2010/main" val="3457602785"/>
              </p:ext>
            </p:extLst>
          </p:nvPr>
        </p:nvGraphicFramePr>
        <p:xfrm>
          <a:off x="483823" y="5708126"/>
          <a:ext cx="10800644" cy="951369"/>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Tree>
    <p:extLst>
      <p:ext uri="{BB962C8B-B14F-4D97-AF65-F5344CB8AC3E}">
        <p14:creationId xmlns:p14="http://schemas.microsoft.com/office/powerpoint/2010/main" val="599397174"/>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3823" y="816878"/>
            <a:ext cx="8307839" cy="576263"/>
          </a:xfrm>
        </p:spPr>
        <p:txBody>
          <a:bodyPr>
            <a:noAutofit/>
          </a:bodyPr>
          <a:lstStyle/>
          <a:p>
            <a:pPr algn="l"/>
            <a:r>
              <a:rPr lang="zh-CN" altLang="en-US" sz="3200">
                <a:solidFill>
                  <a:schemeClr val="tx2">
                    <a:lumMod val="75000"/>
                  </a:schemeClr>
                </a:solidFill>
                <a:latin typeface="Microsoft YaHei" panose="020B0503020204020204" pitchFamily="34" charset="-122"/>
                <a:ea typeface="Microsoft YaHei" panose="020B0503020204020204" pitchFamily="34" charset="-122"/>
              </a:rPr>
              <a:t>云原生技术发展</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sp>
        <p:nvSpPr>
          <p:cNvPr id="16" name="文本框 27">
            <a:extLst>
              <a:ext uri="{FF2B5EF4-FFF2-40B4-BE49-F238E27FC236}">
                <a16:creationId xmlns:a16="http://schemas.microsoft.com/office/drawing/2014/main" id="{D52F2C9D-182B-47D9-9E75-2883D2DAF47A}"/>
              </a:ext>
            </a:extLst>
          </p:cNvPr>
          <p:cNvSpPr txBox="1"/>
          <p:nvPr/>
        </p:nvSpPr>
        <p:spPr>
          <a:xfrm>
            <a:off x="4665576" y="2384785"/>
            <a:ext cx="1926544" cy="2639569"/>
          </a:xfrm>
          <a:prstGeom prst="rect">
            <a:avLst/>
          </a:prstGeom>
          <a:noFill/>
        </p:spPr>
        <p:txBody>
          <a:bodyPr wrap="square" rtlCol="0">
            <a:spAutoFit/>
          </a:bodyPr>
          <a:lstStyle>
            <a:defPPr>
              <a:defRPr lang="zh-CN"/>
            </a:defPPr>
            <a:lvl1pPr marL="285750" indent="-285750">
              <a:lnSpc>
                <a:spcPct val="150000"/>
              </a:lnSpc>
              <a:buFont typeface="Arial" panose="020B0604020202020204" pitchFamily="34" charset="0"/>
              <a:buChar char="•"/>
              <a:defRPr kumimoji="1" sz="1400">
                <a:solidFill>
                  <a:schemeClr val="tx1">
                    <a:lumMod val="65000"/>
                    <a:lumOff val="35000"/>
                  </a:schemeClr>
                </a:solidFill>
                <a:latin typeface="Microsoft YaHei" panose="020B0503020204020204" pitchFamily="34" charset="-122"/>
                <a:ea typeface="Microsoft YaHei" panose="020B0503020204020204" pitchFamily="34" charset="-122"/>
                <a:cs typeface="Microsoft YaHei" panose="020B0503020204020204" pitchFamily="34" charset="-122"/>
              </a:defRPr>
            </a:lvl1pPr>
          </a:lstStyle>
          <a:p>
            <a:pPr algn="l"/>
            <a:r>
              <a:rPr lang="zh-CN" altLang="en-US"/>
              <a:t>底层技术</a:t>
            </a:r>
            <a:endParaRPr dirty="0"/>
          </a:p>
          <a:p>
            <a:pPr algn="l"/>
            <a:r>
              <a:rPr lang="zh-CN" altLang="en-US"/>
              <a:t>编排、管理技术</a:t>
            </a:r>
            <a:endParaRPr lang="en-US" altLang="zh-CN"/>
          </a:p>
          <a:p>
            <a:pPr algn="l"/>
            <a:r>
              <a:rPr lang="zh-CN" altLang="en-US"/>
              <a:t>安全技术</a:t>
            </a:r>
            <a:endParaRPr lang="en-US" altLang="zh-CN"/>
          </a:p>
          <a:p>
            <a:pPr algn="l"/>
            <a:r>
              <a:rPr lang="zh-CN" altLang="en-US"/>
              <a:t>检测分析技术</a:t>
            </a:r>
            <a:endParaRPr lang="en-US" altLang="zh-CN"/>
          </a:p>
          <a:p>
            <a:pPr algn="l"/>
            <a:r>
              <a:rPr lang="zh-CN" altLang="en-US"/>
              <a:t>大数据技术</a:t>
            </a:r>
            <a:endParaRPr lang="en-US" altLang="zh-CN"/>
          </a:p>
          <a:p>
            <a:pPr algn="l"/>
            <a:r>
              <a:rPr lang="zh-CN" altLang="en-US"/>
              <a:t>人工智能技术</a:t>
            </a:r>
            <a:endParaRPr lang="en-US" altLang="zh-CN"/>
          </a:p>
          <a:p>
            <a:pPr algn="l"/>
            <a:r>
              <a:rPr lang="zh-CN" altLang="en-US"/>
              <a:t>数据库技术</a:t>
            </a:r>
            <a:endParaRPr lang="en-US" altLang="zh-CN"/>
          </a:p>
          <a:p>
            <a:pPr algn="l"/>
            <a:r>
              <a:rPr lang="zh-CN" altLang="en-US"/>
              <a:t>场景化应用技术</a:t>
            </a:r>
            <a:endParaRPr dirty="0"/>
          </a:p>
        </p:txBody>
      </p:sp>
      <p:sp>
        <p:nvSpPr>
          <p:cNvPr id="17" name="TextBox 30">
            <a:extLst>
              <a:ext uri="{FF2B5EF4-FFF2-40B4-BE49-F238E27FC236}">
                <a16:creationId xmlns:a16="http://schemas.microsoft.com/office/drawing/2014/main" id="{91FBD179-3A73-488D-A3EE-7E49B793DAB1}"/>
              </a:ext>
            </a:extLst>
          </p:cNvPr>
          <p:cNvSpPr txBox="1"/>
          <p:nvPr/>
        </p:nvSpPr>
        <p:spPr>
          <a:xfrm>
            <a:off x="4540885" y="2027718"/>
            <a:ext cx="1555115" cy="245745"/>
          </a:xfrm>
          <a:prstGeom prst="rect">
            <a:avLst/>
          </a:prstGeom>
          <a:noFill/>
        </p:spPr>
        <p:txBody>
          <a:bodyPr wrap="square" lIns="0" tIns="0" rIns="0" bIns="0" rtlCol="0">
            <a:spAutoFit/>
          </a:bodyPr>
          <a:lstStyle>
            <a:defPPr>
              <a:defRPr lang="zh-CN"/>
            </a:defPPr>
            <a:lvl1pPr>
              <a:defRPr sz="1600" b="1">
                <a:solidFill>
                  <a:srgbClr val="3366CC"/>
                </a:solidFill>
                <a:latin typeface="Microsoft YaHei" panose="020B0503020204020204" pitchFamily="34" charset="-122"/>
                <a:ea typeface="Microsoft YaHei" panose="020B0503020204020204" pitchFamily="34" charset="-122"/>
              </a:defRPr>
            </a:lvl1pPr>
          </a:lstStyle>
          <a:p>
            <a:r>
              <a:rPr lang="zh-CN" altLang="en-US"/>
              <a:t>当前</a:t>
            </a:r>
            <a:endParaRPr lang="zh-CN" altLang="en-US" dirty="0"/>
          </a:p>
        </p:txBody>
      </p:sp>
      <p:sp>
        <p:nvSpPr>
          <p:cNvPr id="19" name="TextBox 30">
            <a:extLst>
              <a:ext uri="{FF2B5EF4-FFF2-40B4-BE49-F238E27FC236}">
                <a16:creationId xmlns:a16="http://schemas.microsoft.com/office/drawing/2014/main" id="{D3D7BC75-4755-463E-AC47-207C1AB12407}"/>
              </a:ext>
            </a:extLst>
          </p:cNvPr>
          <p:cNvSpPr txBox="1"/>
          <p:nvPr/>
        </p:nvSpPr>
        <p:spPr>
          <a:xfrm>
            <a:off x="1752669" y="5653651"/>
            <a:ext cx="1860376" cy="246221"/>
          </a:xfrm>
          <a:prstGeom prst="rect">
            <a:avLst/>
          </a:prstGeom>
          <a:noFill/>
        </p:spPr>
        <p:txBody>
          <a:bodyPr wrap="square" lIns="0" tIns="0" rIns="0" bIns="0" rtlCol="0">
            <a:spAutoFit/>
          </a:bodyPr>
          <a:lstStyle>
            <a:defPPr>
              <a:defRPr lang="zh-CN"/>
            </a:defPPr>
            <a:lvl1pPr>
              <a:defRPr sz="1600" b="1">
                <a:solidFill>
                  <a:srgbClr val="3366CC"/>
                </a:solidFill>
                <a:latin typeface="Microsoft YaHei" panose="020B0503020204020204" pitchFamily="34" charset="-122"/>
                <a:ea typeface="Microsoft YaHei" panose="020B0503020204020204" pitchFamily="34" charset="-122"/>
              </a:defRPr>
            </a:lvl1pPr>
          </a:lstStyle>
          <a:p>
            <a:r>
              <a:rPr lang="zh-CN" altLang="en-US"/>
              <a:t>Ｋｕｂｅｒｎｅｔｓ</a:t>
            </a:r>
            <a:endParaRPr lang="zh-CN" altLang="en-US" dirty="0"/>
          </a:p>
        </p:txBody>
      </p:sp>
      <p:sp>
        <p:nvSpPr>
          <p:cNvPr id="20" name="文本框 54">
            <a:extLst>
              <a:ext uri="{FF2B5EF4-FFF2-40B4-BE49-F238E27FC236}">
                <a16:creationId xmlns:a16="http://schemas.microsoft.com/office/drawing/2014/main" id="{218D2FA0-D3F3-46ED-9DB2-968FF1BAF895}"/>
              </a:ext>
            </a:extLst>
          </p:cNvPr>
          <p:cNvSpPr txBox="1"/>
          <p:nvPr/>
        </p:nvSpPr>
        <p:spPr>
          <a:xfrm>
            <a:off x="7636653" y="2464777"/>
            <a:ext cx="2087880" cy="377411"/>
          </a:xfrm>
          <a:prstGeom prst="rect">
            <a:avLst/>
          </a:prstGeom>
          <a:noFill/>
        </p:spPr>
        <p:txBody>
          <a:bodyPr wrap="square" rtlCol="0">
            <a:spAutoFit/>
          </a:bodyPr>
          <a:lstStyle>
            <a:defPPr>
              <a:defRPr lang="zh-CN"/>
            </a:defPPr>
            <a:lvl1pPr marL="285750" indent="-285750">
              <a:lnSpc>
                <a:spcPct val="150000"/>
              </a:lnSpc>
              <a:buFont typeface="Arial" panose="020B0604020202020204" pitchFamily="34" charset="0"/>
              <a:buChar char="•"/>
              <a:defRPr kumimoji="1" sz="1400">
                <a:solidFill>
                  <a:schemeClr val="tx1">
                    <a:lumMod val="65000"/>
                    <a:lumOff val="35000"/>
                  </a:schemeClr>
                </a:solidFill>
                <a:latin typeface="Microsoft YaHei" panose="020B0503020204020204" pitchFamily="34" charset="-122"/>
                <a:ea typeface="Microsoft YaHei" panose="020B0503020204020204" pitchFamily="34" charset="-122"/>
                <a:cs typeface="Microsoft YaHei" panose="020B0503020204020204" pitchFamily="34" charset="-122"/>
              </a:defRPr>
            </a:lvl1pPr>
          </a:lstStyle>
          <a:p>
            <a:pPr algn="l"/>
            <a:r>
              <a:rPr lang="zh-CN" altLang="en-US"/>
              <a:t>．．．．．．</a:t>
            </a:r>
            <a:endParaRPr lang="zh-CN" dirty="0"/>
          </a:p>
        </p:txBody>
      </p:sp>
      <p:sp>
        <p:nvSpPr>
          <p:cNvPr id="21" name="TextBox 30">
            <a:extLst>
              <a:ext uri="{FF2B5EF4-FFF2-40B4-BE49-F238E27FC236}">
                <a16:creationId xmlns:a16="http://schemas.microsoft.com/office/drawing/2014/main" id="{6F665462-78A2-429D-9D04-E3636C8E1D76}"/>
              </a:ext>
            </a:extLst>
          </p:cNvPr>
          <p:cNvSpPr txBox="1"/>
          <p:nvPr/>
        </p:nvSpPr>
        <p:spPr>
          <a:xfrm>
            <a:off x="7686040" y="1977151"/>
            <a:ext cx="1555115" cy="245745"/>
          </a:xfrm>
          <a:prstGeom prst="rect">
            <a:avLst/>
          </a:prstGeom>
          <a:noFill/>
        </p:spPr>
        <p:txBody>
          <a:bodyPr wrap="square" lIns="0" tIns="0" rIns="0" bIns="0" rtlCol="0">
            <a:spAutoFit/>
          </a:bodyPr>
          <a:lstStyle>
            <a:defPPr>
              <a:defRPr lang="zh-CN"/>
            </a:defPPr>
            <a:lvl1pPr>
              <a:defRPr sz="1600" b="1">
                <a:solidFill>
                  <a:srgbClr val="3366CC"/>
                </a:solidFill>
                <a:latin typeface="Microsoft YaHei" panose="020B0503020204020204" pitchFamily="34" charset="-122"/>
                <a:ea typeface="Microsoft YaHei" panose="020B0503020204020204" pitchFamily="34" charset="-122"/>
              </a:defRPr>
            </a:lvl1pPr>
          </a:lstStyle>
          <a:p>
            <a:r>
              <a:rPr lang="zh-CN" altLang="en-US"/>
              <a:t>未来</a:t>
            </a:r>
            <a:endParaRPr lang="zh-CN" altLang="en-US" dirty="0"/>
          </a:p>
        </p:txBody>
      </p:sp>
      <p:sp>
        <p:nvSpPr>
          <p:cNvPr id="22" name="文本框 22">
            <a:extLst>
              <a:ext uri="{FF2B5EF4-FFF2-40B4-BE49-F238E27FC236}">
                <a16:creationId xmlns:a16="http://schemas.microsoft.com/office/drawing/2014/main" id="{C7FAD22C-E0EC-4820-B83E-982E69FC7FC4}"/>
              </a:ext>
            </a:extLst>
          </p:cNvPr>
          <p:cNvSpPr txBox="1"/>
          <p:nvPr/>
        </p:nvSpPr>
        <p:spPr>
          <a:xfrm>
            <a:off x="1752669" y="2384785"/>
            <a:ext cx="1993831" cy="1023742"/>
          </a:xfrm>
          <a:prstGeom prst="rect">
            <a:avLst/>
          </a:prstGeom>
          <a:noFill/>
        </p:spPr>
        <p:txBody>
          <a:bodyPr wrap="square" rtlCol="0">
            <a:spAutoFit/>
          </a:bodyPr>
          <a:lstStyle>
            <a:defPPr>
              <a:defRPr lang="zh-CN"/>
            </a:defPPr>
            <a:lvl1pPr>
              <a:lnSpc>
                <a:spcPct val="150000"/>
              </a:lnSpc>
              <a:defRPr kumimoji="1" sz="90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defRPr>
            </a:lvl1pPr>
          </a:lstStyle>
          <a:p>
            <a:pPr marL="285750" indent="-285750" algn="l">
              <a:lnSpc>
                <a:spcPct val="150000"/>
              </a:lnSpc>
              <a:buFont typeface="Arial" panose="020B0604020202020204" pitchFamily="34" charset="0"/>
              <a:buChar char="•"/>
            </a:pPr>
            <a:r>
              <a:rPr lang="zh-CN" altLang="en-US" sz="1400">
                <a:solidFill>
                  <a:schemeClr val="tx1">
                    <a:lumMod val="65000"/>
                    <a:lumOff val="35000"/>
                  </a:schemeClr>
                </a:solidFill>
                <a:latin typeface="Microsoft YaHei" panose="020B0503020204020204" pitchFamily="34" charset="-122"/>
                <a:ea typeface="Microsoft YaHei" panose="020B0503020204020204" pitchFamily="34" charset="-122"/>
                <a:cs typeface="Microsoft YaHei" panose="020B0503020204020204" pitchFamily="34" charset="-122"/>
              </a:rPr>
              <a:t>容器</a:t>
            </a:r>
            <a:endParaRPr sz="1400" dirty="0">
              <a:solidFill>
                <a:schemeClr val="tx1">
                  <a:lumMod val="65000"/>
                  <a:lumOff val="35000"/>
                </a:schemeClr>
              </a:solidFill>
              <a:latin typeface="Microsoft YaHei" panose="020B0503020204020204" pitchFamily="34" charset="-122"/>
              <a:ea typeface="Microsoft YaHei" panose="020B0503020204020204" pitchFamily="34" charset="-122"/>
              <a:cs typeface="Microsoft YaHei" panose="020B0503020204020204" pitchFamily="34" charset="-122"/>
            </a:endParaRPr>
          </a:p>
          <a:p>
            <a:pPr marL="285750" indent="-285750" algn="l">
              <a:lnSpc>
                <a:spcPct val="150000"/>
              </a:lnSpc>
              <a:buFont typeface="Arial" panose="020B0604020202020204" pitchFamily="34" charset="0"/>
              <a:buChar char="•"/>
            </a:pPr>
            <a:r>
              <a:rPr lang="zh-CN" altLang="en-US" sz="1400">
                <a:solidFill>
                  <a:schemeClr val="tx1">
                    <a:lumMod val="65000"/>
                    <a:lumOff val="35000"/>
                  </a:schemeClr>
                </a:solidFill>
                <a:latin typeface="Microsoft YaHei" panose="020B0503020204020204" pitchFamily="34" charset="-122"/>
                <a:ea typeface="Microsoft YaHei" panose="020B0503020204020204" pitchFamily="34" charset="-122"/>
                <a:cs typeface="Microsoft YaHei" panose="020B0503020204020204" pitchFamily="34" charset="-122"/>
              </a:rPr>
              <a:t>微服务</a:t>
            </a:r>
            <a:endParaRPr sz="1400" dirty="0">
              <a:solidFill>
                <a:schemeClr val="tx1">
                  <a:lumMod val="65000"/>
                  <a:lumOff val="35000"/>
                </a:schemeClr>
              </a:solidFill>
              <a:latin typeface="Microsoft YaHei" panose="020B0503020204020204" pitchFamily="34" charset="-122"/>
              <a:ea typeface="Microsoft YaHei" panose="020B0503020204020204" pitchFamily="34" charset="-122"/>
              <a:cs typeface="Microsoft YaHei" panose="020B0503020204020204" pitchFamily="34" charset="-122"/>
            </a:endParaRPr>
          </a:p>
          <a:p>
            <a:pPr marL="285750" indent="-285750" algn="l">
              <a:lnSpc>
                <a:spcPct val="150000"/>
              </a:lnSpc>
              <a:buFont typeface="Arial" panose="020B0604020202020204" pitchFamily="34" charset="0"/>
              <a:buChar char="•"/>
            </a:pPr>
            <a:r>
              <a:rPr lang="zh-CN" altLang="en-US" sz="1400">
                <a:solidFill>
                  <a:schemeClr val="tx1">
                    <a:lumMod val="65000"/>
                    <a:lumOff val="35000"/>
                  </a:schemeClr>
                </a:solidFill>
                <a:latin typeface="Microsoft YaHei" panose="020B0503020204020204" pitchFamily="34" charset="-122"/>
                <a:ea typeface="Microsoft YaHei" panose="020B0503020204020204" pitchFamily="34" charset="-122"/>
                <a:cs typeface="Microsoft YaHei" panose="020B0503020204020204" pitchFamily="34" charset="-122"/>
              </a:rPr>
              <a:t>ＤｅｖＯｐｓ</a:t>
            </a:r>
            <a:endParaRPr lang="en-US" altLang="zh-CN" sz="1400">
              <a:solidFill>
                <a:schemeClr val="tx1">
                  <a:lumMod val="65000"/>
                  <a:lumOff val="35000"/>
                </a:schemeClr>
              </a:solidFill>
              <a:latin typeface="Microsoft YaHei" panose="020B0503020204020204" pitchFamily="34" charset="-122"/>
              <a:ea typeface="Microsoft YaHei" panose="020B0503020204020204" pitchFamily="34" charset="-122"/>
              <a:cs typeface="Microsoft YaHei" panose="020B0503020204020204" pitchFamily="34" charset="-122"/>
            </a:endParaRPr>
          </a:p>
        </p:txBody>
      </p:sp>
      <p:pic>
        <p:nvPicPr>
          <p:cNvPr id="23" name="图片 58">
            <a:extLst>
              <a:ext uri="{FF2B5EF4-FFF2-40B4-BE49-F238E27FC236}">
                <a16:creationId xmlns:a16="http://schemas.microsoft.com/office/drawing/2014/main" id="{37E1CCBE-B35A-4502-9F14-E6BB507285A7}"/>
              </a:ext>
            </a:extLst>
          </p:cNvPr>
          <p:cNvPicPr>
            <a:picLocks noChangeAspect="1"/>
          </p:cNvPicPr>
          <p:nvPr/>
        </p:nvPicPr>
        <p:blipFill>
          <a:blip r:embed="rId2" cstate="screen"/>
          <a:stretch>
            <a:fillRect/>
          </a:stretch>
        </p:blipFill>
        <p:spPr>
          <a:xfrm>
            <a:off x="3551555" y="1986389"/>
            <a:ext cx="989330" cy="1619172"/>
          </a:xfrm>
          <a:prstGeom prst="rect">
            <a:avLst/>
          </a:prstGeom>
        </p:spPr>
      </p:pic>
      <p:sp>
        <p:nvSpPr>
          <p:cNvPr id="24" name="TextBox 30">
            <a:extLst>
              <a:ext uri="{FF2B5EF4-FFF2-40B4-BE49-F238E27FC236}">
                <a16:creationId xmlns:a16="http://schemas.microsoft.com/office/drawing/2014/main" id="{9CF10869-D75C-4E4A-A568-927B42440CCB}"/>
              </a:ext>
            </a:extLst>
          </p:cNvPr>
          <p:cNvSpPr txBox="1"/>
          <p:nvPr/>
        </p:nvSpPr>
        <p:spPr>
          <a:xfrm>
            <a:off x="1752669" y="2027718"/>
            <a:ext cx="1932275" cy="246221"/>
          </a:xfrm>
          <a:prstGeom prst="rect">
            <a:avLst/>
          </a:prstGeom>
          <a:noFill/>
        </p:spPr>
        <p:txBody>
          <a:bodyPr wrap="square" lIns="0" tIns="0" rIns="0" bIns="0" rtlCol="0">
            <a:spAutoFit/>
          </a:bodyPr>
          <a:lstStyle>
            <a:defPPr>
              <a:defRPr lang="zh-CN"/>
            </a:defPPr>
            <a:lvl1pPr algn="ctr">
              <a:defRPr sz="1400" b="1">
                <a:solidFill>
                  <a:schemeClr val="bg1"/>
                </a:solidFill>
                <a:latin typeface="Microsoft YaHei" panose="020B0503020204020204" pitchFamily="34" charset="-122"/>
                <a:ea typeface="Microsoft YaHei" panose="020B0503020204020204" pitchFamily="34" charset="-122"/>
              </a:defRPr>
            </a:lvl1pPr>
          </a:lstStyle>
          <a:p>
            <a:r>
              <a:rPr lang="zh-CN" altLang="en-US" sz="1600">
                <a:solidFill>
                  <a:srgbClr val="3366CC"/>
                </a:solidFill>
              </a:rPr>
              <a:t>早期（２０１５年）</a:t>
            </a:r>
            <a:endParaRPr lang="zh-CN" altLang="en-US" dirty="0"/>
          </a:p>
        </p:txBody>
      </p:sp>
      <p:pic>
        <p:nvPicPr>
          <p:cNvPr id="25" name="图片 59">
            <a:extLst>
              <a:ext uri="{FF2B5EF4-FFF2-40B4-BE49-F238E27FC236}">
                <a16:creationId xmlns:a16="http://schemas.microsoft.com/office/drawing/2014/main" id="{74073080-5155-42D4-823F-DC0CFC24C1F7}"/>
              </a:ext>
            </a:extLst>
          </p:cNvPr>
          <p:cNvPicPr>
            <a:picLocks noChangeAspect="1"/>
          </p:cNvPicPr>
          <p:nvPr/>
        </p:nvPicPr>
        <p:blipFill>
          <a:blip r:embed="rId2" cstate="screen"/>
          <a:stretch>
            <a:fillRect/>
          </a:stretch>
        </p:blipFill>
        <p:spPr>
          <a:xfrm>
            <a:off x="6696710" y="1986389"/>
            <a:ext cx="989330" cy="1619172"/>
          </a:xfrm>
          <a:prstGeom prst="rect">
            <a:avLst/>
          </a:prstGeom>
        </p:spPr>
      </p:pic>
      <p:sp>
        <p:nvSpPr>
          <p:cNvPr id="27" name="TextBox 30">
            <a:extLst>
              <a:ext uri="{FF2B5EF4-FFF2-40B4-BE49-F238E27FC236}">
                <a16:creationId xmlns:a16="http://schemas.microsoft.com/office/drawing/2014/main" id="{83C31F3A-93F5-40C4-A82B-554A2B2BBC43}"/>
              </a:ext>
            </a:extLst>
          </p:cNvPr>
          <p:cNvSpPr txBox="1"/>
          <p:nvPr/>
        </p:nvSpPr>
        <p:spPr>
          <a:xfrm>
            <a:off x="4665576" y="5653651"/>
            <a:ext cx="1860376" cy="246221"/>
          </a:xfrm>
          <a:prstGeom prst="rect">
            <a:avLst/>
          </a:prstGeom>
          <a:noFill/>
        </p:spPr>
        <p:txBody>
          <a:bodyPr wrap="square" lIns="0" tIns="0" rIns="0" bIns="0" rtlCol="0">
            <a:spAutoFit/>
          </a:bodyPr>
          <a:lstStyle>
            <a:defPPr>
              <a:defRPr lang="zh-CN"/>
            </a:defPPr>
            <a:lvl1pPr>
              <a:defRPr sz="1600" b="1">
                <a:solidFill>
                  <a:srgbClr val="3366CC"/>
                </a:solidFill>
                <a:latin typeface="Microsoft YaHei" panose="020B0503020204020204" pitchFamily="34" charset="-122"/>
                <a:ea typeface="Microsoft YaHei" panose="020B0503020204020204" pitchFamily="34" charset="-122"/>
              </a:defRPr>
            </a:lvl1pPr>
          </a:lstStyle>
          <a:p>
            <a:r>
              <a:rPr lang="zh-CN" altLang="en-US"/>
              <a:t>５大类１００＋项目</a:t>
            </a:r>
            <a:endParaRPr lang="zh-CN" altLang="en-US" dirty="0"/>
          </a:p>
        </p:txBody>
      </p:sp>
      <p:sp>
        <p:nvSpPr>
          <p:cNvPr id="28" name="Arrow: Right 27">
            <a:extLst>
              <a:ext uri="{FF2B5EF4-FFF2-40B4-BE49-F238E27FC236}">
                <a16:creationId xmlns:a16="http://schemas.microsoft.com/office/drawing/2014/main" id="{7C6A2BE9-9CF3-405A-9626-BC51057AAE73}"/>
              </a:ext>
            </a:extLst>
          </p:cNvPr>
          <p:cNvSpPr/>
          <p:nvPr/>
        </p:nvSpPr>
        <p:spPr>
          <a:xfrm>
            <a:off x="3746500" y="5653651"/>
            <a:ext cx="704865" cy="246221"/>
          </a:xfrm>
          <a:prstGeom prst="rightArrow">
            <a:avLst/>
          </a:prstGeom>
          <a:solidFill>
            <a:schemeClr val="accent4">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i="0" u="none" strike="noStrike" normalizeH="0" baseline="0">
              <a:solidFill>
                <a:srgbClr val="FFFFFF"/>
              </a:solidFill>
              <a:uFillTx/>
              <a:latin typeface="+mn-lt"/>
              <a:ea typeface="+mn-ea"/>
              <a:cs typeface="+mn-cs"/>
              <a:sym typeface="Helvetica Light"/>
            </a:endParaRPr>
          </a:p>
        </p:txBody>
      </p:sp>
      <p:sp>
        <p:nvSpPr>
          <p:cNvPr id="29" name="Arrow: Right 28">
            <a:extLst>
              <a:ext uri="{FF2B5EF4-FFF2-40B4-BE49-F238E27FC236}">
                <a16:creationId xmlns:a16="http://schemas.microsoft.com/office/drawing/2014/main" id="{8C8320FE-3AAE-4B4C-B4BD-1FCD536A2A52}"/>
              </a:ext>
            </a:extLst>
          </p:cNvPr>
          <p:cNvSpPr/>
          <p:nvPr/>
        </p:nvSpPr>
        <p:spPr>
          <a:xfrm>
            <a:off x="6838942" y="5653651"/>
            <a:ext cx="704865" cy="246221"/>
          </a:xfrm>
          <a:prstGeom prst="rightArrow">
            <a:avLst/>
          </a:prstGeom>
          <a:solidFill>
            <a:schemeClr val="accent4">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i="0" u="none" strike="noStrike" normalizeH="0" baseline="0">
              <a:solidFill>
                <a:srgbClr val="FFFFFF"/>
              </a:solidFill>
              <a:uFillTx/>
              <a:latin typeface="+mn-lt"/>
              <a:ea typeface="+mn-ea"/>
              <a:cs typeface="+mn-cs"/>
              <a:sym typeface="Helvetica Light"/>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3823" y="708799"/>
            <a:ext cx="8307839" cy="576263"/>
          </a:xfrm>
        </p:spPr>
        <p:txBody>
          <a:bodyPr>
            <a:noAutofit/>
          </a:bodyPr>
          <a:lstStyle/>
          <a:p>
            <a:pPr algn="l"/>
            <a:r>
              <a:rPr lang="zh-CN" altLang="en-US" sz="3200">
                <a:solidFill>
                  <a:schemeClr val="tx2">
                    <a:lumMod val="75000"/>
                  </a:schemeClr>
                </a:solidFill>
                <a:latin typeface="Microsoft YaHei" panose="020B0503020204020204" pitchFamily="34" charset="-122"/>
                <a:ea typeface="Microsoft YaHei" panose="020B0503020204020204" pitchFamily="34" charset="-122"/>
              </a:rPr>
              <a:t>云原生未来 </a:t>
            </a:r>
            <a:r>
              <a:rPr lang="en-US" altLang="zh-CN" sz="3200">
                <a:solidFill>
                  <a:schemeClr val="tx2">
                    <a:lumMod val="75000"/>
                  </a:schemeClr>
                </a:solidFill>
                <a:latin typeface="Microsoft YaHei" panose="020B0503020204020204" pitchFamily="34" charset="-122"/>
                <a:ea typeface="Microsoft YaHei" panose="020B0503020204020204" pitchFamily="34" charset="-122"/>
              </a:rPr>
              <a:t>v2.0</a:t>
            </a:r>
            <a:endParaRPr lang="zh-CN" altLang="en-US" sz="3200" dirty="0">
              <a:solidFill>
                <a:schemeClr val="tx2">
                  <a:lumMod val="75000"/>
                </a:schemeClr>
              </a:solidFill>
              <a:latin typeface="Microsoft YaHei" panose="020B0503020204020204" pitchFamily="34" charset="-122"/>
              <a:ea typeface="Microsoft YaHei" panose="020B0503020204020204" pitchFamily="34" charset="-122"/>
            </a:endParaRPr>
          </a:p>
        </p:txBody>
      </p:sp>
      <p:pic>
        <p:nvPicPr>
          <p:cNvPr id="4" name="Picture 3">
            <a:extLst>
              <a:ext uri="{FF2B5EF4-FFF2-40B4-BE49-F238E27FC236}">
                <a16:creationId xmlns:a16="http://schemas.microsoft.com/office/drawing/2014/main" id="{A93DCAF3-8A0F-4562-8949-C09F5FC891F2}"/>
              </a:ext>
            </a:extLst>
          </p:cNvPr>
          <p:cNvPicPr>
            <a:picLocks noChangeAspect="1"/>
          </p:cNvPicPr>
          <p:nvPr/>
        </p:nvPicPr>
        <p:blipFill>
          <a:blip r:embed="rId2"/>
          <a:stretch>
            <a:fillRect/>
          </a:stretch>
        </p:blipFill>
        <p:spPr>
          <a:xfrm>
            <a:off x="483823" y="1285062"/>
            <a:ext cx="11618967" cy="5383368"/>
          </a:xfrm>
          <a:prstGeom prst="rect">
            <a:avLst/>
          </a:prstGeom>
        </p:spPr>
      </p:pic>
    </p:spTree>
    <p:extLst>
      <p:ext uri="{BB962C8B-B14F-4D97-AF65-F5344CB8AC3E}">
        <p14:creationId xmlns:p14="http://schemas.microsoft.com/office/powerpoint/2010/main" val="12844526"/>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416050" y="2178050"/>
            <a:ext cx="9467850" cy="2514600"/>
          </a:xfrm>
        </p:spPr>
        <p:txBody>
          <a:bodyPr>
            <a:normAutofit/>
          </a:bodyPr>
          <a:lstStyle/>
          <a:p>
            <a:r>
              <a:rPr lang="en-US" altLang="zh-CN" sz="3200">
                <a:latin typeface="Candara Light" panose="020E0502030303020204" pitchFamily="34" charset="0"/>
              </a:rPr>
              <a:t>Before becoming a leader,all is to grow yourself, </a:t>
            </a:r>
          </a:p>
          <a:p>
            <a:r>
              <a:rPr lang="en-US" altLang="zh-CN" sz="3200">
                <a:latin typeface="Candara Light" panose="020E0502030303020204" pitchFamily="34" charset="0"/>
              </a:rPr>
              <a:t>after becoming a leader,all is to grow your team.</a:t>
            </a:r>
          </a:p>
        </p:txBody>
      </p:sp>
    </p:spTree>
    <p:extLst>
      <p:ext uri="{BB962C8B-B14F-4D97-AF65-F5344CB8AC3E}">
        <p14:creationId xmlns:p14="http://schemas.microsoft.com/office/powerpoint/2010/main" val="289990384"/>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KSO_WM_SLIDE_ID" val="custom20218885_4"/>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18885"/>
  <p:tag name="KSO_WM_SLIDE_LAYOUT" val="a_l"/>
  <p:tag name="KSO_WM_SLIDE_LAYOUT_CNT" val="1_1"/>
  <p:tag name="KSO_WM_TEMPLATE_SUBCATEGORY" val="0"/>
  <p:tag name="KSO_WM_TEMPLATE_MASTER_TYPE" val="1"/>
  <p:tag name="KSO_WM_TEMPLATE_COLOR_TYPE" val="0"/>
  <p:tag name="KSO_WM_SPECIAL_SOURCE" val="bdnull"/>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18885_4*l_h_i*1_1_1"/>
  <p:tag name="KSO_WM_TEMPLATE_CATEGORY" val="custom"/>
  <p:tag name="KSO_WM_TEMPLATE_INDEX" val="20218885"/>
  <p:tag name="KSO_WM_UNIT_LAYERLEVEL" val="1_1_1"/>
  <p:tag name="KSO_WM_TAG_VERSION" val="1.0"/>
  <p:tag name="KSO_WM_BEAUTIFY_FLAG" val="#wm#"/>
  <p:tag name="KSO_WM_UNIT_USESOURCEFORMAT_APPLY" val="1"/>
</p:tagLst>
</file>

<file path=ppt/tags/tag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企业文化定位"/>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custom20218885_4*l_h_a*1_1_1"/>
  <p:tag name="KSO_WM_TEMPLATE_CATEGORY" val="custom"/>
  <p:tag name="KSO_WM_TEMPLATE_INDEX" val="2021888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企业运营方式"/>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custom20218885_4*l_h_a*1_2_1"/>
  <p:tag name="KSO_WM_TEMPLATE_CATEGORY" val="custom"/>
  <p:tag name="KSO_WM_TEMPLATE_INDEX" val="2021888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18885_4*l_h_i*1_2_1"/>
  <p:tag name="KSO_WM_TEMPLATE_CATEGORY" val="custom"/>
  <p:tag name="KSO_WM_TEMPLATE_INDEX" val="20218885"/>
  <p:tag name="KSO_WM_UNIT_LAYERLEVEL" val="1_1_1"/>
  <p:tag name="KSO_WM_TAG_VERSION" val="1.0"/>
  <p:tag name="KSO_WM_BEAUTIFY_FLAG" val="#wm#"/>
  <p:tag name="KSO_WM_UNIT_USESOURCEFORMAT_APPLY" val="1"/>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18885_4*l_h_i*1_3_1"/>
  <p:tag name="KSO_WM_TEMPLATE_CATEGORY" val="custom"/>
  <p:tag name="KSO_WM_TEMPLATE_INDEX" val="20218885"/>
  <p:tag name="KSO_WM_UNIT_LAYERLEVEL" val="1_1_1"/>
  <p:tag name="KSO_WM_TAG_VERSION" val="1.0"/>
  <p:tag name="KSO_WM_BEAUTIFY_FLAG" val="#wm#"/>
  <p:tag name="KSO_WM_UNIT_USESOURCEFORMAT_APPLY" val="1"/>
</p:tagLst>
</file>

<file path=ppt/tags/tag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企业效果预估"/>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custom20218885_4*l_h_a*1_3_1"/>
  <p:tag name="KSO_WM_TEMPLATE_CATEGORY" val="custom"/>
  <p:tag name="KSO_WM_TEMPLATE_INDEX" val="2021888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i*1_1"/>
  <p:tag name="KSO_WM_TEMPLATE_CATEGORY" val="diagram"/>
  <p:tag name="KSO_WM_TEMPLATE_INDEX" val="20213934"/>
  <p:tag name="KSO_WM_UNIT_LAYERLEVEL" val="1_1"/>
  <p:tag name="KSO_WM_TAG_VERSION" val="1.0"/>
  <p:tag name="KSO_WM_BEAUTIFY_FLAG" val="#wm#"/>
  <p:tag name="KSO_WM_DIAGRAM_GROUP_CODE" val="m1-1"/>
  <p:tag name="KSO_WM_UNIT_TYPE" val="m_i"/>
  <p:tag name="KSO_WM_UNIT_INDEX" val="1_1"/>
  <p:tag name="KSO_WM_UNIT_LINE_FORE_SCHEMECOLOR_INDEX_BRIGHTNESS" val="-0.5"/>
  <p:tag name="KSO_WM_UNIT_LINE_FORE_SCHEMECOLOR_INDEX" val="14"/>
  <p:tag name="KSO_WM_UNIT_LINE_FILL_TYPE" val="2"/>
  <p:tag name="KSO_WM_UNIT_USESOURCEFORMAT_APPLY"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i*1_3_1"/>
  <p:tag name="KSO_WM_TEMPLATE_CATEGORY" val="diagram"/>
  <p:tag name="KSO_WM_TEMPLATE_INDEX" val="20213934"/>
  <p:tag name="KSO_WM_UNIT_LAYERLEVEL" val="1_1_1"/>
  <p:tag name="KSO_WM_TAG_VERSION" val="1.0"/>
  <p:tag name="KSO_WM_BEAUTIFY_FLAG" val="#wm#"/>
  <p:tag name="KSO_WM_DIAGRAM_GROUP_CODE" val="m1-1"/>
  <p:tag name="KSO_WM_UNIT_TYPE" val="m_h_i"/>
  <p:tag name="KSO_WM_UNIT_INDEX" val="1_3_1"/>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i*1_3_2"/>
  <p:tag name="KSO_WM_TEMPLATE_CATEGORY" val="diagram"/>
  <p:tag name="KSO_WM_TEMPLATE_INDEX" val="20213934"/>
  <p:tag name="KSO_WM_UNIT_LAYERLEVEL" val="1_1_1"/>
  <p:tag name="KSO_WM_TAG_VERSION" val="1.0"/>
  <p:tag name="KSO_WM_BEAUTIFY_FLAG" val="#wm#"/>
  <p:tag name="KSO_WM_DIAGRAM_GROUP_CODE" val="m1-1"/>
  <p:tag name="KSO_WM_UNIT_TYPE" val="m_h_i"/>
  <p:tag name="KSO_WM_UNIT_INDEX" val="1_3_2"/>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a*1_3_1"/>
  <p:tag name="KSO_WM_TEMPLATE_CATEGORY" val="diagram"/>
  <p:tag name="KSO_WM_TEMPLATE_INDEX" val="20213934"/>
  <p:tag name="KSO_WM_UNIT_LAYERLEVEL" val="1_1_1"/>
  <p:tag name="KSO_WM_TAG_VERSION" val="1.0"/>
  <p:tag name="KSO_WM_BEAUTIFY_FLAG" val="#wm#"/>
  <p:tag name="KSO_WM_UNIT_ISCONTENTSTITLE" val="0"/>
  <p:tag name="KSO_WM_UNIT_ISNUMDGMTITLE" val="0"/>
  <p:tag name="KSO_WM_UNIT_NOCLEAR" val="0"/>
  <p:tag name="KSO_WM_UNIT_TYPE" val="m_h_a"/>
  <p:tag name="KSO_WM_UNIT_INDEX" val="1_3_1"/>
  <p:tag name="KSO_WM_DIAGRAM_GROUP_CODE" val="m1-1"/>
  <p:tag name="KSO_WM_UNIT_PRESET_TEXT" val="添加标题"/>
  <p:tag name="KSO_WM_UNIT_TEXT_FILL_FORE_SCHEMECOLOR_INDEX_BRIGHTNESS" val="0"/>
  <p:tag name="KSO_WM_UNIT_TEXT_FILL_FORE_SCHEMECOLOR_INDEX" val="14"/>
  <p:tag name="KSO_WM_UNIT_TEXT_FILL_TYPE" val="1"/>
  <p:tag name="KSO_WM_UNIT_USESOURCEFORMAT_APPLY"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i*1_1_1"/>
  <p:tag name="KSO_WM_TEMPLATE_CATEGORY" val="diagram"/>
  <p:tag name="KSO_WM_TEMPLATE_INDEX" val="20213934"/>
  <p:tag name="KSO_WM_UNIT_LAYERLEVEL" val="1_1_1"/>
  <p:tag name="KSO_WM_TAG_VERSION" val="1.0"/>
  <p:tag name="KSO_WM_BEAUTIFY_FLAG" val="#wm#"/>
  <p:tag name="KSO_WM_DIAGRAM_GROUP_CODE" val="m1-1"/>
  <p:tag name="KSO_WM_UNIT_TYPE" val="m_h_i"/>
  <p:tag name="KSO_WM_UNIT_INDEX" val="1_1_1"/>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i*1_1_2"/>
  <p:tag name="KSO_WM_TEMPLATE_CATEGORY" val="diagram"/>
  <p:tag name="KSO_WM_TEMPLATE_INDEX" val="20213934"/>
  <p:tag name="KSO_WM_UNIT_LAYERLEVEL" val="1_1_1"/>
  <p:tag name="KSO_WM_TAG_VERSION" val="1.0"/>
  <p:tag name="KSO_WM_BEAUTIFY_FLAG" val="#wm#"/>
  <p:tag name="KSO_WM_DIAGRAM_GROUP_CODE" val="m1-1"/>
  <p:tag name="KSO_WM_UNIT_TYPE" val="m_h_i"/>
  <p:tag name="KSO_WM_UNIT_INDEX" val="1_1_2"/>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a*1_1_1"/>
  <p:tag name="KSO_WM_TEMPLATE_CATEGORY" val="diagram"/>
  <p:tag name="KSO_WM_TEMPLATE_INDEX" val="20213934"/>
  <p:tag name="KSO_WM_UNIT_LAYERLEVEL" val="1_1_1"/>
  <p:tag name="KSO_WM_TAG_VERSION" val="1.0"/>
  <p:tag name="KSO_WM_BEAUTIFY_FLAG" val="#wm#"/>
  <p:tag name="KSO_WM_UNIT_ISCONTENTSTITLE" val="0"/>
  <p:tag name="KSO_WM_UNIT_ISNUMDGMTITLE" val="0"/>
  <p:tag name="KSO_WM_UNIT_NOCLEAR" val="0"/>
  <p:tag name="KSO_WM_UNIT_TYPE" val="m_h_a"/>
  <p:tag name="KSO_WM_UNIT_INDEX" val="1_1_1"/>
  <p:tag name="KSO_WM_DIAGRAM_GROUP_CODE" val="m1-1"/>
  <p:tag name="KSO_WM_UNIT_PRESET_TEXT" val="添加标题"/>
  <p:tag name="KSO_WM_UNIT_TEXT_FILL_FORE_SCHEMECOLOR_INDEX_BRIGHTNESS" val="0"/>
  <p:tag name="KSO_WM_UNIT_TEXT_FILL_FORE_SCHEMECOLOR_INDEX" val="14"/>
  <p:tag name="KSO_WM_UNIT_TEXT_FILL_TYPE" val="1"/>
  <p:tag name="KSO_WM_UNIT_USESOURCEFORMAT_APPLY"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i*1_4_1"/>
  <p:tag name="KSO_WM_TEMPLATE_CATEGORY" val="diagram"/>
  <p:tag name="KSO_WM_TEMPLATE_INDEX" val="20213934"/>
  <p:tag name="KSO_WM_UNIT_LAYERLEVEL" val="1_1_1"/>
  <p:tag name="KSO_WM_TAG_VERSION" val="1.0"/>
  <p:tag name="KSO_WM_BEAUTIFY_FLAG" val="#wm#"/>
  <p:tag name="KSO_WM_DIAGRAM_GROUP_CODE" val="m1-1"/>
  <p:tag name="KSO_WM_UNIT_TYPE" val="m_h_i"/>
  <p:tag name="KSO_WM_UNIT_INDEX" val="1_4_1"/>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i*1_4_2"/>
  <p:tag name="KSO_WM_TEMPLATE_CATEGORY" val="diagram"/>
  <p:tag name="KSO_WM_TEMPLATE_INDEX" val="20213934"/>
  <p:tag name="KSO_WM_UNIT_LAYERLEVEL" val="1_1_1"/>
  <p:tag name="KSO_WM_TAG_VERSION" val="1.0"/>
  <p:tag name="KSO_WM_BEAUTIFY_FLAG" val="#wm#"/>
  <p:tag name="KSO_WM_DIAGRAM_GROUP_CODE" val="m1-1"/>
  <p:tag name="KSO_WM_UNIT_TYPE" val="m_h_i"/>
  <p:tag name="KSO_WM_UNIT_INDEX" val="1_4_2"/>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a*1_4_1"/>
  <p:tag name="KSO_WM_TEMPLATE_CATEGORY" val="diagram"/>
  <p:tag name="KSO_WM_TEMPLATE_INDEX" val="20213934"/>
  <p:tag name="KSO_WM_UNIT_LAYERLEVEL" val="1_1_1"/>
  <p:tag name="KSO_WM_TAG_VERSION" val="1.0"/>
  <p:tag name="KSO_WM_BEAUTIFY_FLAG" val="#wm#"/>
  <p:tag name="KSO_WM_UNIT_ISCONTENTSTITLE" val="0"/>
  <p:tag name="KSO_WM_UNIT_ISNUMDGMTITLE" val="0"/>
  <p:tag name="KSO_WM_UNIT_NOCLEAR" val="0"/>
  <p:tag name="KSO_WM_UNIT_TYPE" val="m_h_a"/>
  <p:tag name="KSO_WM_UNIT_INDEX" val="1_4_1"/>
  <p:tag name="KSO_WM_DIAGRAM_GROUP_CODE" val="m1-1"/>
  <p:tag name="KSO_WM_UNIT_PRESET_TEXT" val="添加标题"/>
  <p:tag name="KSO_WM_UNIT_TEXT_FILL_FORE_SCHEMECOLOR_INDEX_BRIGHTNESS" val="0"/>
  <p:tag name="KSO_WM_UNIT_TEXT_FILL_FORE_SCHEMECOLOR_INDEX" val="14"/>
  <p:tag name="KSO_WM_UNIT_TEXT_FILL_TYPE" val="1"/>
  <p:tag name="KSO_WM_UNIT_USESOURCEFORMAT_APPLY" val="1"/>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i*1_2_1"/>
  <p:tag name="KSO_WM_TEMPLATE_CATEGORY" val="diagram"/>
  <p:tag name="KSO_WM_TEMPLATE_INDEX" val="20213934"/>
  <p:tag name="KSO_WM_UNIT_LAYERLEVEL" val="1_1_1"/>
  <p:tag name="KSO_WM_TAG_VERSION" val="1.0"/>
  <p:tag name="KSO_WM_BEAUTIFY_FLAG" val="#wm#"/>
  <p:tag name="KSO_WM_DIAGRAM_GROUP_CODE" val="m1-1"/>
  <p:tag name="KSO_WM_UNIT_TYPE" val="m_h_i"/>
  <p:tag name="KSO_WM_UNIT_INDEX" val="1_2_1"/>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i*1_2_2"/>
  <p:tag name="KSO_WM_TEMPLATE_CATEGORY" val="diagram"/>
  <p:tag name="KSO_WM_TEMPLATE_INDEX" val="20213934"/>
  <p:tag name="KSO_WM_UNIT_LAYERLEVEL" val="1_1_1"/>
  <p:tag name="KSO_WM_TAG_VERSION" val="1.0"/>
  <p:tag name="KSO_WM_BEAUTIFY_FLAG" val="#wm#"/>
  <p:tag name="KSO_WM_DIAGRAM_GROUP_CODE" val="m1-1"/>
  <p:tag name="KSO_WM_UNIT_TYPE" val="m_h_i"/>
  <p:tag name="KSO_WM_UNIT_INDEX" val="1_2_2"/>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a*1_2_1"/>
  <p:tag name="KSO_WM_TEMPLATE_CATEGORY" val="diagram"/>
  <p:tag name="KSO_WM_TEMPLATE_INDEX" val="20213934"/>
  <p:tag name="KSO_WM_UNIT_LAYERLEVEL" val="1_1_1"/>
  <p:tag name="KSO_WM_TAG_VERSION" val="1.0"/>
  <p:tag name="KSO_WM_BEAUTIFY_FLAG" val="#wm#"/>
  <p:tag name="KSO_WM_UNIT_ISCONTENTSTITLE" val="0"/>
  <p:tag name="KSO_WM_UNIT_ISNUMDGMTITLE" val="0"/>
  <p:tag name="KSO_WM_UNIT_NOCLEAR" val="0"/>
  <p:tag name="KSO_WM_UNIT_TYPE" val="m_h_a"/>
  <p:tag name="KSO_WM_UNIT_INDEX" val="1_2_1"/>
  <p:tag name="KSO_WM_DIAGRAM_GROUP_CODE" val="m1-1"/>
  <p:tag name="KSO_WM_UNIT_PRESET_TEXT" val="添加标题"/>
  <p:tag name="KSO_WM_UNIT_TEXT_FILL_FORE_SCHEMECOLOR_INDEX_BRIGHTNESS" val="0"/>
  <p:tag name="KSO_WM_UNIT_TEXT_FILL_FORE_SCHEMECOLOR_INDEX" val="14"/>
  <p:tag name="KSO_WM_UNIT_TEXT_FILL_TYPE" val="1"/>
  <p:tag name="KSO_WM_UNIT_USESOURCEFORMAT_APPLY" val="1"/>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f*1_4_1"/>
  <p:tag name="KSO_WM_TEMPLATE_CATEGORY" val="diagram"/>
  <p:tag name="KSO_WM_TEMPLATE_INDEX" val="20213934"/>
  <p:tag name="KSO_WM_UNIT_LAYERLEVEL" val="1_1_1"/>
  <p:tag name="KSO_WM_TAG_VERSION" val="1.0"/>
  <p:tag name="KSO_WM_BEAUTIFY_FLAG" val="#wm#"/>
  <p:tag name="KSO_WM_UNIT_SUBTYPE" val="a"/>
  <p:tag name="KSO_WM_UNIT_NOCLEAR" val="0"/>
  <p:tag name="KSO_WM_DIAGRAM_GROUP_CODE" val="m1-1"/>
  <p:tag name="KSO_WM_UNIT_TYPE" val="m_h_f"/>
  <p:tag name="KSO_WM_UNIT_INDEX" val="1_4_1"/>
  <p:tag name="KSO_WM_UNIT_VALUE" val="20"/>
  <p:tag name="KSO_WM_UNIT_PRESET_TEXT" val="单击此处输入正文文字是您思想的提炼"/>
  <p:tag name="KSO_WM_UNIT_TEXT_FILL_FORE_SCHEMECOLOR_INDEX_BRIGHTNESS" val="0.15"/>
  <p:tag name="KSO_WM_UNIT_TEXT_FILL_FORE_SCHEMECOLOR_INDEX" val="13"/>
  <p:tag name="KSO_WM_UNIT_TEXT_FILL_TYPE" val="1"/>
  <p:tag name="KSO_WM_UNIT_USESOURCEFORMAT_APPLY" val="1"/>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f*1_4_1"/>
  <p:tag name="KSO_WM_TEMPLATE_CATEGORY" val="diagram"/>
  <p:tag name="KSO_WM_TEMPLATE_INDEX" val="20213934"/>
  <p:tag name="KSO_WM_UNIT_LAYERLEVEL" val="1_1_1"/>
  <p:tag name="KSO_WM_TAG_VERSION" val="1.0"/>
  <p:tag name="KSO_WM_BEAUTIFY_FLAG" val="#wm#"/>
  <p:tag name="KSO_WM_UNIT_SUBTYPE" val="a"/>
  <p:tag name="KSO_WM_UNIT_NOCLEAR" val="0"/>
  <p:tag name="KSO_WM_DIAGRAM_GROUP_CODE" val="m1-1"/>
  <p:tag name="KSO_WM_UNIT_TYPE" val="m_h_f"/>
  <p:tag name="KSO_WM_UNIT_INDEX" val="1_4_1"/>
  <p:tag name="KSO_WM_UNIT_VALUE" val="20"/>
  <p:tag name="KSO_WM_UNIT_PRESET_TEXT" val="单击此处输入正文文字是您思想的提炼"/>
  <p:tag name="KSO_WM_UNIT_TEXT_FILL_FORE_SCHEMECOLOR_INDEX_BRIGHTNESS" val="0.15"/>
  <p:tag name="KSO_WM_UNIT_TEXT_FILL_FORE_SCHEMECOLOR_INDEX" val="13"/>
  <p:tag name="KSO_WM_UNIT_TEXT_FILL_TYPE" val="1"/>
  <p:tag name="KSO_WM_UNIT_USESOURCEFORMAT_APPLY" val="1"/>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i*1_3_1"/>
  <p:tag name="KSO_WM_TEMPLATE_CATEGORY" val="diagram"/>
  <p:tag name="KSO_WM_TEMPLATE_INDEX" val="20213934"/>
  <p:tag name="KSO_WM_UNIT_LAYERLEVEL" val="1_1_1"/>
  <p:tag name="KSO_WM_TAG_VERSION" val="1.0"/>
  <p:tag name="KSO_WM_BEAUTIFY_FLAG" val="#wm#"/>
  <p:tag name="KSO_WM_DIAGRAM_GROUP_CODE" val="m1-1"/>
  <p:tag name="KSO_WM_UNIT_TYPE" val="m_h_i"/>
  <p:tag name="KSO_WM_UNIT_INDEX" val="1_3_1"/>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i*1_3_2"/>
  <p:tag name="KSO_WM_TEMPLATE_CATEGORY" val="diagram"/>
  <p:tag name="KSO_WM_TEMPLATE_INDEX" val="20213934"/>
  <p:tag name="KSO_WM_UNIT_LAYERLEVEL" val="1_1_1"/>
  <p:tag name="KSO_WM_TAG_VERSION" val="1.0"/>
  <p:tag name="KSO_WM_BEAUTIFY_FLAG" val="#wm#"/>
  <p:tag name="KSO_WM_DIAGRAM_GROUP_CODE" val="m1-1"/>
  <p:tag name="KSO_WM_UNIT_TYPE" val="m_h_i"/>
  <p:tag name="KSO_WM_UNIT_INDEX" val="1_3_2"/>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a*1_3_1"/>
  <p:tag name="KSO_WM_TEMPLATE_CATEGORY" val="diagram"/>
  <p:tag name="KSO_WM_TEMPLATE_INDEX" val="20213934"/>
  <p:tag name="KSO_WM_UNIT_LAYERLEVEL" val="1_1_1"/>
  <p:tag name="KSO_WM_TAG_VERSION" val="1.0"/>
  <p:tag name="KSO_WM_BEAUTIFY_FLAG" val="#wm#"/>
  <p:tag name="KSO_WM_UNIT_ISCONTENTSTITLE" val="0"/>
  <p:tag name="KSO_WM_UNIT_ISNUMDGMTITLE" val="0"/>
  <p:tag name="KSO_WM_UNIT_NOCLEAR" val="0"/>
  <p:tag name="KSO_WM_UNIT_TYPE" val="m_h_a"/>
  <p:tag name="KSO_WM_UNIT_INDEX" val="1_3_1"/>
  <p:tag name="KSO_WM_DIAGRAM_GROUP_CODE" val="m1-1"/>
  <p:tag name="KSO_WM_UNIT_PRESET_TEXT" val="添加标题"/>
  <p:tag name="KSO_WM_UNIT_TEXT_FILL_FORE_SCHEMECOLOR_INDEX_BRIGHTNESS" val="0"/>
  <p:tag name="KSO_WM_UNIT_TEXT_FILL_FORE_SCHEMECOLOR_INDEX" val="14"/>
  <p:tag name="KSO_WM_UNIT_TEXT_FILL_TYPE" val="1"/>
  <p:tag name="KSO_WM_UNIT_USESOURCEFORMAT_APPLY" val="1"/>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f*1_4_1"/>
  <p:tag name="KSO_WM_TEMPLATE_CATEGORY" val="diagram"/>
  <p:tag name="KSO_WM_TEMPLATE_INDEX" val="20213934"/>
  <p:tag name="KSO_WM_UNIT_LAYERLEVEL" val="1_1_1"/>
  <p:tag name="KSO_WM_TAG_VERSION" val="1.0"/>
  <p:tag name="KSO_WM_BEAUTIFY_FLAG" val="#wm#"/>
  <p:tag name="KSO_WM_UNIT_SUBTYPE" val="a"/>
  <p:tag name="KSO_WM_UNIT_NOCLEAR" val="0"/>
  <p:tag name="KSO_WM_DIAGRAM_GROUP_CODE" val="m1-1"/>
  <p:tag name="KSO_WM_UNIT_TYPE" val="m_h_f"/>
  <p:tag name="KSO_WM_UNIT_INDEX" val="1_4_1"/>
  <p:tag name="KSO_WM_UNIT_VALUE" val="20"/>
  <p:tag name="KSO_WM_UNIT_PRESET_TEXT" val="单击此处输入正文文字是您思想的提炼"/>
  <p:tag name="KSO_WM_UNIT_TEXT_FILL_FORE_SCHEMECOLOR_INDEX_BRIGHTNESS" val="0.15"/>
  <p:tag name="KSO_WM_UNIT_TEXT_FILL_FORE_SCHEMECOLOR_INDEX" val="13"/>
  <p:tag name="KSO_WM_UNIT_TEXT_FILL_TYPE" val="1"/>
  <p:tag name="KSO_WM_UNIT_USESOURCEFORMAT_APPLY" val="1"/>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i*1_4_1"/>
  <p:tag name="KSO_WM_TEMPLATE_CATEGORY" val="diagram"/>
  <p:tag name="KSO_WM_TEMPLATE_INDEX" val="20213934"/>
  <p:tag name="KSO_WM_UNIT_LAYERLEVEL" val="1_1_1"/>
  <p:tag name="KSO_WM_TAG_VERSION" val="1.0"/>
  <p:tag name="KSO_WM_BEAUTIFY_FLAG" val="#wm#"/>
  <p:tag name="KSO_WM_DIAGRAM_GROUP_CODE" val="m1-1"/>
  <p:tag name="KSO_WM_UNIT_TYPE" val="m_h_i"/>
  <p:tag name="KSO_WM_UNIT_INDEX" val="1_4_1"/>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i*1_4_2"/>
  <p:tag name="KSO_WM_TEMPLATE_CATEGORY" val="diagram"/>
  <p:tag name="KSO_WM_TEMPLATE_INDEX" val="20213934"/>
  <p:tag name="KSO_WM_UNIT_LAYERLEVEL" val="1_1_1"/>
  <p:tag name="KSO_WM_TAG_VERSION" val="1.0"/>
  <p:tag name="KSO_WM_BEAUTIFY_FLAG" val="#wm#"/>
  <p:tag name="KSO_WM_DIAGRAM_GROUP_CODE" val="m1-1"/>
  <p:tag name="KSO_WM_UNIT_TYPE" val="m_h_i"/>
  <p:tag name="KSO_WM_UNIT_INDEX" val="1_4_2"/>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a*1_4_1"/>
  <p:tag name="KSO_WM_TEMPLATE_CATEGORY" val="diagram"/>
  <p:tag name="KSO_WM_TEMPLATE_INDEX" val="20213934"/>
  <p:tag name="KSO_WM_UNIT_LAYERLEVEL" val="1_1_1"/>
  <p:tag name="KSO_WM_TAG_VERSION" val="1.0"/>
  <p:tag name="KSO_WM_BEAUTIFY_FLAG" val="#wm#"/>
  <p:tag name="KSO_WM_UNIT_ISCONTENTSTITLE" val="0"/>
  <p:tag name="KSO_WM_UNIT_ISNUMDGMTITLE" val="0"/>
  <p:tag name="KSO_WM_UNIT_NOCLEAR" val="0"/>
  <p:tag name="KSO_WM_UNIT_TYPE" val="m_h_a"/>
  <p:tag name="KSO_WM_UNIT_INDEX" val="1_4_1"/>
  <p:tag name="KSO_WM_DIAGRAM_GROUP_CODE" val="m1-1"/>
  <p:tag name="KSO_WM_UNIT_PRESET_TEXT" val="添加标题"/>
  <p:tag name="KSO_WM_UNIT_TEXT_FILL_FORE_SCHEMECOLOR_INDEX_BRIGHTNESS" val="0"/>
  <p:tag name="KSO_WM_UNIT_TEXT_FILL_FORE_SCHEMECOLOR_INDEX" val="14"/>
  <p:tag name="KSO_WM_UNIT_TEXT_FILL_TYPE" val="1"/>
  <p:tag name="KSO_WM_UNIT_USESOURCEFORMAT_APPLY" val="1"/>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f*1_4_1"/>
  <p:tag name="KSO_WM_TEMPLATE_CATEGORY" val="diagram"/>
  <p:tag name="KSO_WM_TEMPLATE_INDEX" val="20213934"/>
  <p:tag name="KSO_WM_UNIT_LAYERLEVEL" val="1_1_1"/>
  <p:tag name="KSO_WM_TAG_VERSION" val="1.0"/>
  <p:tag name="KSO_WM_BEAUTIFY_FLAG" val="#wm#"/>
  <p:tag name="KSO_WM_UNIT_SUBTYPE" val="a"/>
  <p:tag name="KSO_WM_UNIT_NOCLEAR" val="0"/>
  <p:tag name="KSO_WM_DIAGRAM_GROUP_CODE" val="m1-1"/>
  <p:tag name="KSO_WM_UNIT_TYPE" val="m_h_f"/>
  <p:tag name="KSO_WM_UNIT_INDEX" val="1_4_1"/>
  <p:tag name="KSO_WM_UNIT_VALUE" val="20"/>
  <p:tag name="KSO_WM_UNIT_PRESET_TEXT" val="单击此处输入正文文字是您思想的提炼"/>
  <p:tag name="KSO_WM_UNIT_TEXT_FILL_FORE_SCHEMECOLOR_INDEX_BRIGHTNESS" val="0.15"/>
  <p:tag name="KSO_WM_UNIT_TEXT_FILL_FORE_SCHEMECOLOR_INDEX" val="13"/>
  <p:tag name="KSO_WM_UNIT_TEXT_FILL_TYPE" val="1"/>
  <p:tag name="KSO_WM_UNIT_USESOURCEFORMAT_APPLY" val="1"/>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i*1_3_1"/>
  <p:tag name="KSO_WM_TEMPLATE_CATEGORY" val="diagram"/>
  <p:tag name="KSO_WM_TEMPLATE_INDEX" val="20213934"/>
  <p:tag name="KSO_WM_UNIT_LAYERLEVEL" val="1_1_1"/>
  <p:tag name="KSO_WM_TAG_VERSION" val="1.0"/>
  <p:tag name="KSO_WM_BEAUTIFY_FLAG" val="#wm#"/>
  <p:tag name="KSO_WM_DIAGRAM_GROUP_CODE" val="m1-1"/>
  <p:tag name="KSO_WM_UNIT_TYPE" val="m_h_i"/>
  <p:tag name="KSO_WM_UNIT_INDEX" val="1_3_1"/>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i*1_3_2"/>
  <p:tag name="KSO_WM_TEMPLATE_CATEGORY" val="diagram"/>
  <p:tag name="KSO_WM_TEMPLATE_INDEX" val="20213934"/>
  <p:tag name="KSO_WM_UNIT_LAYERLEVEL" val="1_1_1"/>
  <p:tag name="KSO_WM_TAG_VERSION" val="1.0"/>
  <p:tag name="KSO_WM_BEAUTIFY_FLAG" val="#wm#"/>
  <p:tag name="KSO_WM_DIAGRAM_GROUP_CODE" val="m1-1"/>
  <p:tag name="KSO_WM_UNIT_TYPE" val="m_h_i"/>
  <p:tag name="KSO_WM_UNIT_INDEX" val="1_3_2"/>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a*1_3_1"/>
  <p:tag name="KSO_WM_TEMPLATE_CATEGORY" val="diagram"/>
  <p:tag name="KSO_WM_TEMPLATE_INDEX" val="20213934"/>
  <p:tag name="KSO_WM_UNIT_LAYERLEVEL" val="1_1_1"/>
  <p:tag name="KSO_WM_TAG_VERSION" val="1.0"/>
  <p:tag name="KSO_WM_BEAUTIFY_FLAG" val="#wm#"/>
  <p:tag name="KSO_WM_UNIT_ISCONTENTSTITLE" val="0"/>
  <p:tag name="KSO_WM_UNIT_ISNUMDGMTITLE" val="0"/>
  <p:tag name="KSO_WM_UNIT_NOCLEAR" val="0"/>
  <p:tag name="KSO_WM_UNIT_TYPE" val="m_h_a"/>
  <p:tag name="KSO_WM_UNIT_INDEX" val="1_3_1"/>
  <p:tag name="KSO_WM_DIAGRAM_GROUP_CODE" val="m1-1"/>
  <p:tag name="KSO_WM_UNIT_PRESET_TEXT" val="添加标题"/>
  <p:tag name="KSO_WM_UNIT_TEXT_FILL_FORE_SCHEMECOLOR_INDEX_BRIGHTNESS" val="0"/>
  <p:tag name="KSO_WM_UNIT_TEXT_FILL_FORE_SCHEMECOLOR_INDEX" val="14"/>
  <p:tag name="KSO_WM_UNIT_TEXT_FILL_TYPE" val="1"/>
  <p:tag name="KSO_WM_UNIT_USESOURCEFORMAT_APPLY" val="1"/>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3934_3*m_h_f*1_4_1"/>
  <p:tag name="KSO_WM_TEMPLATE_CATEGORY" val="diagram"/>
  <p:tag name="KSO_WM_TEMPLATE_INDEX" val="20213934"/>
  <p:tag name="KSO_WM_UNIT_LAYERLEVEL" val="1_1_1"/>
  <p:tag name="KSO_WM_TAG_VERSION" val="1.0"/>
  <p:tag name="KSO_WM_BEAUTIFY_FLAG" val="#wm#"/>
  <p:tag name="KSO_WM_UNIT_SUBTYPE" val="a"/>
  <p:tag name="KSO_WM_UNIT_NOCLEAR" val="0"/>
  <p:tag name="KSO_WM_DIAGRAM_GROUP_CODE" val="m1-1"/>
  <p:tag name="KSO_WM_UNIT_TYPE" val="m_h_f"/>
  <p:tag name="KSO_WM_UNIT_INDEX" val="1_4_1"/>
  <p:tag name="KSO_WM_UNIT_VALUE" val="20"/>
  <p:tag name="KSO_WM_UNIT_PRESET_TEXT" val="单击此处输入正文文字是您思想的提炼"/>
  <p:tag name="KSO_WM_UNIT_TEXT_FILL_FORE_SCHEMECOLOR_INDEX_BRIGHTNESS" val="0.15"/>
  <p:tag name="KSO_WM_UNIT_TEXT_FILL_FORE_SCHEMECOLOR_INDEX" val="13"/>
  <p:tag name="KSO_WM_UNIT_TEXT_FILL_TYPE" val="1"/>
  <p:tag name="KSO_WM_UNIT_USESOURCEFORMAT_APPLY" val="1"/>
</p:tagLst>
</file>

<file path=ppt/tags/tag3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_INDEX" val="1"/>
  <p:tag name="KSO_WM_UNIT_PRESET_TEXT_LEN" val="4"/>
  <p:tag name="KSO_WM_UNIT_NOCLEAR" val="0"/>
  <p:tag name="KSO_WM_UNIT_VALUE" val="30"/>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210775_4*m_h_a*1_1_1"/>
  <p:tag name="KSO_WM_TEMPLATE_CATEGORY" val="diagram"/>
  <p:tag name="KSO_WM_TEMPLATE_INDEX" val="20210775"/>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6"/>
  <p:tag name="KSO_WM_UNIT_TEXT_FILL_TYPE" val="1"/>
  <p:tag name="KSO_WM_UNIT_USESOURCEFORMAT_APPLY" val="1"/>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210775_4*m_h_i*1_1_1"/>
  <p:tag name="KSO_WM_TEMPLATE_CATEGORY" val="diagram"/>
  <p:tag name="KSO_WM_TEMPLATE_INDEX" val="20210775"/>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 name="KSO_WM_UNIT_USESOURCEFORMAT_APPLY" val="1"/>
</p:tagLst>
</file>

<file path=ppt/tags/tag3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_INDEX" val="1"/>
  <p:tag name="KSO_WM_UNIT_PRESET_TEXT_LEN" val="4"/>
  <p:tag name="KSO_WM_UNIT_NOCLEAR" val="0"/>
  <p:tag name="KSO_WM_UNIT_VALUE" val="30"/>
  <p:tag name="KSO_WM_UNIT_HIGHLIGHT" val="0"/>
  <p:tag name="KSO_WM_UNIT_COMPATIBLE" val="0"/>
  <p:tag name="KSO_WM_UNIT_DIAGRAM_ISNUMVISUAL" val="0"/>
  <p:tag name="KSO_WM_UNIT_DIAGRAM_ISREFERUNIT" val="0"/>
  <p:tag name="KSO_WM_DIAGRAM_GROUP_CODE" val="m1-1"/>
  <p:tag name="KSO_WM_UNIT_TYPE" val="m_h_a"/>
  <p:tag name="KSO_WM_UNIT_INDEX" val="1_2_1"/>
  <p:tag name="KSO_WM_UNIT_ID" val="diagram20210775_4*m_h_a*1_2_1"/>
  <p:tag name="KSO_WM_TEMPLATE_CATEGORY" val="diagram"/>
  <p:tag name="KSO_WM_TEMPLATE_INDEX" val="20210775"/>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6"/>
  <p:tag name="KSO_WM_UNIT_TEXT_FILL_TYPE" val="1"/>
  <p:tag name="KSO_WM_UNIT_USESOURCEFORMAT_APPLY" val="1"/>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210775_4*m_h_i*1_2_1"/>
  <p:tag name="KSO_WM_TEMPLATE_CATEGORY" val="diagram"/>
  <p:tag name="KSO_WM_TEMPLATE_INDEX" val="20210775"/>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 name="KSO_WM_UNIT_USESOURCEFORMAT_APPLY" val="1"/>
</p:tagLst>
</file>

<file path=ppt/tags/tag3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_INDEX" val="1"/>
  <p:tag name="KSO_WM_UNIT_PRESET_TEXT_LEN" val="4"/>
  <p:tag name="KSO_WM_UNIT_NOCLEAR" val="0"/>
  <p:tag name="KSO_WM_UNIT_VALUE" val="30"/>
  <p:tag name="KSO_WM_UNIT_HIGHLIGHT" val="0"/>
  <p:tag name="KSO_WM_UNIT_COMPATIBLE" val="0"/>
  <p:tag name="KSO_WM_UNIT_DIAGRAM_ISNUMVISUAL" val="0"/>
  <p:tag name="KSO_WM_UNIT_DIAGRAM_ISREFERUNIT" val="0"/>
  <p:tag name="KSO_WM_DIAGRAM_GROUP_CODE" val="m1-1"/>
  <p:tag name="KSO_WM_UNIT_TYPE" val="m_h_a"/>
  <p:tag name="KSO_WM_UNIT_INDEX" val="1_3_1"/>
  <p:tag name="KSO_WM_UNIT_ID" val="diagram20210775_4*m_h_a*1_3_1"/>
  <p:tag name="KSO_WM_TEMPLATE_CATEGORY" val="diagram"/>
  <p:tag name="KSO_WM_TEMPLATE_INDEX" val="20210775"/>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6"/>
  <p:tag name="KSO_WM_UNIT_TEXT_FILL_TYPE" val="1"/>
  <p:tag name="KSO_WM_UNIT_USESOURCEFORMAT_APPLY" val="1"/>
</p:tagLst>
</file>

<file path=ppt/tags/tag40.xml><?xml version="1.0" encoding="utf-8"?>
<p:tagLst xmlns:a="http://schemas.openxmlformats.org/drawingml/2006/main" xmlns:r="http://schemas.openxmlformats.org/officeDocument/2006/relationships" xmlns:p="http://schemas.openxmlformats.org/presentationml/2006/main">
  <p:tag name="KSO_WM_UNIT_SUBTYPE" val="a"/>
  <p:tag name="KSO_WM_UNIT_PRESET_TEXT_INDEX" val="4"/>
  <p:tag name="KSO_WM_UNIT_PRESET_TEXT_LEN" val="12"/>
  <p:tag name="KSO_WM_UNIT_NOCLEAR" val="0"/>
  <p:tag name="KSO_WM_UNIT_VALUE" val="27"/>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10775_4*m_h_f*1_1_1"/>
  <p:tag name="KSO_WM_TEMPLATE_CATEGORY" val="diagram"/>
  <p:tag name="KSO_WM_TEMPLATE_INDEX" val="20210775"/>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 name="KSO_WM_UNIT_USESOURCEFORMAT_APPLY" val="1"/>
</p:tagLst>
</file>

<file path=ppt/tags/tag41.xml><?xml version="1.0" encoding="utf-8"?>
<p:tagLst xmlns:a="http://schemas.openxmlformats.org/drawingml/2006/main" xmlns:r="http://schemas.openxmlformats.org/officeDocument/2006/relationships" xmlns:p="http://schemas.openxmlformats.org/presentationml/2006/main">
  <p:tag name="KSO_WM_UNIT_SUBTYPE" val="a"/>
  <p:tag name="KSO_WM_UNIT_PRESET_TEXT_INDEX" val="4"/>
  <p:tag name="KSO_WM_UNIT_PRESET_TEXT_LEN" val="12"/>
  <p:tag name="KSO_WM_UNIT_NOCLEAR" val="0"/>
  <p:tag name="KSO_WM_UNIT_VALUE" val="27"/>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10775_4*m_h_f*1_3_1"/>
  <p:tag name="KSO_WM_TEMPLATE_CATEGORY" val="diagram"/>
  <p:tag name="KSO_WM_TEMPLATE_INDEX" val="20210775"/>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 name="KSO_WM_UNIT_USESOURCEFORMAT_APPLY" val="1"/>
</p:tagLst>
</file>

<file path=ppt/tags/tag42.xml><?xml version="1.0" encoding="utf-8"?>
<p:tagLst xmlns:a="http://schemas.openxmlformats.org/drawingml/2006/main" xmlns:r="http://schemas.openxmlformats.org/officeDocument/2006/relationships" xmlns:p="http://schemas.openxmlformats.org/presentationml/2006/main">
  <p:tag name="KSO_WM_UNIT_SUBTYPE" val="a"/>
  <p:tag name="KSO_WM_UNIT_PRESET_TEXT_INDEX" val="4"/>
  <p:tag name="KSO_WM_UNIT_PRESET_TEXT_LEN" val="12"/>
  <p:tag name="KSO_WM_UNIT_NOCLEAR" val="0"/>
  <p:tag name="KSO_WM_UNIT_VALUE" val="27"/>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10775_4*m_h_f*1_2_1"/>
  <p:tag name="KSO_WM_TEMPLATE_CATEGORY" val="diagram"/>
  <p:tag name="KSO_WM_TEMPLATE_INDEX" val="20210775"/>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 name="KSO_WM_UNIT_USESOURCEFORMAT_APPLY" val="1"/>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04638_1*l_i*1_1"/>
  <p:tag name="KSO_WM_TEMPLATE_CATEGORY" val="diagram"/>
  <p:tag name="KSO_WM_TEMPLATE_INDEX" val="20204638"/>
  <p:tag name="KSO_WM_UNIT_LAYERLEVEL" val="1_1"/>
  <p:tag name="KSO_WM_TAG_VERSION" val="1.0"/>
  <p:tag name="KSO_WM_BEAUTIFY_FLAG" val="#wm#"/>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44.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40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04638_1*l_h_f*1_1_1"/>
  <p:tag name="KSO_WM_TEMPLATE_CATEGORY" val="diagram"/>
  <p:tag name="KSO_WM_TEMPLATE_INDEX" val="20204638"/>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为了最终演示发布的良好效果，请尽量言简意赅的阐述观点；根据需要可酌情增减文字，以便观者可以准确理解您所传达的信息。"/>
  <p:tag name="KSO_WM_UNIT_TEXT_FILL_FORE_SCHEMECOLOR_INDEX_BRIGHTNESS" val="0.35"/>
  <p:tag name="KSO_WM_UNIT_TEXT_FILL_FORE_SCHEMECOLOR_INDEX" val="13"/>
  <p:tag name="KSO_WM_UNIT_TEXT_FILL_TYPE" val="1"/>
  <p:tag name="KSO_WM_UNIT_USESOURCEFORMAT_APPLY" val="1"/>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04638_1*l_i*1_2"/>
  <p:tag name="KSO_WM_TEMPLATE_CATEGORY" val="diagram"/>
  <p:tag name="KSO_WM_TEMPLATE_INDEX" val="20204638"/>
  <p:tag name="KSO_WM_UNIT_LAYERLEVEL" val="1_1"/>
  <p:tag name="KSO_WM_TAG_VERSION" val="1.0"/>
  <p:tag name="KSO_WM_BEAUTIFY_FLAG" val="#wm#"/>
  <p:tag name="KSO_WM_UNIT_LINE_FORE_SCHEMECOLOR_INDEX_BRIGHTNESS" val="-0.5"/>
  <p:tag name="KSO_WM_UNIT_LINE_FORE_SCHEMECOLOR_INDEX" val="5"/>
  <p:tag name="KSO_WM_UNIT_LINE_FILL_TYPE" val="2"/>
  <p:tag name="KSO_WM_UNIT_USESOURCEFORMAT_APPLY" val="1"/>
</p:tagLst>
</file>

<file path=ppt/tags/tag4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40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04638_1*l_h_f*1_2_1"/>
  <p:tag name="KSO_WM_TEMPLATE_CATEGORY" val="diagram"/>
  <p:tag name="KSO_WM_TEMPLATE_INDEX" val="20204638"/>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为了最终演示发布的良好效果，请尽量言简意赅的阐述观点；根据需要可酌情增减文字，以便观者可以准确理解您所传达的信息。"/>
  <p:tag name="KSO_WM_UNIT_TEXT_FILL_FORE_SCHEMECOLOR_INDEX_BRIGHTNESS" val="0.35"/>
  <p:tag name="KSO_WM_UNIT_TEXT_FILL_FORE_SCHEMECOLOR_INDEX" val="13"/>
  <p:tag name="KSO_WM_UNIT_TEXT_FILL_TYPE" val="1"/>
  <p:tag name="KSO_WM_UNIT_USESOURCEFORMAT_APPLY" val="1"/>
</p:tagLst>
</file>

<file path=ppt/tags/tag47.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40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04638_1*l_h_f*1_1_1"/>
  <p:tag name="KSO_WM_TEMPLATE_CATEGORY" val="diagram"/>
  <p:tag name="KSO_WM_TEMPLATE_INDEX" val="20204638"/>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为了最终演示发布的良好效果，请尽量言简意赅的阐述观点；根据需要可酌情增减文字，以便观者可以准确理解您所传达的信息。"/>
  <p:tag name="KSO_WM_UNIT_TEXT_FILL_FORE_SCHEMECOLOR_INDEX_BRIGHTNESS" val="0.35"/>
  <p:tag name="KSO_WM_UNIT_TEXT_FILL_FORE_SCHEMECOLOR_INDEX" val="13"/>
  <p:tag name="KSO_WM_UNIT_TEXT_FILL_TYPE" val="1"/>
  <p:tag name="KSO_WM_UNIT_USESOURCEFORMAT_APPLY" val="1"/>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05830_1*m_h_i*1_1_2"/>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49.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05830_1*m_h_f*1_1_1"/>
  <p:tag name="KSO_WM_TEMPLATE_CATEGORY" val="diagram"/>
  <p:tag name="KSO_WM_TEMPLATE_INDEX" val="20205830"/>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05830_1*m_h_i*1_2_2"/>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51.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05830_1*m_h_f*1_2_1"/>
  <p:tag name="KSO_WM_TEMPLATE_CATEGORY" val="diagram"/>
  <p:tag name="KSO_WM_TEMPLATE_INDEX" val="20205830"/>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05830_1*m_h_i*1_1_3"/>
  <p:tag name="KSO_WM_TEMPLATE_CATEGORY" val="diagram"/>
  <p:tag name="KSO_WM_TEMPLATE_INDEX" val="20205830"/>
  <p:tag name="KSO_WM_UNIT_LAYERLEVEL" val="1_1_1"/>
  <p:tag name="KSO_WM_TAG_VERSION" val="1.0"/>
  <p:tag name="KSO_WM_BEAUTIFY_FLAG" val="#wm#"/>
  <p:tag name="KSO_WM_UNIT_USESOURCEFORMAT_APPLY" val="1"/>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05830_1*m_h_i*1_1_1"/>
  <p:tag name="KSO_WM_TEMPLATE_CATEGORY" val="diagram"/>
  <p:tag name="KSO_WM_TEMPLATE_INDEX" val="20205830"/>
  <p:tag name="KSO_WM_UNIT_LAYERLEVEL" val="1_1_1"/>
  <p:tag name="KSO_WM_TAG_VERSION" val="1.0"/>
  <p:tag name="KSO_WM_BEAUTIFY_FLAG" val="#wm#"/>
  <p:tag name="KSO_WM_UNIT_TEXT_FILL_FORE_SCHEMECOLOR_INDEX_BRIGHTNESS" val="0.25"/>
  <p:tag name="KSO_WM_UNIT_TEXT_FILL_FORE_SCHEMECOLOR_INDEX" val="13"/>
  <p:tag name="KSO_WM_UNIT_TEXT_FILL_TYPE" val="1"/>
  <p:tag name="KSO_WM_UNIT_USESOURCEFORMAT_APPLY" val="1"/>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6"/>
  <p:tag name="KSO_WM_UNIT_ID" val="diagram20205830_1*m_h_i*1_1_6"/>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7"/>
  <p:tag name="KSO_WM_UNIT_ID" val="diagram20205830_1*m_h_i*1_1_7"/>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05830_1*m_h_i*1_2_3"/>
  <p:tag name="KSO_WM_TEMPLATE_CATEGORY" val="diagram"/>
  <p:tag name="KSO_WM_TEMPLATE_INDEX" val="20205830"/>
  <p:tag name="KSO_WM_UNIT_LAYERLEVEL" val="1_1_1"/>
  <p:tag name="KSO_WM_TAG_VERSION" val="1.0"/>
  <p:tag name="KSO_WM_BEAUTIFY_FLAG" val="#wm#"/>
  <p:tag name="KSO_WM_UNIT_USESOURCEFORMAT_APPLY" val="1"/>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1"/>
  <p:tag name="KSO_WM_UNIT_ID" val="diagram20205830_1*m_h_i*1_2_1"/>
  <p:tag name="KSO_WM_TEMPLATE_CATEGORY" val="diagram"/>
  <p:tag name="KSO_WM_TEMPLATE_INDEX" val="20205830"/>
  <p:tag name="KSO_WM_UNIT_LAYERLEVEL" val="1_1_1"/>
  <p:tag name="KSO_WM_TAG_VERSION" val="1.0"/>
  <p:tag name="KSO_WM_BEAUTIFY_FLAG" val="#wm#"/>
  <p:tag name="KSO_WM_UNIT_TEXT_FILL_FORE_SCHEMECOLOR_INDEX_BRIGHTNESS" val="0.25"/>
  <p:tag name="KSO_WM_UNIT_TEXT_FILL_FORE_SCHEMECOLOR_INDEX" val="13"/>
  <p:tag name="KSO_WM_UNIT_TEXT_FILL_TYPE" val="1"/>
  <p:tag name="KSO_WM_UNIT_USESOURCEFORMAT_APPLY" val="1"/>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6"/>
  <p:tag name="KSO_WM_UNIT_ID" val="diagram20205830_1*m_h_i*1_2_6"/>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7"/>
  <p:tag name="KSO_WM_UNIT_ID" val="diagram20205830_1*m_h_i*1_2_7"/>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8"/>
  <p:tag name="KSO_WM_UNIT_ID" val="diagram20205830_1*m_h_i*1_1_8"/>
  <p:tag name="KSO_WM_TEMPLATE_CATEGORY" val="diagram"/>
  <p:tag name="KSO_WM_TEMPLATE_INDEX" val="20205830"/>
  <p:tag name="KSO_WM_UNIT_LAYERLEVEL" val="1_1_1"/>
  <p:tag name="KSO_WM_TAG_VERSION" val="1.0"/>
  <p:tag name="KSO_WM_BEAUTIFY_FLAG" val="#wm#"/>
  <p:tag name="KSO_WM_UNIT_LINE_FORE_SCHEMECOLOR_INDEX_BRIGHTNESS" val="0.5"/>
  <p:tag name="KSO_WM_UNIT_LINE_FORE_SCHEMECOLOR_INDEX" val="13"/>
  <p:tag name="KSO_WM_UNIT_LINE_FILL_TYPE" val="2"/>
  <p:tag name="KSO_WM_UNIT_USESOURCEFORMAT_APPLY" val="1"/>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8"/>
  <p:tag name="KSO_WM_UNIT_ID" val="diagram20205830_1*m_h_i*1_2_8"/>
  <p:tag name="KSO_WM_TEMPLATE_CATEGORY" val="diagram"/>
  <p:tag name="KSO_WM_TEMPLATE_INDEX" val="20205830"/>
  <p:tag name="KSO_WM_UNIT_LAYERLEVEL" val="1_1_1"/>
  <p:tag name="KSO_WM_TAG_VERSION" val="1.0"/>
  <p:tag name="KSO_WM_BEAUTIFY_FLAG" val="#wm#"/>
  <p:tag name="KSO_WM_UNIT_LINE_FORE_SCHEMECOLOR_INDEX_BRIGHTNESS" val="0.5"/>
  <p:tag name="KSO_WM_UNIT_LINE_FORE_SCHEMECOLOR_INDEX" val="13"/>
  <p:tag name="KSO_WM_UNIT_LINE_FILL_TYPE" val="2"/>
  <p:tag name="KSO_WM_UNIT_USESOURCEFORMAT_APPLY" val="1"/>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4"/>
  <p:tag name="KSO_WM_UNIT_ID" val="diagram20205830_1*m_h_i*1_2_4"/>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UNIT_USESOURCEFORMAT_APPLY" val="1"/>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5"/>
  <p:tag name="KSO_WM_UNIT_ID" val="diagram20205830_1*m_h_i*1_2_5"/>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UNIT_USESOURCEFORMAT_APPLY" val="1"/>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4"/>
  <p:tag name="KSO_WM_UNIT_ID" val="diagram20205830_1*m_h_i*1_1_4"/>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UNIT_USESOURCEFORMAT_APPLY" val="1"/>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5"/>
  <p:tag name="KSO_WM_UNIT_ID" val="diagram20205830_1*m_h_i*1_1_5"/>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UNIT_USESOURCEFORMAT_APPLY" val="1"/>
</p:tagLst>
</file>

<file path=ppt/tags/tag66.xml><?xml version="1.0" encoding="utf-8"?>
<p:tagLst xmlns:a="http://schemas.openxmlformats.org/drawingml/2006/main" xmlns:r="http://schemas.openxmlformats.org/officeDocument/2006/relationships" xmlns:p="http://schemas.openxmlformats.org/presentationml/2006/main">
  <p:tag name="KSO_WM_SLIDE_ID" val="custom20218885_4"/>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18885"/>
  <p:tag name="KSO_WM_SLIDE_LAYOUT" val="a_l"/>
  <p:tag name="KSO_WM_SLIDE_LAYOUT_CNT" val="1_1"/>
  <p:tag name="KSO_WM_TEMPLATE_SUBCATEGORY" val="0"/>
  <p:tag name="KSO_WM_TEMPLATE_MASTER_TYPE" val="1"/>
  <p:tag name="KSO_WM_TEMPLATE_COLOR_TYPE" val="0"/>
  <p:tag name="KSO_WM_SPECIAL_SOURCE" val="bdnull"/>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18885_4*l_h_i*1_1_1"/>
  <p:tag name="KSO_WM_TEMPLATE_CATEGORY" val="custom"/>
  <p:tag name="KSO_WM_TEMPLATE_INDEX" val="20218885"/>
  <p:tag name="KSO_WM_UNIT_LAYERLEVEL" val="1_1_1"/>
  <p:tag name="KSO_WM_TAG_VERSION" val="1.0"/>
  <p:tag name="KSO_WM_BEAUTIFY_FLAG" val="#wm#"/>
  <p:tag name="KSO_WM_UNIT_USESOURCEFORMAT_APPLY" val="1"/>
</p:tagLst>
</file>

<file path=ppt/tags/tag6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企业文化定位"/>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custom20218885_4*l_h_a*1_1_1"/>
  <p:tag name="KSO_WM_TEMPLATE_CATEGORY" val="custom"/>
  <p:tag name="KSO_WM_TEMPLATE_INDEX" val="2021888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6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企业运营方式"/>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custom20218885_4*l_h_a*1_2_1"/>
  <p:tag name="KSO_WM_TEMPLATE_CATEGORY" val="custom"/>
  <p:tag name="KSO_WM_TEMPLATE_INDEX" val="2021888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18885_4*l_h_i*1_2_1"/>
  <p:tag name="KSO_WM_TEMPLATE_CATEGORY" val="custom"/>
  <p:tag name="KSO_WM_TEMPLATE_INDEX" val="20218885"/>
  <p:tag name="KSO_WM_UNIT_LAYERLEVEL" val="1_1_1"/>
  <p:tag name="KSO_WM_TAG_VERSION" val="1.0"/>
  <p:tag name="KSO_WM_BEAUTIFY_FLAG" val="#wm#"/>
  <p:tag name="KSO_WM_UNIT_USESOURCEFORMAT_APPLY" val="1"/>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18885_4*l_h_i*1_3_1"/>
  <p:tag name="KSO_WM_TEMPLATE_CATEGORY" val="custom"/>
  <p:tag name="KSO_WM_TEMPLATE_INDEX" val="20218885"/>
  <p:tag name="KSO_WM_UNIT_LAYERLEVEL" val="1_1_1"/>
  <p:tag name="KSO_WM_TAG_VERSION" val="1.0"/>
  <p:tag name="KSO_WM_BEAUTIFY_FLAG" val="#wm#"/>
  <p:tag name="KSO_WM_UNIT_USESOURCEFORMAT_APPLY" val="1"/>
</p:tagLst>
</file>

<file path=ppt/tags/tag7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企业效果预估"/>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custom20218885_4*l_h_a*1_3_1"/>
  <p:tag name="KSO_WM_TEMPLATE_CATEGORY" val="custom"/>
  <p:tag name="KSO_WM_TEMPLATE_INDEX" val="2021888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73.xml><?xml version="1.0" encoding="utf-8"?>
<p:tagLst xmlns:a="http://schemas.openxmlformats.org/drawingml/2006/main" xmlns:r="http://schemas.openxmlformats.org/officeDocument/2006/relationships" xmlns:p="http://schemas.openxmlformats.org/presentationml/2006/main">
  <p:tag name="KSO_WM_SLIDE_ID" val="custom20218885_4"/>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18885"/>
  <p:tag name="KSO_WM_SLIDE_LAYOUT" val="a_l"/>
  <p:tag name="KSO_WM_SLIDE_LAYOUT_CNT" val="1_1"/>
  <p:tag name="KSO_WM_TEMPLATE_SUBCATEGORY" val="0"/>
  <p:tag name="KSO_WM_TEMPLATE_MASTER_TYPE" val="1"/>
  <p:tag name="KSO_WM_TEMPLATE_COLOR_TYPE" val="0"/>
  <p:tag name="KSO_WM_SPECIAL_SOURCE" val="bdnull"/>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18885_4*l_h_i*1_1_1"/>
  <p:tag name="KSO_WM_TEMPLATE_CATEGORY" val="custom"/>
  <p:tag name="KSO_WM_TEMPLATE_INDEX" val="20218885"/>
  <p:tag name="KSO_WM_UNIT_LAYERLEVEL" val="1_1_1"/>
  <p:tag name="KSO_WM_TAG_VERSION" val="1.0"/>
  <p:tag name="KSO_WM_BEAUTIFY_FLAG" val="#wm#"/>
  <p:tag name="KSO_WM_UNIT_USESOURCEFORMAT_APPLY" val="1"/>
</p:tagLst>
</file>

<file path=ppt/tags/tag7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企业文化定位"/>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custom20218885_4*l_h_a*1_1_1"/>
  <p:tag name="KSO_WM_TEMPLATE_CATEGORY" val="custom"/>
  <p:tag name="KSO_WM_TEMPLATE_INDEX" val="2021888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7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企业运营方式"/>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custom20218885_4*l_h_a*1_2_1"/>
  <p:tag name="KSO_WM_TEMPLATE_CATEGORY" val="custom"/>
  <p:tag name="KSO_WM_TEMPLATE_INDEX" val="2021888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18885_4*l_h_i*1_2_1"/>
  <p:tag name="KSO_WM_TEMPLATE_CATEGORY" val="custom"/>
  <p:tag name="KSO_WM_TEMPLATE_INDEX" val="20218885"/>
  <p:tag name="KSO_WM_UNIT_LAYERLEVEL" val="1_1_1"/>
  <p:tag name="KSO_WM_TAG_VERSION" val="1.0"/>
  <p:tag name="KSO_WM_BEAUTIFY_FLAG" val="#wm#"/>
  <p:tag name="KSO_WM_UNIT_USESOURCEFORMAT_APPLY" val="1"/>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18885_4*l_h_i*1_3_1"/>
  <p:tag name="KSO_WM_TEMPLATE_CATEGORY" val="custom"/>
  <p:tag name="KSO_WM_TEMPLATE_INDEX" val="20218885"/>
  <p:tag name="KSO_WM_UNIT_LAYERLEVEL" val="1_1_1"/>
  <p:tag name="KSO_WM_TAG_VERSION" val="1.0"/>
  <p:tag name="KSO_WM_BEAUTIFY_FLAG" val="#wm#"/>
  <p:tag name="KSO_WM_UNIT_USESOURCEFORMAT_APPLY" val="1"/>
</p:tagLst>
</file>

<file path=ppt/tags/tag7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企业效果预估"/>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custom20218885_4*l_h_a*1_3_1"/>
  <p:tag name="KSO_WM_TEMPLATE_CATEGORY" val="custom"/>
  <p:tag name="KSO_WM_TEMPLATE_INDEX" val="2021888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04638_1*l_i*1_1"/>
  <p:tag name="KSO_WM_TEMPLATE_CATEGORY" val="diagram"/>
  <p:tag name="KSO_WM_TEMPLATE_INDEX" val="20204638"/>
  <p:tag name="KSO_WM_UNIT_LAYERLEVEL" val="1_1"/>
  <p:tag name="KSO_WM_TAG_VERSION" val="1.0"/>
  <p:tag name="KSO_WM_BEAUTIFY_FLAG" val="#wm#"/>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81.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40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04638_1*l_h_f*1_1_1"/>
  <p:tag name="KSO_WM_TEMPLATE_CATEGORY" val="diagram"/>
  <p:tag name="KSO_WM_TEMPLATE_INDEX" val="20204638"/>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为了最终演示发布的良好效果，请尽量言简意赅的阐述观点；根据需要可酌情增减文字，以便观者可以准确理解您所传达的信息。"/>
  <p:tag name="KSO_WM_UNIT_TEXT_FILL_FORE_SCHEMECOLOR_INDEX_BRIGHTNESS" val="0.35"/>
  <p:tag name="KSO_WM_UNIT_TEXT_FILL_FORE_SCHEMECOLOR_INDEX" val="13"/>
  <p:tag name="KSO_WM_UNIT_TEXT_FILL_TYPE" val="1"/>
  <p:tag name="KSO_WM_UNIT_USESOURCEFORMAT_APPLY" val="1"/>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04638_1*l_i*1_2"/>
  <p:tag name="KSO_WM_TEMPLATE_CATEGORY" val="diagram"/>
  <p:tag name="KSO_WM_TEMPLATE_INDEX" val="20204638"/>
  <p:tag name="KSO_WM_UNIT_LAYERLEVEL" val="1_1"/>
  <p:tag name="KSO_WM_TAG_VERSION" val="1.0"/>
  <p:tag name="KSO_WM_BEAUTIFY_FLAG" val="#wm#"/>
  <p:tag name="KSO_WM_UNIT_LINE_FORE_SCHEMECOLOR_INDEX_BRIGHTNESS" val="-0.5"/>
  <p:tag name="KSO_WM_UNIT_LINE_FORE_SCHEMECOLOR_INDEX" val="5"/>
  <p:tag name="KSO_WM_UNIT_LINE_FILL_TYPE" val="2"/>
  <p:tag name="KSO_WM_UNIT_USESOURCEFORMAT_APPLY" val="1"/>
</p:tagLst>
</file>

<file path=ppt/tags/tag8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40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04638_1*l_h_f*1_2_1"/>
  <p:tag name="KSO_WM_TEMPLATE_CATEGORY" val="diagram"/>
  <p:tag name="KSO_WM_TEMPLATE_INDEX" val="20204638"/>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为了最终演示发布的良好效果，请尽量言简意赅的阐述观点；根据需要可酌情增减文字，以便观者可以准确理解您所传达的信息。"/>
  <p:tag name="KSO_WM_UNIT_TEXT_FILL_FORE_SCHEMECOLOR_INDEX_BRIGHTNESS" val="0.35"/>
  <p:tag name="KSO_WM_UNIT_TEXT_FILL_FORE_SCHEMECOLOR_INDEX" val="13"/>
  <p:tag name="KSO_WM_UNIT_TEXT_FILL_TYPE" val="1"/>
  <p:tag name="KSO_WM_UNIT_USESOURCEFORMAT_APPLY" val="1"/>
</p:tagLst>
</file>

<file path=ppt/theme/_rels/theme2.xml.rels><?xml version="1.0" encoding="UTF-8" standalone="yes"?>
<Relationships xmlns="http://schemas.openxmlformats.org/package/2006/relationships"><Relationship Id="rId1" Type="http://schemas.openxmlformats.org/officeDocument/2006/relationships/image" Target="../media/image9.png"/></Relationships>
</file>

<file path=ppt/theme/theme1.xml><?xml version="1.0" encoding="utf-8"?>
<a:theme xmlns:a="http://schemas.openxmlformats.org/drawingml/2006/main" name="White">
  <a:themeElements>
    <a:clrScheme name="极客邦">
      <a:dk1>
        <a:srgbClr val="4D4D4D"/>
      </a:dk1>
      <a:lt1>
        <a:sysClr val="window" lastClr="FFFFFF"/>
      </a:lt1>
      <a:dk2>
        <a:srgbClr val="44546A"/>
      </a:dk2>
      <a:lt2>
        <a:srgbClr val="E7E6E6"/>
      </a:lt2>
      <a:accent1>
        <a:srgbClr val="1D5E9E"/>
      </a:accent1>
      <a:accent2>
        <a:srgbClr val="198743"/>
      </a:accent2>
      <a:accent3>
        <a:srgbClr val="EA5429"/>
      </a:accent3>
      <a:accent4>
        <a:srgbClr val="E60012"/>
      </a:accent4>
      <a:accent5>
        <a:srgbClr val="4472C4"/>
      </a:accent5>
      <a:accent6>
        <a:srgbClr val="70AD47"/>
      </a:accent6>
      <a:hlink>
        <a:srgbClr val="00B0F0"/>
      </a:hlink>
      <a:folHlink>
        <a:srgbClr val="FFFFFF"/>
      </a:folHlink>
    </a:clrScheme>
    <a:fontScheme name="极客邦常用">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演示文稿1" id="{A46FBE2B-B011-4643-89D7-4E51E37BBDB2}" vid="{8EF7A4E8-5DDA-5242-A16E-CB225224F7D0}"/>
    </a:ext>
  </a:ext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TGO新模板</Template>
  <TotalTime>1271</TotalTime>
  <Words>1961</Words>
  <Application>Microsoft Office PowerPoint</Application>
  <PresentationFormat>Widescreen</PresentationFormat>
  <Paragraphs>208</Paragraphs>
  <Slides>34</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34</vt:i4>
      </vt:variant>
    </vt:vector>
  </HeadingPairs>
  <TitlesOfParts>
    <vt:vector size="45" baseType="lpstr">
      <vt:lpstr>DengXian</vt:lpstr>
      <vt:lpstr>Helvetica Neue</vt:lpstr>
      <vt:lpstr>Microsoft YaHei</vt:lpstr>
      <vt:lpstr>Microsoft YaHei</vt:lpstr>
      <vt:lpstr>SimHei</vt:lpstr>
      <vt:lpstr>Algerian</vt:lpstr>
      <vt:lpstr>Arial</vt:lpstr>
      <vt:lpstr>Calibri</vt:lpstr>
      <vt:lpstr>Candara Light</vt:lpstr>
      <vt:lpstr>Wingdings</vt:lpstr>
      <vt:lpstr>White</vt:lpstr>
      <vt:lpstr>PowerPoint Presentation</vt:lpstr>
      <vt:lpstr>PowerPoint Presentation</vt:lpstr>
      <vt:lpstr>IT技术发展关键节点</vt:lpstr>
      <vt:lpstr>单体架构</vt:lpstr>
      <vt:lpstr>分布式架构</vt:lpstr>
      <vt:lpstr>容器技术</vt:lpstr>
      <vt:lpstr>微服务架构</vt:lpstr>
      <vt:lpstr>微服务的问题</vt:lpstr>
      <vt:lpstr>Kubernetes &amp; Service Mesh</vt:lpstr>
      <vt:lpstr>PowerPoint Presentation</vt:lpstr>
      <vt:lpstr>虚拟化技术</vt:lpstr>
      <vt:lpstr>基于虚拟机的云计算</vt:lpstr>
      <vt:lpstr>容器兴起和编排大战</vt:lpstr>
      <vt:lpstr>云的形态变化</vt:lpstr>
      <vt:lpstr>云原生的起源</vt:lpstr>
      <vt:lpstr>云原生的定义</vt:lpstr>
      <vt:lpstr>Cloud Native是道，Service Mesh是术</vt:lpstr>
      <vt:lpstr>例子：以服务间通讯为例</vt:lpstr>
      <vt:lpstr>SDK思路</vt:lpstr>
      <vt:lpstr>Service Mesh思路</vt:lpstr>
      <vt:lpstr>Service Mesh模式</vt:lpstr>
      <vt:lpstr>Service Mesh 应用视角</vt:lpstr>
      <vt:lpstr>企业IT数字化转型－－３阶段２转型</vt:lpstr>
      <vt:lpstr>PowerPoint Presentation</vt:lpstr>
      <vt:lpstr>PowerPoint Presentation</vt:lpstr>
      <vt:lpstr>云原生应用的不同</vt:lpstr>
      <vt:lpstr>云原生应用的不同</vt:lpstr>
      <vt:lpstr>云原生三大基石技术</vt:lpstr>
      <vt:lpstr>云原生三大基石技术特征</vt:lpstr>
      <vt:lpstr>云原生的12 factors</vt:lpstr>
      <vt:lpstr>云原生技术发展</vt:lpstr>
      <vt:lpstr>云原生未来 v2.0</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Ng Frank</cp:lastModifiedBy>
  <cp:revision>89</cp:revision>
  <dcterms:created xsi:type="dcterms:W3CDTF">2019-06-10T12:16:29Z</dcterms:created>
  <dcterms:modified xsi:type="dcterms:W3CDTF">2022-02-16T13:25:00Z</dcterms:modified>
</cp:coreProperties>
</file>